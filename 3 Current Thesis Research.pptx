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Default Extension="png" ContentType="image/png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1017" y="3118104"/>
            <a:ext cx="5904865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42035" y="5632704"/>
            <a:ext cx="486283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050505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050505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47345" y="2313432"/>
            <a:ext cx="3021901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577653" y="2313432"/>
            <a:ext cx="3021901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050505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050505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050505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345" y="402336"/>
            <a:ext cx="625221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345" y="2313432"/>
            <a:ext cx="625221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361946" y="9354312"/>
            <a:ext cx="222300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47345" y="9354312"/>
            <a:ext cx="1597787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805596" y="9375245"/>
            <a:ext cx="180339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050505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Relationship Id="rId13" Type="http://schemas.openxmlformats.org/officeDocument/2006/relationships/image" Target="../media/image77.png"/><Relationship Id="rId14" Type="http://schemas.openxmlformats.org/officeDocument/2006/relationships/image" Target="../media/image78.png"/><Relationship Id="rId15" Type="http://schemas.openxmlformats.org/officeDocument/2006/relationships/image" Target="../media/image79.png"/><Relationship Id="rId16" Type="http://schemas.openxmlformats.org/officeDocument/2006/relationships/image" Target="../media/image80.png"/><Relationship Id="rId17" Type="http://schemas.openxmlformats.org/officeDocument/2006/relationships/image" Target="../media/image81.png"/><Relationship Id="rId18" Type="http://schemas.openxmlformats.org/officeDocument/2006/relationships/image" Target="../media/image82.png"/><Relationship Id="rId19" Type="http://schemas.openxmlformats.org/officeDocument/2006/relationships/image" Target="../media/image83.png"/><Relationship Id="rId20" Type="http://schemas.openxmlformats.org/officeDocument/2006/relationships/image" Target="../media/image84.png"/><Relationship Id="rId21" Type="http://schemas.openxmlformats.org/officeDocument/2006/relationships/image" Target="../media/image85.png"/><Relationship Id="rId22" Type="http://schemas.openxmlformats.org/officeDocument/2006/relationships/image" Target="../media/image86.png"/><Relationship Id="rId23" Type="http://schemas.openxmlformats.org/officeDocument/2006/relationships/image" Target="../media/image87.png"/><Relationship Id="rId24" Type="http://schemas.openxmlformats.org/officeDocument/2006/relationships/image" Target="../media/image88.png"/><Relationship Id="rId25" Type="http://schemas.openxmlformats.org/officeDocument/2006/relationships/image" Target="../media/image89.png"/><Relationship Id="rId26" Type="http://schemas.openxmlformats.org/officeDocument/2006/relationships/image" Target="../media/image90.png"/><Relationship Id="rId27" Type="http://schemas.openxmlformats.org/officeDocument/2006/relationships/image" Target="../media/image91.png"/><Relationship Id="rId28" Type="http://schemas.openxmlformats.org/officeDocument/2006/relationships/image" Target="../media/image92.png"/><Relationship Id="rId29" Type="http://schemas.openxmlformats.org/officeDocument/2006/relationships/image" Target="../media/image93.png"/><Relationship Id="rId30" Type="http://schemas.openxmlformats.org/officeDocument/2006/relationships/image" Target="../media/image94.png"/><Relationship Id="rId31" Type="http://schemas.openxmlformats.org/officeDocument/2006/relationships/image" Target="../media/image95.png"/><Relationship Id="rId32" Type="http://schemas.openxmlformats.org/officeDocument/2006/relationships/image" Target="../media/image96.png"/><Relationship Id="rId33" Type="http://schemas.openxmlformats.org/officeDocument/2006/relationships/image" Target="../media/image97.png"/><Relationship Id="rId34" Type="http://schemas.openxmlformats.org/officeDocument/2006/relationships/image" Target="../media/image98.png"/><Relationship Id="rId35" Type="http://schemas.openxmlformats.org/officeDocument/2006/relationships/image" Target="../media/image99.png"/><Relationship Id="rId36" Type="http://schemas.openxmlformats.org/officeDocument/2006/relationships/image" Target="../media/image100.png"/><Relationship Id="rId37" Type="http://schemas.openxmlformats.org/officeDocument/2006/relationships/image" Target="../media/image101.png"/><Relationship Id="rId38" Type="http://schemas.openxmlformats.org/officeDocument/2006/relationships/image" Target="../media/image102.png"/><Relationship Id="rId39" Type="http://schemas.openxmlformats.org/officeDocument/2006/relationships/image" Target="../media/image103.png"/><Relationship Id="rId40" Type="http://schemas.openxmlformats.org/officeDocument/2006/relationships/image" Target="../media/image104.png"/><Relationship Id="rId41" Type="http://schemas.openxmlformats.org/officeDocument/2006/relationships/image" Target="../media/image105.png"/><Relationship Id="rId42" Type="http://schemas.openxmlformats.org/officeDocument/2006/relationships/image" Target="../media/image106.png"/><Relationship Id="rId43" Type="http://schemas.openxmlformats.org/officeDocument/2006/relationships/image" Target="../media/image107.png"/><Relationship Id="rId44" Type="http://schemas.openxmlformats.org/officeDocument/2006/relationships/image" Target="../media/image108.png"/><Relationship Id="rId45" Type="http://schemas.openxmlformats.org/officeDocument/2006/relationships/image" Target="../media/image109.png"/><Relationship Id="rId46" Type="http://schemas.openxmlformats.org/officeDocument/2006/relationships/image" Target="../media/image110.png"/><Relationship Id="rId47" Type="http://schemas.openxmlformats.org/officeDocument/2006/relationships/image" Target="../media/image111.png"/><Relationship Id="rId48" Type="http://schemas.openxmlformats.org/officeDocument/2006/relationships/image" Target="../media/image112.png"/><Relationship Id="rId49" Type="http://schemas.openxmlformats.org/officeDocument/2006/relationships/image" Target="../media/image113.png"/><Relationship Id="rId50" Type="http://schemas.openxmlformats.org/officeDocument/2006/relationships/image" Target="../media/image114.png"/><Relationship Id="rId51" Type="http://schemas.openxmlformats.org/officeDocument/2006/relationships/image" Target="../media/image115.png"/><Relationship Id="rId52" Type="http://schemas.openxmlformats.org/officeDocument/2006/relationships/image" Target="../media/image116.png"/><Relationship Id="rId53" Type="http://schemas.openxmlformats.org/officeDocument/2006/relationships/image" Target="../media/image117.png"/><Relationship Id="rId54" Type="http://schemas.openxmlformats.org/officeDocument/2006/relationships/image" Target="../media/image118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24.png"/><Relationship Id="rId8" Type="http://schemas.openxmlformats.org/officeDocument/2006/relationships/image" Target="../media/image125.png"/><Relationship Id="rId9" Type="http://schemas.openxmlformats.org/officeDocument/2006/relationships/image" Target="../media/image126.png"/><Relationship Id="rId10" Type="http://schemas.openxmlformats.org/officeDocument/2006/relationships/image" Target="../media/image127.png"/><Relationship Id="rId11" Type="http://schemas.openxmlformats.org/officeDocument/2006/relationships/image" Target="../media/image115.png"/><Relationship Id="rId12" Type="http://schemas.openxmlformats.org/officeDocument/2006/relationships/image" Target="../media/image128.png"/><Relationship Id="rId13" Type="http://schemas.openxmlformats.org/officeDocument/2006/relationships/image" Target="../media/image129.png"/><Relationship Id="rId14" Type="http://schemas.openxmlformats.org/officeDocument/2006/relationships/image" Target="../media/image130.png"/><Relationship Id="rId15" Type="http://schemas.openxmlformats.org/officeDocument/2006/relationships/image" Target="../media/image131.png"/><Relationship Id="rId16" Type="http://schemas.openxmlformats.org/officeDocument/2006/relationships/image" Target="../media/image132.png"/><Relationship Id="rId17" Type="http://schemas.openxmlformats.org/officeDocument/2006/relationships/image" Target="../media/image133.png"/><Relationship Id="rId18" Type="http://schemas.openxmlformats.org/officeDocument/2006/relationships/image" Target="../media/image134.png"/><Relationship Id="rId19" Type="http://schemas.openxmlformats.org/officeDocument/2006/relationships/image" Target="../media/image135.png"/><Relationship Id="rId20" Type="http://schemas.openxmlformats.org/officeDocument/2006/relationships/image" Target="../media/image136.png"/><Relationship Id="rId21" Type="http://schemas.openxmlformats.org/officeDocument/2006/relationships/image" Target="../media/image137.png"/><Relationship Id="rId22" Type="http://schemas.openxmlformats.org/officeDocument/2006/relationships/image" Target="../media/image138.png"/><Relationship Id="rId23" Type="http://schemas.openxmlformats.org/officeDocument/2006/relationships/image" Target="../media/image139.png"/><Relationship Id="rId24" Type="http://schemas.openxmlformats.org/officeDocument/2006/relationships/image" Target="../media/image140.png"/><Relationship Id="rId25" Type="http://schemas.openxmlformats.org/officeDocument/2006/relationships/image" Target="../media/image141.png"/><Relationship Id="rId26" Type="http://schemas.openxmlformats.org/officeDocument/2006/relationships/image" Target="../media/image142.png"/><Relationship Id="rId27" Type="http://schemas.openxmlformats.org/officeDocument/2006/relationships/image" Target="../media/image143.png"/><Relationship Id="rId28" Type="http://schemas.openxmlformats.org/officeDocument/2006/relationships/image" Target="../media/image144.png"/><Relationship Id="rId29" Type="http://schemas.openxmlformats.org/officeDocument/2006/relationships/image" Target="../media/image145.png"/><Relationship Id="rId30" Type="http://schemas.openxmlformats.org/officeDocument/2006/relationships/image" Target="../media/image146.png"/><Relationship Id="rId31" Type="http://schemas.openxmlformats.org/officeDocument/2006/relationships/image" Target="../media/image147.png"/><Relationship Id="rId32" Type="http://schemas.openxmlformats.org/officeDocument/2006/relationships/image" Target="../media/image148.png"/><Relationship Id="rId33" Type="http://schemas.openxmlformats.org/officeDocument/2006/relationships/image" Target="../media/image149.png"/><Relationship Id="rId34" Type="http://schemas.openxmlformats.org/officeDocument/2006/relationships/image" Target="../media/image150.png"/><Relationship Id="rId35" Type="http://schemas.openxmlformats.org/officeDocument/2006/relationships/image" Target="../media/image151.png"/><Relationship Id="rId36" Type="http://schemas.openxmlformats.org/officeDocument/2006/relationships/image" Target="../media/image152.png"/><Relationship Id="rId37" Type="http://schemas.openxmlformats.org/officeDocument/2006/relationships/image" Target="../media/image153.png"/><Relationship Id="rId38" Type="http://schemas.openxmlformats.org/officeDocument/2006/relationships/image" Target="../media/image154.png"/><Relationship Id="rId39" Type="http://schemas.openxmlformats.org/officeDocument/2006/relationships/image" Target="../media/image155.png"/><Relationship Id="rId40" Type="http://schemas.openxmlformats.org/officeDocument/2006/relationships/image" Target="../media/image156.png"/><Relationship Id="rId41" Type="http://schemas.openxmlformats.org/officeDocument/2006/relationships/image" Target="../media/image157.png"/><Relationship Id="rId42" Type="http://schemas.openxmlformats.org/officeDocument/2006/relationships/image" Target="../media/image158.png"/><Relationship Id="rId43" Type="http://schemas.openxmlformats.org/officeDocument/2006/relationships/image" Target="../media/image159.png"/><Relationship Id="rId44" Type="http://schemas.openxmlformats.org/officeDocument/2006/relationships/image" Target="../media/image160.png"/><Relationship Id="rId45" Type="http://schemas.openxmlformats.org/officeDocument/2006/relationships/image" Target="../media/image161.png"/><Relationship Id="rId46" Type="http://schemas.openxmlformats.org/officeDocument/2006/relationships/image" Target="../media/image162.png"/><Relationship Id="rId47" Type="http://schemas.openxmlformats.org/officeDocument/2006/relationships/image" Target="../media/image163.png"/><Relationship Id="rId48" Type="http://schemas.openxmlformats.org/officeDocument/2006/relationships/image" Target="../media/image164.png"/><Relationship Id="rId49" Type="http://schemas.openxmlformats.org/officeDocument/2006/relationships/image" Target="../media/image165.png"/><Relationship Id="rId50" Type="http://schemas.openxmlformats.org/officeDocument/2006/relationships/image" Target="../media/image166.png"/><Relationship Id="rId51" Type="http://schemas.openxmlformats.org/officeDocument/2006/relationships/image" Target="../media/image167.png"/><Relationship Id="rId52" Type="http://schemas.openxmlformats.org/officeDocument/2006/relationships/image" Target="../media/image168.png"/><Relationship Id="rId53" Type="http://schemas.openxmlformats.org/officeDocument/2006/relationships/image" Target="../media/image169.png"/><Relationship Id="rId54" Type="http://schemas.openxmlformats.org/officeDocument/2006/relationships/image" Target="../media/image170.png"/><Relationship Id="rId55" Type="http://schemas.openxmlformats.org/officeDocument/2006/relationships/image" Target="../media/image171.png"/><Relationship Id="rId56" Type="http://schemas.openxmlformats.org/officeDocument/2006/relationships/image" Target="../media/image172.png"/><Relationship Id="rId57" Type="http://schemas.openxmlformats.org/officeDocument/2006/relationships/image" Target="../media/image173.png"/><Relationship Id="rId58" Type="http://schemas.openxmlformats.org/officeDocument/2006/relationships/image" Target="../media/image174.png"/><Relationship Id="rId59" Type="http://schemas.openxmlformats.org/officeDocument/2006/relationships/image" Target="../media/image175.png"/><Relationship Id="rId60" Type="http://schemas.openxmlformats.org/officeDocument/2006/relationships/image" Target="../media/image176.png"/><Relationship Id="rId61" Type="http://schemas.openxmlformats.org/officeDocument/2006/relationships/image" Target="../media/image177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12645" y="1442040"/>
            <a:ext cx="4601210" cy="121285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85"/>
              </a:spcBef>
            </a:pP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250" spc="13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Neural</a:t>
            </a:r>
            <a:r>
              <a:rPr dirty="0" sz="1250" spc="3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Micellar</a:t>
            </a:r>
            <a:r>
              <a:rPr dirty="0" sz="1250" spc="7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Network</a:t>
            </a:r>
            <a:r>
              <a:rPr dirty="0" sz="1250" spc="12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Student</a:t>
            </a:r>
            <a:r>
              <a:rPr dirty="0" sz="1250" spc="3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Hub:</a:t>
            </a:r>
            <a:r>
              <a:rPr dirty="0" sz="1250" spc="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250" spc="4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111111"/>
                </a:solidFill>
                <a:latin typeface="Times New Roman"/>
                <a:cs typeface="Times New Roman"/>
              </a:rPr>
              <a:t>Distributed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Communication</a:t>
            </a:r>
            <a:r>
              <a:rPr dirty="0" sz="1250" spc="26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250" spc="13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Resource-Sharing</a:t>
            </a:r>
            <a:r>
              <a:rPr dirty="0" sz="1250" spc="6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Framework</a:t>
            </a:r>
            <a:r>
              <a:rPr dirty="0" sz="1250" spc="25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250" spc="7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111111"/>
                </a:solidFill>
                <a:latin typeface="Times New Roman"/>
                <a:cs typeface="Times New Roman"/>
              </a:rPr>
              <a:t>Academic Cooperation</a:t>
            </a:r>
            <a:endParaRPr sz="1250">
              <a:latin typeface="Times New Roman"/>
              <a:cs typeface="Times New Roman"/>
            </a:endParaRPr>
          </a:p>
          <a:p>
            <a:pPr marL="55880">
              <a:lnSpc>
                <a:spcPct val="100000"/>
              </a:lnSpc>
              <a:spcBef>
                <a:spcPts val="185"/>
              </a:spcBef>
            </a:pPr>
            <a:r>
              <a:rPr dirty="0" sz="1050" b="1">
                <a:solidFill>
                  <a:srgbClr val="111111"/>
                </a:solidFill>
                <a:latin typeface="Times New Roman"/>
                <a:cs typeface="Times New Roman"/>
              </a:rPr>
              <a:t>Author:</a:t>
            </a:r>
            <a:r>
              <a:rPr dirty="0" sz="1050" spc="3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Stalin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Isaias</a:t>
            </a:r>
            <a:r>
              <a:rPr dirty="0" sz="10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Garcia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Mercedes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et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al.</a:t>
            </a:r>
            <a:endParaRPr sz="1050">
              <a:latin typeface="Times New Roman"/>
              <a:cs typeface="Times New Roman"/>
            </a:endParaRPr>
          </a:p>
          <a:p>
            <a:pPr marL="45085">
              <a:lnSpc>
                <a:spcPct val="100000"/>
              </a:lnSpc>
              <a:spcBef>
                <a:spcPts val="150"/>
              </a:spcBef>
            </a:pPr>
            <a:r>
              <a:rPr dirty="0" sz="1050" b="1">
                <a:solidFill>
                  <a:srgbClr val="111111"/>
                </a:solidFill>
                <a:latin typeface="Times New Roman"/>
                <a:cs typeface="Times New Roman"/>
              </a:rPr>
              <a:t>Institution:</a:t>
            </a:r>
            <a:r>
              <a:rPr dirty="0" sz="1050" spc="11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Florida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Polytechnic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University</a:t>
            </a:r>
            <a:endParaRPr sz="1050">
              <a:latin typeface="Times New Roman"/>
              <a:cs typeface="Times New Roman"/>
            </a:endParaRPr>
          </a:p>
          <a:p>
            <a:pPr marL="45720">
              <a:lnSpc>
                <a:spcPct val="100000"/>
              </a:lnSpc>
              <a:spcBef>
                <a:spcPts val="225"/>
              </a:spcBef>
            </a:pPr>
            <a:r>
              <a:rPr dirty="0" sz="1050" b="1">
                <a:solidFill>
                  <a:srgbClr val="111111"/>
                </a:solidFill>
                <a:latin typeface="Times New Roman"/>
                <a:cs typeface="Times New Roman"/>
              </a:rPr>
              <a:t>Date:</a:t>
            </a:r>
            <a:r>
              <a:rPr dirty="0" sz="1050" spc="5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October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2025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11179" y="3098189"/>
            <a:ext cx="5347970" cy="2191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 b="1">
                <a:solidFill>
                  <a:srgbClr val="111111"/>
                </a:solidFill>
                <a:latin typeface="Times New Roman"/>
                <a:cs typeface="Times New Roman"/>
              </a:rPr>
              <a:t>Abstract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35560">
              <a:lnSpc>
                <a:spcPct val="113900"/>
              </a:lnSpc>
              <a:spcBef>
                <a:spcPts val="5"/>
              </a:spcBef>
            </a:pP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3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Neural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Micellar</a:t>
            </a:r>
            <a:r>
              <a:rPr dirty="0" sz="1050" spc="2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Network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theoretical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framework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designed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unify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student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communication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across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digital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platforms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through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an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architectur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inspired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050" spc="-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biological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mycelia</a:t>
            </a:r>
            <a:r>
              <a:rPr dirty="0" sz="10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neural</a:t>
            </a:r>
            <a:r>
              <a:rPr dirty="0" sz="10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networks.</a:t>
            </a:r>
            <a:r>
              <a:rPr dirty="0" sz="10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concept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envisions</a:t>
            </a:r>
            <a:r>
              <a:rPr dirty="0" sz="1050" spc="3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cooperativ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z="1050" spc="2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academi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z="10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262626"/>
                </a:solidFill>
                <a:latin typeface="Times New Roman"/>
                <a:cs typeface="Times New Roman"/>
              </a:rPr>
              <a:t>system</a:t>
            </a:r>
            <a:r>
              <a:rPr dirty="0" sz="1050" spc="28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which</a:t>
            </a:r>
            <a:r>
              <a:rPr dirty="0" sz="10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infonnation,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mentorship</a:t>
            </a:r>
            <a:r>
              <a:rPr dirty="0" sz="1050">
                <a:solidFill>
                  <a:srgbClr val="3D3D3D"/>
                </a:solidFill>
                <a:latin typeface="Times New Roman"/>
                <a:cs typeface="Times New Roman"/>
              </a:rPr>
              <a:t>,</a:t>
            </a:r>
            <a:r>
              <a:rPr dirty="0" sz="1050" spc="220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resources</a:t>
            </a:r>
            <a:r>
              <a:rPr dirty="0" sz="1050" spc="3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circulat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z="1050" spc="3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between</a:t>
            </a:r>
            <a:r>
              <a:rPr dirty="0" sz="10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participants</a:t>
            </a:r>
            <a:r>
              <a:rPr dirty="0" sz="1050" spc="3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signals</a:t>
            </a:r>
            <a:r>
              <a:rPr dirty="0" sz="1050" spc="2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2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living</a:t>
            </a:r>
            <a:r>
              <a:rPr dirty="0" sz="1050" spc="3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network.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This proposal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introduces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-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conceptua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mode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b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developed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 and</a:t>
            </a:r>
            <a:r>
              <a:rPr dirty="0" sz="1050" spc="-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tested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45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future</a:t>
            </a:r>
            <a:r>
              <a:rPr dirty="0" sz="1050" spc="-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studies.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4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proposed</a:t>
            </a:r>
            <a:r>
              <a:rPr dirty="0" sz="1050" spc="48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integration</a:t>
            </a:r>
            <a:r>
              <a:rPr dirty="0" sz="1050" spc="5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3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WhatsApp</a:t>
            </a:r>
            <a:r>
              <a:rPr dirty="0" sz="1050" spc="4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Communities,</a:t>
            </a:r>
            <a:r>
              <a:rPr dirty="0" sz="1050" spc="5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Discord</a:t>
            </a:r>
            <a:r>
              <a:rPr dirty="0" sz="1050" spc="3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servers,</a:t>
            </a:r>
            <a:r>
              <a:rPr dirty="0" sz="1050" spc="5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3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Google</a:t>
            </a:r>
            <a:r>
              <a:rPr dirty="0" sz="1050" spc="4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Drive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repositories</a:t>
            </a:r>
            <a:r>
              <a:rPr dirty="0" sz="1050" spc="5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creates</a:t>
            </a:r>
            <a:r>
              <a:rPr dirty="0" sz="1050" spc="4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43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continuous,</a:t>
            </a:r>
            <a:r>
              <a:rPr dirty="0" sz="1050" spc="45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decentralized</a:t>
            </a:r>
            <a:r>
              <a:rPr dirty="0" sz="1050" spc="5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learning</a:t>
            </a:r>
            <a:r>
              <a:rPr dirty="0" sz="1050" spc="5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structure.</a:t>
            </a:r>
            <a:r>
              <a:rPr dirty="0" sz="1050" spc="5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4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work</a:t>
            </a:r>
            <a:r>
              <a:rPr dirty="0" sz="1050" spc="5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emphasizes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accessibility,</a:t>
            </a:r>
            <a:r>
              <a:rPr dirty="0" sz="1050" spc="3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ethics,</a:t>
            </a:r>
            <a:r>
              <a:rPr dirty="0" sz="1050" spc="3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sustainability</a:t>
            </a:r>
            <a:r>
              <a:rPr dirty="0" sz="1050" spc="3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3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academi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z="1050" spc="3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collaboration,</a:t>
            </a:r>
            <a:r>
              <a:rPr dirty="0" sz="1050" spc="3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serving</a:t>
            </a:r>
            <a:r>
              <a:rPr dirty="0" sz="1050" spc="3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3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theoretical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foundation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later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empirical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validation.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10779" y="5745468"/>
            <a:ext cx="5351780" cy="21882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 sz="1250" spc="-10" b="1">
                <a:solidFill>
                  <a:srgbClr val="111111"/>
                </a:solidFill>
                <a:latin typeface="Times New Roman"/>
                <a:cs typeface="Times New Roman"/>
              </a:rPr>
              <a:t>Introduction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36830">
              <a:lnSpc>
                <a:spcPct val="113900"/>
              </a:lnSpc>
              <a:spcBef>
                <a:spcPts val="5"/>
              </a:spcBef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modem</a:t>
            </a:r>
            <a:r>
              <a:rPr dirty="0" sz="1050" spc="3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universities,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students</a:t>
            </a:r>
            <a:r>
              <a:rPr dirty="0" sz="1050" spc="22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often</a:t>
            </a:r>
            <a:r>
              <a:rPr dirty="0" sz="1050" spc="2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communicate</a:t>
            </a:r>
            <a:r>
              <a:rPr dirty="0" sz="1050" spc="43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through</a:t>
            </a:r>
            <a:r>
              <a:rPr dirty="0" sz="1050" spc="3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fragmented</a:t>
            </a:r>
            <a:r>
              <a:rPr dirty="0" sz="1050" spc="3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systems</a:t>
            </a:r>
            <a:r>
              <a:rPr dirty="0" sz="1050" spc="3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3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limit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cooperation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access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shared</a:t>
            </a:r>
            <a:r>
              <a:rPr dirty="0" sz="10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materials.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While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technology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provides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abundance of tools</a:t>
            </a:r>
            <a:r>
              <a:rPr dirty="0" sz="1050">
                <a:solidFill>
                  <a:srgbClr val="3D3D3D"/>
                </a:solidFill>
                <a:latin typeface="Times New Roman"/>
                <a:cs typeface="Times New Roman"/>
              </a:rPr>
              <a:t>,</a:t>
            </a:r>
            <a:r>
              <a:rPr dirty="0" sz="1050" spc="-65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few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are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integrated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into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cohesive</a:t>
            </a:r>
            <a:r>
              <a:rPr dirty="0" sz="1050" spc="3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learning</a:t>
            </a:r>
            <a:r>
              <a:rPr dirty="0" sz="10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environments.</a:t>
            </a:r>
            <a:r>
              <a:rPr dirty="0" sz="1050" spc="3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3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Neural</a:t>
            </a:r>
            <a:r>
              <a:rPr dirty="0" sz="10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Micellar</a:t>
            </a:r>
            <a:r>
              <a:rPr dirty="0" sz="10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45">
                <a:solidFill>
                  <a:srgbClr val="111111"/>
                </a:solidFill>
                <a:latin typeface="Times New Roman"/>
                <a:cs typeface="Times New Roman"/>
              </a:rPr>
              <a:t>Networl&lt;: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seeks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solve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problem</a:t>
            </a:r>
            <a:r>
              <a:rPr dirty="0" sz="1050" spc="2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conceptualizing</a:t>
            </a:r>
            <a:r>
              <a:rPr dirty="0" sz="10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hub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modeled</a:t>
            </a:r>
            <a:r>
              <a:rPr dirty="0" sz="1050" spc="2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after the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self-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organizing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logic</a:t>
            </a:r>
            <a:r>
              <a:rPr dirty="0" sz="1050" spc="3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3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biological</a:t>
            </a:r>
            <a:r>
              <a:rPr dirty="0" sz="1050" spc="4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systems.</a:t>
            </a:r>
            <a:r>
              <a:rPr dirty="0" sz="1050" spc="3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nature,</a:t>
            </a:r>
            <a:r>
              <a:rPr dirty="0" sz="1050" spc="2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mycelial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networks</a:t>
            </a:r>
            <a:r>
              <a:rPr dirty="0" sz="1050" spc="2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connect</a:t>
            </a:r>
            <a:r>
              <a:rPr dirty="0" sz="1050" spc="3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trees</a:t>
            </a:r>
            <a:r>
              <a:rPr dirty="0" sz="1050" spc="2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2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plants</a:t>
            </a:r>
            <a:r>
              <a:rPr dirty="0" sz="1050" spc="3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through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underground</a:t>
            </a:r>
            <a:r>
              <a:rPr dirty="0" sz="1050" spc="3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filaments,</a:t>
            </a:r>
            <a:r>
              <a:rPr dirty="0" sz="1050" spc="3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transmitting</a:t>
            </a:r>
            <a:r>
              <a:rPr dirty="0" sz="10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nutrients</a:t>
            </a:r>
            <a:r>
              <a:rPr dirty="0" sz="1050" spc="3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2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information</a:t>
            </a:r>
            <a:r>
              <a:rPr dirty="0" sz="1050" spc="3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sustain</a:t>
            </a:r>
            <a:r>
              <a:rPr dirty="0" sz="1050" spc="3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entire</a:t>
            </a:r>
            <a:r>
              <a:rPr dirty="0" sz="1050" spc="22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ecosystems.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Similarly,</a:t>
            </a:r>
            <a:r>
              <a:rPr dirty="0" sz="1050" spc="4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neural</a:t>
            </a:r>
            <a:r>
              <a:rPr dirty="0" sz="10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networks</a:t>
            </a:r>
            <a:r>
              <a:rPr dirty="0" sz="10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transmit</a:t>
            </a:r>
            <a:r>
              <a:rPr dirty="0" sz="1050" spc="3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22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process</a:t>
            </a:r>
            <a:r>
              <a:rPr dirty="0" sz="10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signals</a:t>
            </a:r>
            <a:r>
              <a:rPr dirty="0" sz="1050" spc="22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across</a:t>
            </a:r>
            <a:r>
              <a:rPr dirty="0" sz="10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distributed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nodes.</a:t>
            </a:r>
            <a:r>
              <a:rPr dirty="0" sz="10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Lilycellium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applies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these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principles</a:t>
            </a:r>
            <a:r>
              <a:rPr dirty="0" sz="10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education,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transforming</a:t>
            </a:r>
            <a:r>
              <a:rPr dirty="0" sz="10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digital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tools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into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interconnected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pathways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for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learning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resource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exchange.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11179" y="1330406"/>
            <a:ext cx="5359400" cy="36423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3335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111111"/>
                </a:solidFill>
                <a:latin typeface="Times New Roman"/>
                <a:cs typeface="Times New Roman"/>
              </a:rPr>
              <a:t>Problem</a:t>
            </a:r>
            <a:r>
              <a:rPr dirty="0" sz="1200" spc="22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00" spc="-10" b="1">
                <a:solidFill>
                  <a:srgbClr val="111111"/>
                </a:solidFill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34290">
              <a:lnSpc>
                <a:spcPct val="113900"/>
              </a:lnSpc>
              <a:spcBef>
                <a:spcPts val="5"/>
              </a:spcBef>
            </a:pP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Students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encounter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isolation</a:t>
            </a:r>
            <a:r>
              <a:rPr dirty="0" sz="10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even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within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connected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environments.</a:t>
            </a:r>
            <a:r>
              <a:rPr dirty="0" sz="10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Class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materials</a:t>
            </a:r>
            <a:r>
              <a:rPr dirty="0" sz="1050">
                <a:solidFill>
                  <a:srgbClr val="444444"/>
                </a:solidFill>
                <a:latin typeface="Times New Roman"/>
                <a:cs typeface="Times New Roman"/>
              </a:rPr>
              <a:t>,</a:t>
            </a:r>
            <a:r>
              <a:rPr dirty="0" sz="1050" spc="100">
                <a:solidFill>
                  <a:srgbClr val="444444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discussions,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43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3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notes</a:t>
            </a:r>
            <a:r>
              <a:rPr dirty="0" sz="1050" spc="4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ar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z="1050" spc="3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spread</a:t>
            </a:r>
            <a:r>
              <a:rPr dirty="0" sz="1050" spc="4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across</a:t>
            </a:r>
            <a:r>
              <a:rPr dirty="0" sz="1050" spc="4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disconnected</a:t>
            </a:r>
            <a:r>
              <a:rPr dirty="0" sz="1050" spc="4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chats</a:t>
            </a:r>
            <a:r>
              <a:rPr dirty="0" sz="1050" spc="40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3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cloud</a:t>
            </a:r>
            <a:r>
              <a:rPr dirty="0" sz="1050" spc="4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folders,</a:t>
            </a:r>
            <a:r>
              <a:rPr dirty="0" sz="1050" spc="3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resulting</a:t>
            </a:r>
            <a:r>
              <a:rPr dirty="0" sz="1050" spc="4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in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disorganization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-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duplication.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Institutions try</a:t>
            </a:r>
            <a:r>
              <a:rPr dirty="0" sz="105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offer</a:t>
            </a:r>
            <a:r>
              <a:rPr dirty="0" sz="1050" spc="-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all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possible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assistance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they</a:t>
            </a:r>
            <a:r>
              <a:rPr dirty="0" sz="1050" spc="-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050" spc="-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dynamic onlin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portals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but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ultimately,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they</a:t>
            </a:r>
            <a:r>
              <a:rPr dirty="0" sz="1050" spc="-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fall</a:t>
            </a:r>
            <a:r>
              <a:rPr dirty="0" sz="1050" spc="-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short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due</a:t>
            </a:r>
            <a:r>
              <a:rPr dirty="0" sz="1050" spc="-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being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unabl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reflec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-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spontaneous,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organic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way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students</a:t>
            </a:r>
            <a:r>
              <a:rPr dirty="0" sz="1050" spc="-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interact;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hope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fill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gap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active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support</a:t>
            </a:r>
            <a:r>
              <a:rPr dirty="0" sz="10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requesting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officia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integration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campu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</a:t>
            </a:r>
            <a:r>
              <a:rPr dirty="0" sz="10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onlin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portal,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even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offering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an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open-sourc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z="10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version</a:t>
            </a:r>
            <a:r>
              <a:rPr dirty="0" sz="10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b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implemented</a:t>
            </a:r>
            <a:r>
              <a:rPr dirty="0" sz="1050" spc="3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regulated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directly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campus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staff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 evaluated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regularly</a:t>
            </a:r>
            <a:r>
              <a:rPr dirty="0" sz="10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their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cybersecurity</a:t>
            </a:r>
            <a:r>
              <a:rPr dirty="0" sz="10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team.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There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need</a:t>
            </a:r>
            <a:r>
              <a:rPr dirty="0" sz="10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theoretica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framework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unify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communication</a:t>
            </a:r>
            <a:r>
              <a:rPr dirty="0" sz="1050" spc="3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whil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preserving</a:t>
            </a:r>
            <a:r>
              <a:rPr dirty="0" sz="1050" spc="2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flexibility</a:t>
            </a:r>
            <a:r>
              <a:rPr dirty="0" sz="10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student</a:t>
            </a:r>
            <a:r>
              <a:rPr dirty="0" sz="10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ownership.</a:t>
            </a:r>
            <a:r>
              <a:rPr dirty="0" sz="1050" spc="3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48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proposes</a:t>
            </a:r>
            <a:r>
              <a:rPr dirty="0" sz="1050" spc="2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model</a:t>
            </a:r>
            <a:r>
              <a:rPr dirty="0" sz="1050" spc="3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where</a:t>
            </a:r>
            <a:r>
              <a:rPr dirty="0" sz="1050" spc="2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academi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z="1050" spc="3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collaboration</a:t>
            </a:r>
            <a:r>
              <a:rPr dirty="0" sz="1050" spc="4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becomes</a:t>
            </a:r>
            <a:r>
              <a:rPr dirty="0" sz="1050" spc="2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an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emergent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behavior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ofnetworked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interaction,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much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like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information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transmission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030303"/>
                </a:solidFill>
                <a:latin typeface="Times New Roman"/>
                <a:cs typeface="Times New Roman"/>
              </a:rPr>
              <a:t>living</a:t>
            </a:r>
            <a:r>
              <a:rPr dirty="0" sz="1050" spc="85">
                <a:solidFill>
                  <a:srgbClr val="030303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systems.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main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concern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at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moment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enforcing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academi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integrity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guidelines</a:t>
            </a:r>
            <a:r>
              <a:rPr dirty="0" sz="10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it's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our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best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interest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-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provide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-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safe</a:t>
            </a:r>
            <a:r>
              <a:rPr dirty="0" sz="1050" spc="-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spac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hold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all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knowledge</a:t>
            </a:r>
            <a:r>
              <a:rPr dirty="0" sz="1050" spc="-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under</a:t>
            </a:r>
            <a:r>
              <a:rPr dirty="0" sz="1050" spc="-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legal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hones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conditions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but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many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try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abuse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syste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scope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out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our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control</a:t>
            </a:r>
            <a:r>
              <a:rPr dirty="0" sz="10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pre-stablish</a:t>
            </a:r>
            <a:r>
              <a:rPr dirty="0" sz="1050" spc="2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connections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through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the</a:t>
            </a:r>
            <a:r>
              <a:rPr dirty="0" sz="1050" spc="-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system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eventually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lead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undesired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outcomes.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hope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uphold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-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highest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possible</a:t>
            </a:r>
            <a:r>
              <a:rPr dirty="0" sz="10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standards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trus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</a:t>
            </a:r>
            <a:r>
              <a:rPr dirty="0" sz="10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student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body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while</a:t>
            </a:r>
            <a:r>
              <a:rPr dirty="0" sz="10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also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accepting</a:t>
            </a:r>
            <a:r>
              <a:rPr dirty="0" sz="1050" spc="22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ample</a:t>
            </a:r>
            <a:r>
              <a:rPr dirty="0" sz="10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regulation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</a:t>
            </a:r>
            <a:r>
              <a:rPr dirty="0" sz="10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the campu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faculty</a:t>
            </a:r>
            <a:r>
              <a:rPr dirty="0" sz="1050" spc="-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hoping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stablish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-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joint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effort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050" spc="-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professors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assist</a:t>
            </a:r>
            <a:r>
              <a:rPr dirty="0" sz="10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in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reaching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-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consensus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ultimately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provide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diverse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array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solution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help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students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45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any way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possible.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11179" y="5432410"/>
            <a:ext cx="5356225" cy="27311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05"/>
              </a:spcBef>
            </a:pPr>
            <a:r>
              <a:rPr dirty="0" sz="1200" spc="-10" b="1">
                <a:solidFill>
                  <a:srgbClr val="030303"/>
                </a:solidFill>
                <a:latin typeface="Times New Roman"/>
                <a:cs typeface="Times New Roman"/>
              </a:rPr>
              <a:t>Objectives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35560">
              <a:lnSpc>
                <a:spcPct val="114199"/>
              </a:lnSpc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main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objective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research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proposal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design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describe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scalable,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student-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driven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based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micellar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neural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principles.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framework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built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around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three existing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platforms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are</a:t>
            </a:r>
            <a:r>
              <a:rPr dirty="0" sz="10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widely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accessible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familiar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students;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however,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there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also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option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create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new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app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compiles</a:t>
            </a:r>
            <a:r>
              <a:rPr dirty="0" sz="1050" spc="3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whole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thing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into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ever-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evolving</a:t>
            </a:r>
            <a:r>
              <a:rPr dirty="0" sz="1050" spc="3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project</a:t>
            </a:r>
            <a:r>
              <a:rPr dirty="0" sz="1050" spc="2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and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offer</a:t>
            </a:r>
            <a:r>
              <a:rPr dirty="0" sz="1050" spc="-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diverse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functionality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only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include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services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tailored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specific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institution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based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their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needs.</a:t>
            </a:r>
            <a:r>
              <a:rPr dirty="0" sz="1050" spc="-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WhatsApp</a:t>
            </a:r>
            <a:r>
              <a:rPr dirty="0" sz="1050" spc="-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Communities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serve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rapid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communication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-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campus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coordination.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Discord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servers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provide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structured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spaces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subject-specific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study,</a:t>
            </a:r>
            <a:r>
              <a:rPr dirty="0" sz="1050" spc="-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peer instruction,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mentorship.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Google</a:t>
            </a:r>
            <a:r>
              <a:rPr dirty="0" sz="1050" spc="3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Drive</a:t>
            </a:r>
            <a:r>
              <a:rPr dirty="0" sz="1050" spc="2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3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operate</a:t>
            </a:r>
            <a:r>
              <a:rPr dirty="0" sz="1050" spc="2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2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primary</a:t>
            </a:r>
            <a:r>
              <a:rPr dirty="0" sz="1050" spc="43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archive</a:t>
            </a:r>
            <a:r>
              <a:rPr dirty="0" sz="1050" spc="3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0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resources,</a:t>
            </a:r>
            <a:r>
              <a:rPr dirty="0" sz="1050" spc="3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ensuring</a:t>
            </a:r>
            <a:r>
              <a:rPr dirty="0" sz="1050" spc="4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transparency</a:t>
            </a:r>
            <a:r>
              <a:rPr dirty="0" sz="1050" spc="3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and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continuity.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Artificial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intelligence</a:t>
            </a:r>
            <a:r>
              <a:rPr dirty="0" sz="1050" spc="2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could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30303"/>
                </a:solidFill>
                <a:latin typeface="Times New Roman"/>
                <a:cs typeface="Times New Roman"/>
              </a:rPr>
              <a:t>l</a:t>
            </a:r>
            <a:r>
              <a:rPr dirty="0" sz="1050">
                <a:solidFill>
                  <a:srgbClr val="2D2D2D"/>
                </a:solidFill>
                <a:latin typeface="Times New Roman"/>
                <a:cs typeface="Times New Roman"/>
              </a:rPr>
              <a:t>a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ter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introduced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assist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moderation,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scheduling,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learning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analytics.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universal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virtual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library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open-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source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scientific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journal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are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others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of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many</a:t>
            </a:r>
            <a:r>
              <a:rPr dirty="0" sz="10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projects</a:t>
            </a:r>
            <a:r>
              <a:rPr dirty="0" sz="10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may</a:t>
            </a:r>
            <a:r>
              <a:rPr dirty="0" sz="1050" spc="2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dirty="0" sz="10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implemented</a:t>
            </a:r>
            <a:r>
              <a:rPr dirty="0" sz="1050" spc="3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future.</a:t>
            </a:r>
            <a:r>
              <a:rPr dirty="0" sz="10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long-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term</a:t>
            </a:r>
            <a:r>
              <a:rPr dirty="0" sz="1050" spc="3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goal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create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an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adaptable,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open-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source</a:t>
            </a:r>
            <a:r>
              <a:rPr dirty="0" sz="10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infrastructure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any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university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implement.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11179" y="1640267"/>
            <a:ext cx="5348605" cy="2734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3335">
              <a:lnSpc>
                <a:spcPct val="100000"/>
              </a:lnSpc>
              <a:spcBef>
                <a:spcPts val="105"/>
              </a:spcBef>
            </a:pP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Proposed</a:t>
            </a:r>
            <a:r>
              <a:rPr dirty="0" sz="1250" spc="6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111111"/>
                </a:solidFill>
                <a:latin typeface="Times New Roman"/>
                <a:cs typeface="Times New Roman"/>
              </a:rPr>
              <a:t>Methodology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3335" marR="5080" indent="34925">
              <a:lnSpc>
                <a:spcPct val="113900"/>
              </a:lnSpc>
              <a:spcBef>
                <a:spcPts val="5"/>
              </a:spcBef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3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3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theoretical</a:t>
            </a:r>
            <a:r>
              <a:rPr dirty="0" sz="1050" spc="4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concept,</a:t>
            </a:r>
            <a:r>
              <a:rPr dirty="0" sz="1050" spc="4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050" spc="3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proposal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defines</a:t>
            </a:r>
            <a:r>
              <a:rPr dirty="0" sz="1050" spc="3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principles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4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4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later</a:t>
            </a:r>
            <a:r>
              <a:rPr dirty="0" sz="1050" spc="3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guide</a:t>
            </a:r>
            <a:r>
              <a:rPr dirty="0" sz="1050" spc="3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empirical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implementation.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3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model</a:t>
            </a:r>
            <a:r>
              <a:rPr dirty="0" sz="10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assumes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productivity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(0)</a:t>
            </a:r>
            <a:r>
              <a:rPr dirty="0" sz="1050" spc="3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depends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the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level</a:t>
            </a:r>
            <a:r>
              <a:rPr dirty="0" sz="1050" spc="2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cooperation</a:t>
            </a:r>
            <a:r>
              <a:rPr dirty="0" sz="1050" spc="2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(C)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2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interaction</a:t>
            </a:r>
            <a:r>
              <a:rPr dirty="0" sz="10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(I)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within</a:t>
            </a:r>
            <a:r>
              <a:rPr dirty="0" sz="1050" spc="2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network.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22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relationship</a:t>
            </a:r>
            <a:r>
              <a:rPr dirty="0" sz="1050" spc="3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expressed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mathematically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 marR="1905">
              <a:lnSpc>
                <a:spcPct val="100000"/>
              </a:lnSpc>
            </a:pP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0</a:t>
            </a:r>
            <a:r>
              <a:rPr dirty="0" sz="1500" spc="31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75">
                <a:solidFill>
                  <a:srgbClr val="111111"/>
                </a:solidFill>
                <a:latin typeface="Times New Roman"/>
                <a:cs typeface="Times New Roman"/>
              </a:rPr>
              <a:t>=</a:t>
            </a:r>
            <a:r>
              <a:rPr dirty="0" sz="150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500" b="1">
                <a:solidFill>
                  <a:srgbClr val="111111"/>
                </a:solidFill>
                <a:latin typeface="Arial"/>
                <a:cs typeface="Arial"/>
              </a:rPr>
              <a:t>k(C</a:t>
            </a:r>
            <a:r>
              <a:rPr dirty="0" sz="1500" spc="150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800" spc="80">
                <a:solidFill>
                  <a:srgbClr val="111111"/>
                </a:solidFill>
                <a:latin typeface="Times New Roman"/>
                <a:cs typeface="Times New Roman"/>
              </a:rPr>
              <a:t>X</a:t>
            </a:r>
            <a:r>
              <a:rPr dirty="0" sz="800" spc="3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111111"/>
                </a:solidFill>
                <a:latin typeface="Times New Roman"/>
                <a:cs typeface="Times New Roman"/>
              </a:rPr>
              <a:t>I)n</a:t>
            </a:r>
            <a:endParaRPr sz="1500">
              <a:latin typeface="Times New Roman"/>
              <a:cs typeface="Times New Roman"/>
            </a:endParaRPr>
          </a:p>
          <a:p>
            <a:pPr algn="just" marL="12700" marR="7620" indent="2540">
              <a:lnSpc>
                <a:spcPct val="113399"/>
              </a:lnSpc>
              <a:spcBef>
                <a:spcPts val="1225"/>
              </a:spcBef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Where</a:t>
            </a:r>
            <a:r>
              <a:rPr dirty="0" sz="1050" spc="-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</a:t>
            </a:r>
            <a:r>
              <a:rPr dirty="0" sz="105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represents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output</a:t>
            </a:r>
            <a:r>
              <a:rPr dirty="0" sz="1050" spc="-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efficiency,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density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collaboration,</a:t>
            </a:r>
            <a:r>
              <a:rPr dirty="0" sz="105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-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frequency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interaction,</a:t>
            </a:r>
            <a:r>
              <a:rPr dirty="0" sz="10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k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proportionality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constant,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</a:t>
            </a:r>
            <a:r>
              <a:rPr dirty="0" sz="10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indicates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how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strongly</a:t>
            </a:r>
            <a:r>
              <a:rPr dirty="0" sz="1050" spc="2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participation</a:t>
            </a:r>
            <a:r>
              <a:rPr dirty="0" sz="10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scales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05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collaboration.</a:t>
            </a:r>
            <a:r>
              <a:rPr dirty="0" sz="1050" spc="-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model predicts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when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both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cooperation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-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interaction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increase,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overall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productivity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grow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exponentially.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Future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studies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test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05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equation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through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pilot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programs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linking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multiple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campuses,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measuring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participation,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retention,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shared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knowledge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growth.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11179" y="4831071"/>
            <a:ext cx="5353050" cy="377697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3970">
              <a:lnSpc>
                <a:spcPct val="100000"/>
              </a:lnSpc>
              <a:spcBef>
                <a:spcPts val="105"/>
              </a:spcBef>
            </a:pP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Expected</a:t>
            </a:r>
            <a:r>
              <a:rPr dirty="0" sz="1250" spc="5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111111"/>
                </a:solidFill>
                <a:latin typeface="Times New Roman"/>
                <a:cs typeface="Times New Roman"/>
              </a:rPr>
              <a:t>Outcomes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35560">
              <a:lnSpc>
                <a:spcPct val="113900"/>
              </a:lnSpc>
              <a:spcBef>
                <a:spcPts val="5"/>
              </a:spcBef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proposal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anticipates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implementation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lead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greater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accessibility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study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materials,</a:t>
            </a:r>
            <a:r>
              <a:rPr dirty="0" sz="10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improved</a:t>
            </a:r>
            <a:r>
              <a:rPr dirty="0" sz="1050" spc="2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peer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collaboration,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stronger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collective</a:t>
            </a:r>
            <a:r>
              <a:rPr dirty="0" sz="10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problem-solving</a:t>
            </a:r>
            <a:r>
              <a:rPr dirty="0" sz="1050" spc="2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among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students.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3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theoretical</a:t>
            </a:r>
            <a:r>
              <a:rPr dirty="0" sz="1050" spc="3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blueprint</a:t>
            </a:r>
            <a:r>
              <a:rPr dirty="0" sz="1050" spc="3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3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dirty="0" sz="10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established</a:t>
            </a:r>
            <a:r>
              <a:rPr dirty="0" sz="1050" spc="4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050" spc="2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decentralized</a:t>
            </a:r>
            <a:r>
              <a:rPr dirty="0" sz="1050" spc="4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learning</a:t>
            </a:r>
            <a:r>
              <a:rPr dirty="0" sz="1050" spc="3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environments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capable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self-organization.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system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expected</a:t>
            </a:r>
            <a:r>
              <a:rPr dirty="0" sz="10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reduce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redundancy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resource</a:t>
            </a:r>
            <a:r>
              <a:rPr dirty="0" sz="10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creation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promote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long-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term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sustainability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through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continuous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collaboration.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project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will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also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produce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documentation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outlining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structure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standards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necessary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replication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across institutions.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 algn="just" marL="13970">
              <a:lnSpc>
                <a:spcPct val="100000"/>
              </a:lnSpc>
            </a:pP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Ethical</a:t>
            </a:r>
            <a:r>
              <a:rPr dirty="0" sz="1250" spc="10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250" spc="10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Educational</a:t>
            </a:r>
            <a:r>
              <a:rPr dirty="0" sz="1250" spc="13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111111"/>
                </a:solidFill>
                <a:latin typeface="Times New Roman"/>
                <a:cs typeface="Times New Roman"/>
              </a:rPr>
              <a:t>Significance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9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8255" indent="35560">
              <a:lnSpc>
                <a:spcPct val="113900"/>
              </a:lnSpc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ethical</a:t>
            </a:r>
            <a:r>
              <a:rPr dirty="0" sz="10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foundation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43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emphasizes</a:t>
            </a:r>
            <a:r>
              <a:rPr dirty="0" sz="1050" spc="3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privacy,</a:t>
            </a:r>
            <a:r>
              <a:rPr dirty="0" sz="1050" spc="2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consent,</a:t>
            </a:r>
            <a:r>
              <a:rPr dirty="0" sz="10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fairness.</a:t>
            </a:r>
            <a:r>
              <a:rPr dirty="0" sz="1050" spc="2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project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aligns</a:t>
            </a:r>
            <a:r>
              <a:rPr dirty="0" sz="1050" spc="4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050" spc="2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FERPA</a:t>
            </a:r>
            <a:r>
              <a:rPr dirty="0" sz="1050" spc="3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3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GDPR</a:t>
            </a:r>
            <a:r>
              <a:rPr dirty="0" sz="1050" spc="2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standards</a:t>
            </a:r>
            <a:r>
              <a:rPr dirty="0" sz="10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4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promotes</a:t>
            </a:r>
            <a:r>
              <a:rPr dirty="0" sz="1050" spc="3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transparency</a:t>
            </a:r>
            <a:r>
              <a:rPr dirty="0" sz="1050" spc="48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3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data</a:t>
            </a:r>
            <a:r>
              <a:rPr dirty="0" sz="1050" spc="2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management.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Educationally,</a:t>
            </a:r>
            <a:r>
              <a:rPr dirty="0" sz="10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it</a:t>
            </a:r>
            <a:r>
              <a:rPr dirty="0" sz="1050" spc="3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aims</a:t>
            </a:r>
            <a:r>
              <a:rPr dirty="0" sz="1050" spc="4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replace</a:t>
            </a:r>
            <a:r>
              <a:rPr dirty="0" sz="1050" spc="4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competition</a:t>
            </a:r>
            <a:r>
              <a:rPr dirty="0" sz="1050" spc="3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050" spc="3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cooperation</a:t>
            </a:r>
            <a:r>
              <a:rPr dirty="0" sz="1050" spc="4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050" spc="2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redefining</a:t>
            </a:r>
            <a:r>
              <a:rPr dirty="0" sz="1050" spc="3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learning</a:t>
            </a:r>
            <a:r>
              <a:rPr dirty="0" sz="1050" spc="4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22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50">
                <a:solidFill>
                  <a:srgbClr val="111111"/>
                </a:solidFill>
                <a:latin typeface="Times New Roman"/>
                <a:cs typeface="Times New Roman"/>
              </a:rPr>
              <a:t>a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community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process.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modeling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itself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systems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mutual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support,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framework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encourages</a:t>
            </a:r>
            <a:r>
              <a:rPr dirty="0" sz="1050" spc="2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students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engage</a:t>
            </a:r>
            <a:r>
              <a:rPr dirty="0" sz="10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both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learners</a:t>
            </a:r>
            <a:r>
              <a:rPr dirty="0" sz="10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contributors.</a:t>
            </a:r>
            <a:r>
              <a:rPr dirty="0" sz="1050" spc="2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result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equitable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and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inclusive</a:t>
            </a:r>
            <a:r>
              <a:rPr dirty="0" sz="10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approach</a:t>
            </a:r>
            <a:r>
              <a:rPr dirty="0" sz="10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higher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education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integrates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technological</a:t>
            </a:r>
            <a:r>
              <a:rPr dirty="0" sz="10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innovation</a:t>
            </a:r>
            <a:r>
              <a:rPr dirty="0" sz="10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humanistic values.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09446" y="1963184"/>
            <a:ext cx="5350510" cy="18268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0" b="1">
                <a:solidFill>
                  <a:srgbClr val="111111"/>
                </a:solidFill>
                <a:latin typeface="Times New Roman"/>
                <a:cs typeface="Times New Roman"/>
              </a:rPr>
              <a:t>Conclusion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3970" marR="5080" indent="32384">
              <a:lnSpc>
                <a:spcPct val="114900"/>
              </a:lnSpc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4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Neural</a:t>
            </a:r>
            <a:r>
              <a:rPr dirty="0" sz="10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Micellar</a:t>
            </a:r>
            <a:r>
              <a:rPr dirty="0" sz="1050" spc="2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Hub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presents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12121"/>
                </a:solidFill>
                <a:latin typeface="Times New Roman"/>
                <a:cs typeface="Times New Roman"/>
              </a:rPr>
              <a:t>a</a:t>
            </a:r>
            <a:r>
              <a:rPr dirty="0" sz="1050" spc="19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new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way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12121"/>
                </a:solidFill>
                <a:latin typeface="Times New Roman"/>
                <a:cs typeface="Times New Roman"/>
              </a:rPr>
              <a:t>of</a:t>
            </a:r>
            <a:r>
              <a:rPr dirty="0" sz="1050" spc="21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understanding </a:t>
            </a:r>
            <a:r>
              <a:rPr dirty="0" sz="1050">
                <a:solidFill>
                  <a:srgbClr val="21212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19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collaboration</a:t>
            </a:r>
            <a:r>
              <a:rPr dirty="0" sz="1050" spc="2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12121"/>
                </a:solidFill>
                <a:latin typeface="Times New Roman"/>
                <a:cs typeface="Times New Roman"/>
              </a:rPr>
              <a:t>emergent,</a:t>
            </a:r>
            <a:r>
              <a:rPr dirty="0" sz="1050" spc="1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distributed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system.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Though</a:t>
            </a:r>
            <a:r>
              <a:rPr dirty="0" sz="10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12121"/>
                </a:solidFill>
                <a:latin typeface="Times New Roman"/>
                <a:cs typeface="Times New Roman"/>
              </a:rPr>
              <a:t>still</a:t>
            </a:r>
            <a:r>
              <a:rPr dirty="0" sz="1050" spc="12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its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theoretical</a:t>
            </a:r>
            <a:r>
              <a:rPr dirty="0" sz="10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phase,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proposal</a:t>
            </a:r>
            <a:r>
              <a:rPr dirty="0" sz="10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lays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out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groundwork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future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empirical</a:t>
            </a:r>
            <a:r>
              <a:rPr dirty="0" sz="1050" spc="3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testing.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It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envisions</a:t>
            </a:r>
            <a:r>
              <a:rPr dirty="0" sz="10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12121"/>
                </a:solidFill>
                <a:latin typeface="Times New Roman"/>
                <a:cs typeface="Times New Roman"/>
              </a:rPr>
              <a:t>an</a:t>
            </a:r>
            <a:r>
              <a:rPr dirty="0" sz="1050" spc="12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ecosystem</a:t>
            </a:r>
            <a:r>
              <a:rPr dirty="0" sz="10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of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students</a:t>
            </a:r>
            <a:r>
              <a:rPr dirty="0" sz="1050" spc="-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connected</a:t>
            </a:r>
            <a:r>
              <a:rPr dirty="0" sz="1050" spc="2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through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shared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digital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pathways,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continuous</a:t>
            </a:r>
            <a:r>
              <a:rPr dirty="0" sz="10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learning,</a:t>
            </a:r>
            <a:r>
              <a:rPr dirty="0" sz="10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12121"/>
                </a:solidFill>
                <a:latin typeface="Times New Roman"/>
                <a:cs typeface="Times New Roman"/>
              </a:rPr>
              <a:t>and</a:t>
            </a:r>
            <a:r>
              <a:rPr dirty="0" sz="1050" spc="11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adapting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together.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3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12121"/>
                </a:solidFill>
                <a:latin typeface="Times New Roman"/>
                <a:cs typeface="Times New Roman"/>
              </a:rPr>
              <a:t>framework's</a:t>
            </a:r>
            <a:r>
              <a:rPr dirty="0" sz="1050" spc="38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interdisciplinary</a:t>
            </a:r>
            <a:r>
              <a:rPr dirty="0" sz="1050" spc="3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nature</a:t>
            </a:r>
            <a:r>
              <a:rPr dirty="0" sz="1050" spc="4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bridging:</a:t>
            </a:r>
            <a:r>
              <a:rPr dirty="0" sz="1050" spc="40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biology,</a:t>
            </a:r>
            <a:r>
              <a:rPr dirty="0" sz="1050" spc="40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physics,</a:t>
            </a:r>
            <a:r>
              <a:rPr dirty="0" sz="1050" spc="4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computer</a:t>
            </a:r>
            <a:r>
              <a:rPr dirty="0" sz="1050" spc="3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science,</a:t>
            </a:r>
            <a:r>
              <a:rPr dirty="0" sz="1050" spc="3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212121"/>
                </a:solidFill>
                <a:latin typeface="Times New Roman"/>
                <a:cs typeface="Times New Roman"/>
              </a:rPr>
              <a:t>and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education;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positions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it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12121"/>
                </a:solidFill>
                <a:latin typeface="Times New Roman"/>
                <a:cs typeface="Times New Roman"/>
              </a:rPr>
              <a:t>a</a:t>
            </a:r>
            <a:r>
              <a:rPr dirty="0" sz="1050" spc="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foundation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future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innovation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learning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networks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educational infrastructure.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13312" y="4243852"/>
            <a:ext cx="5320030" cy="2925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50" spc="-10" b="1">
                <a:solidFill>
                  <a:srgbClr val="111111"/>
                </a:solidFill>
                <a:latin typeface="Times New Roman"/>
                <a:cs typeface="Times New Roman"/>
              </a:rPr>
              <a:t>References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50">
              <a:latin typeface="Times New Roman"/>
              <a:cs typeface="Times New Roman"/>
            </a:endParaRPr>
          </a:p>
          <a:p>
            <a:pPr marL="419100" marR="5080" indent="-207010">
              <a:lnSpc>
                <a:spcPct val="105900"/>
              </a:lnSpc>
              <a:buClr>
                <a:srgbClr val="010101"/>
              </a:buClr>
              <a:buChar char="•"/>
              <a:tabLst>
                <a:tab pos="420370" algn="l"/>
              </a:tabLst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Capra,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12121"/>
                </a:solidFill>
                <a:latin typeface="Times New Roman"/>
                <a:cs typeface="Times New Roman"/>
              </a:rPr>
              <a:t>F.,</a:t>
            </a:r>
            <a:r>
              <a:rPr dirty="0" sz="1050" spc="-1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&amp;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Luisi,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P.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L.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(2014).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-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Systems</a:t>
            </a:r>
            <a:r>
              <a:rPr dirty="0" sz="1050" spc="12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View</a:t>
            </a:r>
            <a:r>
              <a:rPr dirty="0" sz="1050" spc="3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-2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Life:</a:t>
            </a:r>
            <a:r>
              <a:rPr dirty="0" sz="1050" spc="7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2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Unifying</a:t>
            </a:r>
            <a:r>
              <a:rPr dirty="0" sz="1050" spc="16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Vision.</a:t>
            </a:r>
            <a:r>
              <a:rPr dirty="0" sz="1050" spc="16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Cambridge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University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Press.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Clr>
                <a:srgbClr val="010101"/>
              </a:buClr>
              <a:buFont typeface="Times New Roman"/>
              <a:buChar char="•"/>
            </a:pPr>
            <a:endParaRPr sz="1050">
              <a:latin typeface="Times New Roman"/>
              <a:cs typeface="Times New Roman"/>
            </a:endParaRPr>
          </a:p>
          <a:p>
            <a:pPr marL="457200" indent="-241935">
              <a:lnSpc>
                <a:spcPct val="100000"/>
              </a:lnSpc>
              <a:buClr>
                <a:srgbClr val="010101"/>
              </a:buClr>
              <a:buChar char="•"/>
              <a:tabLst>
                <a:tab pos="457200" algn="l"/>
              </a:tabLst>
            </a:pP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Friston,</a:t>
            </a:r>
            <a:r>
              <a:rPr dirty="0" sz="1050" spc="-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00" b="1">
                <a:solidFill>
                  <a:srgbClr val="111111"/>
                </a:solidFill>
                <a:latin typeface="Arial"/>
                <a:cs typeface="Arial"/>
              </a:rPr>
              <a:t>K.</a:t>
            </a:r>
            <a:r>
              <a:rPr dirty="0" sz="1000" spc="125" b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050" spc="-70" b="1">
                <a:solidFill>
                  <a:srgbClr val="111111"/>
                </a:solidFill>
                <a:latin typeface="Times New Roman"/>
                <a:cs typeface="Times New Roman"/>
              </a:rPr>
              <a:t>J.</a:t>
            </a:r>
            <a:r>
              <a:rPr dirty="0" sz="1050" spc="4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(2019).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free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12121"/>
                </a:solidFill>
                <a:latin typeface="Times New Roman"/>
                <a:cs typeface="Times New Roman"/>
              </a:rPr>
              <a:t>energy</a:t>
            </a:r>
            <a:r>
              <a:rPr dirty="0" sz="1050" spc="6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principle</a:t>
            </a:r>
            <a:r>
              <a:rPr dirty="0" sz="10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particular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physics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 sentient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212121"/>
                </a:solidFill>
                <a:latin typeface="Times New Roman"/>
                <a:cs typeface="Times New Roman"/>
              </a:rPr>
              <a:t>systems.</a:t>
            </a:r>
            <a:endParaRPr sz="1050">
              <a:latin typeface="Times New Roman"/>
              <a:cs typeface="Times New Roman"/>
            </a:endParaRPr>
          </a:p>
          <a:p>
            <a:pPr marL="428625">
              <a:lnSpc>
                <a:spcPct val="100000"/>
              </a:lnSpc>
              <a:spcBef>
                <a:spcPts val="150"/>
              </a:spcBef>
            </a:pPr>
            <a:r>
              <a:rPr dirty="0" sz="1050" i="1">
                <a:solidFill>
                  <a:srgbClr val="212121"/>
                </a:solidFill>
                <a:latin typeface="Times New Roman"/>
                <a:cs typeface="Times New Roman"/>
              </a:rPr>
              <a:t>Nature</a:t>
            </a:r>
            <a:r>
              <a:rPr dirty="0" sz="1050" spc="35" i="1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Reviews</a:t>
            </a:r>
            <a:r>
              <a:rPr dirty="0" sz="1050" spc="10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212121"/>
                </a:solidFill>
                <a:latin typeface="Times New Roman"/>
                <a:cs typeface="Times New Roman"/>
              </a:rPr>
              <a:t>Neuroscience,</a:t>
            </a:r>
            <a:r>
              <a:rPr dirty="0" sz="1050" spc="125" i="1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20(2),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89-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107.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1050">
              <a:latin typeface="Times New Roman"/>
              <a:cs typeface="Times New Roman"/>
            </a:endParaRPr>
          </a:p>
          <a:p>
            <a:pPr marL="419100" marR="11430" indent="-203835">
              <a:lnSpc>
                <a:spcPct val="105900"/>
              </a:lnSpc>
              <a:buClr>
                <a:srgbClr val="010101"/>
              </a:buClr>
              <a:buChar char="•"/>
              <a:tabLst>
                <a:tab pos="421005" algn="l"/>
              </a:tabLst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Sheldrake,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M. (2020).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Entangled</a:t>
            </a:r>
            <a:r>
              <a:rPr dirty="0" sz="1050" spc="17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Life:</a:t>
            </a:r>
            <a:r>
              <a:rPr dirty="0" sz="1050" spc="7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How</a:t>
            </a:r>
            <a:r>
              <a:rPr dirty="0" sz="1050" spc="2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212121"/>
                </a:solidFill>
                <a:latin typeface="Times New Roman"/>
                <a:cs typeface="Times New Roman"/>
              </a:rPr>
              <a:t>Fungi</a:t>
            </a:r>
            <a:r>
              <a:rPr dirty="0" sz="1050" spc="-40" i="1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Make</a:t>
            </a:r>
            <a:r>
              <a:rPr dirty="0" sz="1050" spc="5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Our</a:t>
            </a:r>
            <a:r>
              <a:rPr dirty="0" sz="1050" spc="1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Worlds,</a:t>
            </a:r>
            <a:r>
              <a:rPr dirty="0" sz="1050" spc="13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Change</a:t>
            </a:r>
            <a:r>
              <a:rPr dirty="0" sz="1050" spc="2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Our</a:t>
            </a:r>
            <a:r>
              <a:rPr dirty="0" sz="1050" spc="-4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 i="1">
                <a:solidFill>
                  <a:srgbClr val="111111"/>
                </a:solidFill>
                <a:latin typeface="Times New Roman"/>
                <a:cs typeface="Times New Roman"/>
              </a:rPr>
              <a:t>Minds</a:t>
            </a:r>
            <a:r>
              <a:rPr dirty="0" sz="1050" spc="-1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 i="1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&amp;</a:t>
            </a:r>
            <a:r>
              <a:rPr dirty="0" sz="1050" spc="-1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212121"/>
                </a:solidFill>
                <a:latin typeface="Times New Roman"/>
                <a:cs typeface="Times New Roman"/>
              </a:rPr>
              <a:t>Shape</a:t>
            </a:r>
            <a:r>
              <a:rPr dirty="0" sz="1050" spc="120" i="1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Our</a:t>
            </a:r>
            <a:r>
              <a:rPr dirty="0" sz="1050" spc="2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212121"/>
                </a:solidFill>
                <a:latin typeface="Times New Roman"/>
                <a:cs typeface="Times New Roman"/>
              </a:rPr>
              <a:t>Futures.</a:t>
            </a:r>
            <a:r>
              <a:rPr dirty="0" sz="1050" spc="105" i="1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Random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House.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  <a:buClr>
                <a:srgbClr val="010101"/>
              </a:buClr>
              <a:buFont typeface="Times New Roman"/>
              <a:buChar char="•"/>
            </a:pPr>
            <a:endParaRPr sz="1050">
              <a:latin typeface="Times New Roman"/>
              <a:cs typeface="Times New Roman"/>
            </a:endParaRPr>
          </a:p>
          <a:p>
            <a:pPr marL="419100" marR="196215" indent="-207010">
              <a:lnSpc>
                <a:spcPct val="105900"/>
              </a:lnSpc>
              <a:buClr>
                <a:srgbClr val="010101"/>
              </a:buClr>
              <a:buChar char="•"/>
              <a:tabLst>
                <a:tab pos="419100" algn="l"/>
              </a:tabLst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Siemens,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G.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(2005).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Connectivism:</a:t>
            </a:r>
            <a:r>
              <a:rPr dirty="0" sz="10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10101"/>
                </a:solidFill>
                <a:latin typeface="Times New Roman"/>
                <a:cs typeface="Times New Roman"/>
              </a:rPr>
              <a:t>learning</a:t>
            </a:r>
            <a:r>
              <a:rPr dirty="0" sz="1050" spc="9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theory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 digital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age.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 i="1">
                <a:solidFill>
                  <a:srgbClr val="111111"/>
                </a:solidFill>
                <a:latin typeface="Times New Roman"/>
                <a:cs typeface="Times New Roman"/>
              </a:rPr>
              <a:t>International</a:t>
            </a:r>
            <a:r>
              <a:rPr dirty="0" sz="1050" spc="-1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Journal</a:t>
            </a:r>
            <a:r>
              <a:rPr dirty="0" sz="1050" spc="8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 i="1">
                <a:solidFill>
                  <a:srgbClr val="111111"/>
                </a:solidFill>
                <a:latin typeface="Times New Roman"/>
                <a:cs typeface="Times New Roman"/>
              </a:rPr>
              <a:t>Instructional</a:t>
            </a:r>
            <a:r>
              <a:rPr dirty="0" sz="1050" spc="26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Technology</a:t>
            </a:r>
            <a:r>
              <a:rPr dirty="0" sz="1050" spc="10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6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Distance</a:t>
            </a:r>
            <a:r>
              <a:rPr dirty="0" sz="1050" spc="7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Learning,</a:t>
            </a:r>
            <a:r>
              <a:rPr dirty="0" sz="1050" spc="3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2(1),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3-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10.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0"/>
              </a:spcBef>
              <a:buClr>
                <a:srgbClr val="010101"/>
              </a:buClr>
              <a:buFont typeface="Times New Roman"/>
              <a:buChar char="•"/>
            </a:pPr>
            <a:endParaRPr sz="1050">
              <a:latin typeface="Times New Roman"/>
              <a:cs typeface="Times New Roman"/>
            </a:endParaRPr>
          </a:p>
          <a:p>
            <a:pPr marL="425450" indent="-210185">
              <a:lnSpc>
                <a:spcPct val="100000"/>
              </a:lnSpc>
              <a:buClr>
                <a:srgbClr val="010101"/>
              </a:buClr>
              <a:buChar char="•"/>
              <a:tabLst>
                <a:tab pos="425450" algn="l"/>
              </a:tabLst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Wenger,</a:t>
            </a:r>
            <a:r>
              <a:rPr dirty="0" sz="10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12121"/>
                </a:solidFill>
                <a:latin typeface="Times New Roman"/>
                <a:cs typeface="Times New Roman"/>
              </a:rPr>
              <a:t>E.</a:t>
            </a:r>
            <a:r>
              <a:rPr dirty="0" sz="1050" spc="-5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(1998).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Communities</a:t>
            </a:r>
            <a:r>
              <a:rPr dirty="0" sz="1050" spc="13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-5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Practice:</a:t>
            </a:r>
            <a:r>
              <a:rPr dirty="0" sz="1050" spc="14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Learning, Meaning,</a:t>
            </a:r>
            <a:r>
              <a:rPr dirty="0" sz="1050" spc="13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i="1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4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 i="1">
                <a:solidFill>
                  <a:srgbClr val="111111"/>
                </a:solidFill>
                <a:latin typeface="Times New Roman"/>
                <a:cs typeface="Times New Roman"/>
              </a:rPr>
              <a:t>Identity.</a:t>
            </a:r>
            <a:endParaRPr sz="1050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150"/>
              </a:spcBef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Cambridge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University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Press.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11179" y="1323745"/>
            <a:ext cx="5359400" cy="58267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Annex</a:t>
            </a:r>
            <a:r>
              <a:rPr dirty="0" sz="1250" spc="15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A:</a:t>
            </a:r>
            <a:r>
              <a:rPr dirty="0" sz="1250" spc="1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Commitment</a:t>
            </a:r>
            <a:r>
              <a:rPr dirty="0" sz="1250" spc="15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250" spc="4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250" spc="10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Integrity</a:t>
            </a:r>
            <a:r>
              <a:rPr dirty="0" sz="1250" spc="15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250" spc="9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b="1">
                <a:solidFill>
                  <a:srgbClr val="111111"/>
                </a:solidFill>
                <a:latin typeface="Times New Roman"/>
                <a:cs typeface="Times New Roman"/>
              </a:rPr>
              <a:t>Ethical</a:t>
            </a:r>
            <a:r>
              <a:rPr dirty="0" sz="1250" spc="6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50" spc="-10" b="1">
                <a:solidFill>
                  <a:srgbClr val="111111"/>
                </a:solidFill>
                <a:latin typeface="Times New Roman"/>
                <a:cs typeface="Times New Roman"/>
              </a:rPr>
              <a:t>Safeguards</a:t>
            </a:r>
            <a:endParaRPr sz="1250">
              <a:latin typeface="Times New Roman"/>
              <a:cs typeface="Times New Roman"/>
            </a:endParaRPr>
          </a:p>
          <a:p>
            <a:pPr algn="just" marL="13335" marR="15240" indent="1905">
              <a:lnSpc>
                <a:spcPct val="114900"/>
              </a:lnSpc>
              <a:spcBef>
                <a:spcPts val="1055"/>
              </a:spcBef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acknowledge</a:t>
            </a:r>
            <a:r>
              <a:rPr dirty="0" sz="10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essential</a:t>
            </a:r>
            <a:r>
              <a:rPr dirty="0" sz="1050" spc="3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importance</a:t>
            </a:r>
            <a:r>
              <a:rPr dirty="0" sz="1050" spc="3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maintaining</a:t>
            </a:r>
            <a:r>
              <a:rPr dirty="0" sz="1050" spc="3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3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integrity</a:t>
            </a:r>
            <a:r>
              <a:rPr dirty="0" sz="10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2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creation,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implementation,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potential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institutional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use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2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Neural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Micellar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Network.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 The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purpose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framework</a:t>
            </a:r>
            <a:r>
              <a:rPr dirty="0" sz="10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not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bypass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formal</a:t>
            </a:r>
            <a:r>
              <a:rPr dirty="0" sz="10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evaluation</a:t>
            </a:r>
            <a:r>
              <a:rPr dirty="0" sz="1050" spc="2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systems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undermine</a:t>
            </a:r>
            <a:r>
              <a:rPr dirty="0" sz="10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academic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standards,</a:t>
            </a:r>
            <a:r>
              <a:rPr dirty="0" sz="1050" spc="-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but</a:t>
            </a:r>
            <a:r>
              <a:rPr dirty="0" sz="105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enhance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legitimate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collaboration,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mentorship,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peer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learning.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system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must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therefore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deployed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transparent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oversight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clear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ethical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guidelines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prevent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misuse.</a:t>
            </a:r>
            <a:endParaRPr sz="1050">
              <a:latin typeface="Times New Roman"/>
              <a:cs typeface="Times New Roman"/>
            </a:endParaRPr>
          </a:p>
          <a:p>
            <a:pPr algn="just" marL="13335" marR="5080" indent="-635">
              <a:lnSpc>
                <a:spcPct val="113900"/>
              </a:lnSpc>
              <a:spcBef>
                <a:spcPts val="1060"/>
              </a:spcBef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central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concern</a:t>
            </a:r>
            <a:r>
              <a:rPr dirty="0" sz="10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any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shared</a:t>
            </a:r>
            <a:r>
              <a:rPr dirty="0" sz="10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potential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students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use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communal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spaces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dishonest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purposes,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such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sharing</a:t>
            </a:r>
            <a:r>
              <a:rPr dirty="0" sz="10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restricted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materials,</a:t>
            </a:r>
            <a:r>
              <a:rPr dirty="0" sz="10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plagiarizing</a:t>
            </a:r>
            <a:r>
              <a:rPr dirty="0" sz="10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assignments,</a:t>
            </a:r>
            <a:r>
              <a:rPr dirty="0" sz="1050" spc="2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or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misrepresenting</a:t>
            </a:r>
            <a:r>
              <a:rPr dirty="0" sz="10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collaborative</a:t>
            </a:r>
            <a:r>
              <a:rPr dirty="0" sz="1050" spc="3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work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individual</a:t>
            </a:r>
            <a:r>
              <a:rPr dirty="0" sz="10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effort.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address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this,</a:t>
            </a:r>
            <a:r>
              <a:rPr dirty="0" sz="10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2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model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includes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built-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safeguards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such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moderation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roles,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transparency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logs,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traceable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document­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sharing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protocols.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Every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shared</a:t>
            </a:r>
            <a:r>
              <a:rPr dirty="0" sz="10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file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discussion</a:t>
            </a:r>
            <a:r>
              <a:rPr dirty="0" sz="10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should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visible</a:t>
            </a:r>
            <a:r>
              <a:rPr dirty="0" sz="10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assigned</a:t>
            </a:r>
            <a:r>
              <a:rPr dirty="0" sz="1050" spc="2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moderators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or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instructors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within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network,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ensuring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integrity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processes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05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preserved.</a:t>
            </a:r>
            <a:endParaRPr sz="1050">
              <a:latin typeface="Times New Roman"/>
              <a:cs typeface="Times New Roman"/>
            </a:endParaRPr>
          </a:p>
          <a:p>
            <a:pPr algn="just" marL="12700" marR="11430" indent="635">
              <a:lnSpc>
                <a:spcPct val="114300"/>
              </a:lnSpc>
              <a:spcBef>
                <a:spcPts val="1050"/>
              </a:spcBef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author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also</a:t>
            </a:r>
            <a:r>
              <a:rPr dirty="0" sz="1050" spc="2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recommends</a:t>
            </a:r>
            <a:r>
              <a:rPr dirty="0" sz="10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universities</a:t>
            </a:r>
            <a:r>
              <a:rPr dirty="0" sz="1050" spc="3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adopting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3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framework</a:t>
            </a:r>
            <a:r>
              <a:rPr dirty="0" sz="1050" spc="3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implement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partial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campus-regulated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applications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during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early</a:t>
            </a:r>
            <a:r>
              <a:rPr dirty="0" sz="10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stages</a:t>
            </a:r>
            <a:r>
              <a:rPr dirty="0" sz="10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deployment.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these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pilot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phases,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certain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channels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repositories</a:t>
            </a:r>
            <a:r>
              <a:rPr dirty="0" sz="1050" spc="2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monitored</a:t>
            </a:r>
            <a:r>
              <a:rPr dirty="0" sz="10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faculty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members,</a:t>
            </a:r>
            <a:r>
              <a:rPr dirty="0" sz="10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tutors,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leaders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trained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ethics.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limited</a:t>
            </a:r>
            <a:r>
              <a:rPr dirty="0" sz="10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introduction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allow</a:t>
            </a:r>
            <a:r>
              <a:rPr dirty="0" sz="10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administrators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assess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how</a:t>
            </a:r>
            <a:r>
              <a:rPr dirty="0" sz="10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the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system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operates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real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contexts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make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adjustments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its</a:t>
            </a:r>
            <a:r>
              <a:rPr dirty="0" sz="10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governance</a:t>
            </a:r>
            <a:r>
              <a:rPr dirty="0" sz="10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before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broader release.</a:t>
            </a:r>
            <a:endParaRPr sz="1050">
              <a:latin typeface="Times New Roman"/>
              <a:cs typeface="Times New Roman"/>
            </a:endParaRPr>
          </a:p>
          <a:p>
            <a:pPr algn="just" marL="12700" marR="13970" indent="1905">
              <a:lnSpc>
                <a:spcPct val="113399"/>
              </a:lnSpc>
              <a:spcBef>
                <a:spcPts val="1115"/>
              </a:spcBef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Furthennore,</a:t>
            </a:r>
            <a:r>
              <a:rPr dirty="0" sz="1050" spc="22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participation</a:t>
            </a:r>
            <a:r>
              <a:rPr dirty="0" sz="1050" spc="2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agreements</a:t>
            </a:r>
            <a:r>
              <a:rPr dirty="0" sz="10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integrated</a:t>
            </a:r>
            <a:r>
              <a:rPr dirty="0" sz="10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into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platform,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requiring</a:t>
            </a:r>
            <a:r>
              <a:rPr dirty="0" sz="1050" spc="2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students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to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acknowledge</a:t>
            </a:r>
            <a:r>
              <a:rPr dirty="0" sz="1050" spc="22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2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uphold</a:t>
            </a:r>
            <a:r>
              <a:rPr dirty="0" sz="1050" spc="2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institutional</a:t>
            </a:r>
            <a:r>
              <a:rPr dirty="0" sz="1050" spc="2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codes</a:t>
            </a:r>
            <a:r>
              <a:rPr dirty="0" sz="10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2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conduct</a:t>
            </a:r>
            <a:r>
              <a:rPr dirty="0" sz="1050" spc="3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before</a:t>
            </a:r>
            <a:r>
              <a:rPr dirty="0" sz="10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joining</a:t>
            </a:r>
            <a:r>
              <a:rPr dirty="0" sz="1050" spc="2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</a:t>
            </a:r>
            <a:r>
              <a:rPr dirty="0" sz="1050" spc="2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communities.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Educational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workshops</a:t>
            </a:r>
            <a:r>
              <a:rPr dirty="0" sz="1050" spc="2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orientation</a:t>
            </a:r>
            <a:r>
              <a:rPr dirty="0" sz="10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sessions</a:t>
            </a:r>
            <a:r>
              <a:rPr dirty="0" sz="1050" spc="3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0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also</a:t>
            </a:r>
            <a:r>
              <a:rPr dirty="0" sz="1050" spc="2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accompany</a:t>
            </a:r>
            <a:r>
              <a:rPr dirty="0" sz="1050" spc="3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implementation,</a:t>
            </a:r>
            <a:r>
              <a:rPr dirty="0" sz="10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teaching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students</a:t>
            </a:r>
            <a:r>
              <a:rPr dirty="0" sz="1050" spc="-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how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use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2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responsibly.</a:t>
            </a:r>
            <a:r>
              <a:rPr dirty="0" sz="10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These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measures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will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foster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culture</a:t>
            </a:r>
            <a:r>
              <a:rPr dirty="0" sz="10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respect</a:t>
            </a:r>
            <a:r>
              <a:rPr dirty="0" sz="10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and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accountability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while</a:t>
            </a:r>
            <a:r>
              <a:rPr dirty="0" sz="10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maintaining</a:t>
            </a:r>
            <a:r>
              <a:rPr dirty="0" sz="1050" spc="2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collaborative</a:t>
            </a:r>
            <a:r>
              <a:rPr dirty="0" sz="10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spirit</a:t>
            </a:r>
            <a:r>
              <a:rPr dirty="0" sz="10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model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seeks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inspire.</a:t>
            </a:r>
            <a:endParaRPr sz="1050">
              <a:latin typeface="Times New Roman"/>
              <a:cs typeface="Times New Roman"/>
            </a:endParaRPr>
          </a:p>
          <a:p>
            <a:pPr algn="just" marL="12700" marR="23495" indent="1905">
              <a:lnSpc>
                <a:spcPct val="114399"/>
              </a:lnSpc>
              <a:spcBef>
                <a:spcPts val="1050"/>
              </a:spcBef>
            </a:pP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adopting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these</a:t>
            </a:r>
            <a:r>
              <a:rPr dirty="0" sz="10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safeguards,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Lilycellium</a:t>
            </a:r>
            <a:r>
              <a:rPr dirty="0" sz="1050" spc="4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Neural</a:t>
            </a:r>
            <a:r>
              <a:rPr dirty="0" sz="10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Micellar</a:t>
            </a:r>
            <a:r>
              <a:rPr dirty="0" sz="1050" spc="2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</a:t>
            </a:r>
            <a:r>
              <a:rPr dirty="0" sz="10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serve</a:t>
            </a:r>
            <a:r>
              <a:rPr dirty="0" sz="10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0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positive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academic</a:t>
            </a:r>
            <a:r>
              <a:rPr dirty="0" sz="10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tool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aligns</a:t>
            </a:r>
            <a:r>
              <a:rPr dirty="0" sz="10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innovation</a:t>
            </a:r>
            <a:r>
              <a:rPr dirty="0" sz="10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0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responsibility.</a:t>
            </a:r>
            <a:r>
              <a:rPr dirty="0" sz="10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It</a:t>
            </a:r>
            <a:r>
              <a:rPr dirty="0" sz="10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recognizes</a:t>
            </a:r>
            <a:r>
              <a:rPr dirty="0" sz="10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ethical</a:t>
            </a:r>
            <a:r>
              <a:rPr dirty="0" sz="10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complexities</a:t>
            </a:r>
            <a:r>
              <a:rPr dirty="0" sz="10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11111"/>
                </a:solidFill>
                <a:latin typeface="Times New Roman"/>
                <a:cs typeface="Times New Roman"/>
              </a:rPr>
              <a:t>of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digital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learning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offers</a:t>
            </a:r>
            <a:r>
              <a:rPr dirty="0" sz="1050" spc="-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practical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methods</a:t>
            </a:r>
            <a:r>
              <a:rPr dirty="0" sz="1050" spc="-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balance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freed</a:t>
            </a:r>
            <a:r>
              <a:rPr dirty="0" sz="1050" spc="-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om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regulation.</a:t>
            </a:r>
            <a:r>
              <a:rPr dirty="0" sz="10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commitment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integrity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ensures</a:t>
            </a:r>
            <a:r>
              <a:rPr dirty="0" sz="10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-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network</a:t>
            </a:r>
            <a:r>
              <a:rPr dirty="0" sz="10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strengthens,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rather</a:t>
            </a:r>
            <a:r>
              <a:rPr dirty="0" sz="10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than</a:t>
            </a:r>
            <a:r>
              <a:rPr dirty="0" sz="10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compromises,</a:t>
            </a:r>
            <a:r>
              <a:rPr dirty="0" sz="10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0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values</a:t>
            </a:r>
            <a:r>
              <a:rPr dirty="0" sz="10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050" spc="-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academic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honesty</a:t>
            </a:r>
            <a:r>
              <a:rPr dirty="0" sz="10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0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trust</a:t>
            </a:r>
            <a:r>
              <a:rPr dirty="0" sz="10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0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sustain</a:t>
            </a:r>
            <a:r>
              <a:rPr dirty="0" sz="10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11111"/>
                </a:solidFill>
                <a:latin typeface="Times New Roman"/>
                <a:cs typeface="Times New Roman"/>
              </a:rPr>
              <a:t>higher </a:t>
            </a:r>
            <a:r>
              <a:rPr dirty="0" sz="1050" spc="-10">
                <a:solidFill>
                  <a:srgbClr val="111111"/>
                </a:solidFill>
                <a:latin typeface="Times New Roman"/>
                <a:cs typeface="Times New Roman"/>
              </a:rPr>
              <a:t>education.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931638" y="1609799"/>
            <a:ext cx="5922010" cy="18230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70707"/>
                </a:solidFill>
                <a:latin typeface="Times New Roman"/>
                <a:cs typeface="Times New Roman"/>
              </a:rPr>
              <a:t>An</a:t>
            </a:r>
            <a:r>
              <a:rPr dirty="0" sz="2000" spc="13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70707"/>
                </a:solidFill>
                <a:latin typeface="Times New Roman"/>
                <a:cs typeface="Times New Roman"/>
              </a:rPr>
              <a:t>Offline,</a:t>
            </a:r>
            <a:r>
              <a:rPr dirty="0" sz="2000" spc="15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70707"/>
                </a:solidFill>
                <a:latin typeface="Times New Roman"/>
                <a:cs typeface="Times New Roman"/>
              </a:rPr>
              <a:t>Portable</a:t>
            </a:r>
            <a:r>
              <a:rPr dirty="0" sz="2000" spc="16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70707"/>
                </a:solidFill>
                <a:latin typeface="Times New Roman"/>
                <a:cs typeface="Times New Roman"/>
              </a:rPr>
              <a:t>AI</a:t>
            </a:r>
            <a:r>
              <a:rPr dirty="0" sz="2000" spc="3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70707"/>
                </a:solidFill>
                <a:latin typeface="Times New Roman"/>
                <a:cs typeface="Times New Roman"/>
              </a:rPr>
              <a:t>Programming</a:t>
            </a:r>
            <a:r>
              <a:rPr dirty="0" sz="2000" spc="33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70707"/>
                </a:solidFill>
                <a:latin typeface="Times New Roman"/>
                <a:cs typeface="Times New Roman"/>
              </a:rPr>
              <a:t>Assistant</a:t>
            </a:r>
            <a:r>
              <a:rPr dirty="0" sz="2000" spc="19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70707"/>
                </a:solidFill>
                <a:latin typeface="Times New Roman"/>
                <a:cs typeface="Times New Roman"/>
              </a:rPr>
              <a:t>in</a:t>
            </a:r>
            <a:r>
              <a:rPr dirty="0" sz="2000" spc="50">
                <a:solidFill>
                  <a:srgbClr val="070707"/>
                </a:solidFill>
                <a:latin typeface="Times New Roman"/>
                <a:cs typeface="Times New Roman"/>
              </a:rPr>
              <a:t> C</a:t>
            </a:r>
            <a:r>
              <a:rPr dirty="0" sz="2000" spc="2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070707"/>
                </a:solidFill>
                <a:latin typeface="Times New Roman"/>
                <a:cs typeface="Times New Roman"/>
              </a:rPr>
              <a:t>for</a:t>
            </a:r>
            <a:endParaRPr sz="2000">
              <a:latin typeface="Times New Roman"/>
              <a:cs typeface="Times New Roman"/>
            </a:endParaRPr>
          </a:p>
          <a:p>
            <a:pPr algn="ctr" marR="3810">
              <a:lnSpc>
                <a:spcPct val="100000"/>
              </a:lnSpc>
              <a:spcBef>
                <a:spcPts val="1735"/>
              </a:spcBef>
            </a:pPr>
            <a:r>
              <a:rPr dirty="0" sz="2000">
                <a:solidFill>
                  <a:srgbClr val="070707"/>
                </a:solidFill>
                <a:latin typeface="Times New Roman"/>
                <a:cs typeface="Times New Roman"/>
              </a:rPr>
              <a:t>Multi-Language</a:t>
            </a:r>
            <a:r>
              <a:rPr dirty="0" sz="2000" spc="4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70707"/>
                </a:solidFill>
                <a:latin typeface="Times New Roman"/>
                <a:cs typeface="Times New Roman"/>
              </a:rPr>
              <a:t>Code</a:t>
            </a:r>
            <a:r>
              <a:rPr dirty="0" sz="2000" spc="17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70707"/>
                </a:solidFill>
                <a:latin typeface="Times New Roman"/>
                <a:cs typeface="Times New Roman"/>
              </a:rPr>
              <a:t>Generation</a:t>
            </a:r>
            <a:r>
              <a:rPr dirty="0" sz="2000" spc="41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70707"/>
                </a:solidFill>
                <a:latin typeface="Times New Roman"/>
                <a:cs typeface="Times New Roman"/>
              </a:rPr>
              <a:t>on</a:t>
            </a:r>
            <a:r>
              <a:rPr dirty="0" sz="2000" spc="204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70707"/>
                </a:solidFill>
                <a:latin typeface="Times New Roman"/>
                <a:cs typeface="Times New Roman"/>
              </a:rPr>
              <a:t>Edge</a:t>
            </a:r>
            <a:r>
              <a:rPr dirty="0" sz="2000" spc="22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70707"/>
                </a:solidFill>
                <a:latin typeface="Times New Roman"/>
                <a:cs typeface="Times New Roman"/>
              </a:rPr>
              <a:t>Devices</a:t>
            </a:r>
            <a:endParaRPr sz="2000">
              <a:latin typeface="Times New Roman"/>
              <a:cs typeface="Times New Roman"/>
            </a:endParaRPr>
          </a:p>
          <a:p>
            <a:pPr algn="ctr" marL="1840230" marR="1847214" indent="-4445">
              <a:lnSpc>
                <a:spcPct val="177400"/>
              </a:lnSpc>
              <a:spcBef>
                <a:spcPts val="1655"/>
              </a:spcBef>
            </a:pPr>
            <a:r>
              <a:rPr dirty="0" sz="1400">
                <a:solidFill>
                  <a:srgbClr val="070707"/>
                </a:solidFill>
                <a:latin typeface="Times New Roman"/>
                <a:cs typeface="Times New Roman"/>
              </a:rPr>
              <a:t>Stalin</a:t>
            </a:r>
            <a:r>
              <a:rPr dirty="0" sz="1400" spc="6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70707"/>
                </a:solidFill>
                <a:latin typeface="Times New Roman"/>
                <a:cs typeface="Times New Roman"/>
              </a:rPr>
              <a:t>Isaias</a:t>
            </a:r>
            <a:r>
              <a:rPr dirty="0" sz="1400" spc="6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70707"/>
                </a:solidFill>
                <a:latin typeface="Times New Roman"/>
                <a:cs typeface="Times New Roman"/>
              </a:rPr>
              <a:t>Garcia</a:t>
            </a:r>
            <a:r>
              <a:rPr dirty="0" sz="1400" spc="6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70707"/>
                </a:solidFill>
                <a:latin typeface="Times New Roman"/>
                <a:cs typeface="Times New Roman"/>
              </a:rPr>
              <a:t>Mercedes </a:t>
            </a:r>
            <a:r>
              <a:rPr dirty="0" sz="1400">
                <a:solidFill>
                  <a:srgbClr val="070707"/>
                </a:solidFill>
                <a:latin typeface="Times New Roman"/>
                <a:cs typeface="Times New Roman"/>
              </a:rPr>
              <a:t>Florida</a:t>
            </a:r>
            <a:r>
              <a:rPr dirty="0" sz="1400" spc="7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070707"/>
                </a:solidFill>
                <a:latin typeface="Times New Roman"/>
                <a:cs typeface="Times New Roman"/>
              </a:rPr>
              <a:t>Polytechnic</a:t>
            </a:r>
            <a:r>
              <a:rPr dirty="0" sz="1400" spc="16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70707"/>
                </a:solidFill>
                <a:latin typeface="Times New Roman"/>
                <a:cs typeface="Times New Roman"/>
              </a:rPr>
              <a:t>University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73952" y="3851523"/>
            <a:ext cx="5236210" cy="4275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070707"/>
                </a:solidFill>
                <a:latin typeface="Times New Roman"/>
                <a:cs typeface="Times New Roman"/>
              </a:rPr>
              <a:t>Abstract</a:t>
            </a:r>
            <a:endParaRPr sz="1050">
              <a:latin typeface="Times New Roman"/>
              <a:cs typeface="Times New Roman"/>
            </a:endParaRPr>
          </a:p>
          <a:p>
            <a:pPr algn="just" marL="12700" marR="5080" indent="3175">
              <a:lnSpc>
                <a:spcPct val="178200"/>
              </a:lnSpc>
              <a:spcBef>
                <a:spcPts val="760"/>
              </a:spcBef>
            </a:pP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AI-powered</a:t>
            </a:r>
            <a:r>
              <a:rPr dirty="0" sz="1050" spc="33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code</a:t>
            </a:r>
            <a:r>
              <a:rPr dirty="0" sz="1050" spc="18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assistants</a:t>
            </a:r>
            <a:r>
              <a:rPr dirty="0" sz="1050" spc="26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have</a:t>
            </a:r>
            <a:r>
              <a:rPr dirty="0" sz="1050" spc="20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revolutionized</a:t>
            </a:r>
            <a:r>
              <a:rPr dirty="0" sz="1050" spc="16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62626"/>
                </a:solidFill>
                <a:latin typeface="Times New Roman"/>
                <a:cs typeface="Times New Roman"/>
              </a:rPr>
              <a:t>software</a:t>
            </a:r>
            <a:r>
              <a:rPr dirty="0" sz="1050" spc="18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development</a:t>
            </a:r>
            <a:r>
              <a:rPr dirty="0" sz="1050" spc="33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by</a:t>
            </a:r>
            <a:r>
              <a:rPr dirty="0" sz="1050" spc="20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interpreting</a:t>
            </a:r>
            <a:r>
              <a:rPr dirty="0" sz="1050" spc="26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070707"/>
                </a:solidFill>
                <a:latin typeface="Times New Roman"/>
                <a:cs typeface="Times New Roman"/>
              </a:rPr>
              <a:t>natu­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ral</a:t>
            </a:r>
            <a:r>
              <a:rPr dirty="0" sz="1050" spc="22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language</a:t>
            </a:r>
            <a:r>
              <a:rPr dirty="0" sz="1050" spc="28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requests</a:t>
            </a:r>
            <a:r>
              <a:rPr dirty="0" sz="1050" spc="21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and</a:t>
            </a:r>
            <a:r>
              <a:rPr dirty="0" sz="1050" spc="18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generating</a:t>
            </a:r>
            <a:r>
              <a:rPr dirty="0" sz="1050" spc="229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62626"/>
                </a:solidFill>
                <a:latin typeface="Times New Roman"/>
                <a:cs typeface="Times New Roman"/>
              </a:rPr>
              <a:t>source</a:t>
            </a:r>
            <a:r>
              <a:rPr dirty="0" sz="1050" spc="19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code.</a:t>
            </a:r>
            <a:r>
              <a:rPr dirty="0" sz="1050" spc="125">
                <a:solidFill>
                  <a:srgbClr val="161616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However,</a:t>
            </a:r>
            <a:r>
              <a:rPr dirty="0" sz="1050" spc="28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most</a:t>
            </a:r>
            <a:r>
              <a:rPr dirty="0" sz="1050" spc="17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62626"/>
                </a:solidFill>
                <a:latin typeface="Times New Roman"/>
                <a:cs typeface="Times New Roman"/>
              </a:rPr>
              <a:t>state-of-the-art</a:t>
            </a:r>
            <a:r>
              <a:rPr dirty="0" sz="1050" spc="18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61616"/>
                </a:solidFill>
                <a:latin typeface="Times New Roman"/>
                <a:cs typeface="Times New Roman"/>
              </a:rPr>
              <a:t>solutions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rely</a:t>
            </a:r>
            <a:r>
              <a:rPr dirty="0" sz="1050" spc="114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on</a:t>
            </a:r>
            <a:r>
              <a:rPr dirty="0" sz="1050" spc="4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large</a:t>
            </a:r>
            <a:r>
              <a:rPr dirty="0" sz="1050" spc="4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cloud-based</a:t>
            </a:r>
            <a:r>
              <a:rPr dirty="0" sz="1050" spc="254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models,</a:t>
            </a:r>
            <a:r>
              <a:rPr dirty="0" sz="1050" spc="7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limiting</a:t>
            </a:r>
            <a:r>
              <a:rPr dirty="0" sz="1050" spc="10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their</a:t>
            </a:r>
            <a:r>
              <a:rPr dirty="0" sz="1050" spc="6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use</a:t>
            </a:r>
            <a:r>
              <a:rPr dirty="0" sz="1050" spc="4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in</a:t>
            </a:r>
            <a:r>
              <a:rPr dirty="0" sz="1050" spc="12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offline</a:t>
            </a:r>
            <a:r>
              <a:rPr dirty="0" sz="1050" spc="9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or</a:t>
            </a:r>
            <a:r>
              <a:rPr dirty="0" sz="1050" spc="3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resource-constrained</a:t>
            </a:r>
            <a:r>
              <a:rPr dirty="0" sz="1050" spc="1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61616"/>
                </a:solidFill>
                <a:latin typeface="Times New Roman"/>
                <a:cs typeface="Times New Roman"/>
              </a:rPr>
              <a:t>environ­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ments:contentReference[oaicite:0]index=0.</a:t>
            </a:r>
            <a:r>
              <a:rPr dirty="0" sz="1050" spc="180">
                <a:solidFill>
                  <a:srgbClr val="161616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This</a:t>
            </a:r>
            <a:r>
              <a:rPr dirty="0" sz="1050" spc="29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paper</a:t>
            </a:r>
            <a:r>
              <a:rPr dirty="0" sz="1050" spc="27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presents</a:t>
            </a:r>
            <a:r>
              <a:rPr dirty="0" sz="1050" spc="30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an</a:t>
            </a:r>
            <a:r>
              <a:rPr dirty="0" sz="1050" spc="27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offline</a:t>
            </a:r>
            <a:r>
              <a:rPr dirty="0" sz="1050" spc="33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AI</a:t>
            </a:r>
            <a:r>
              <a:rPr dirty="0" sz="1050" spc="24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61616"/>
                </a:solidFill>
                <a:latin typeface="Times New Roman"/>
                <a:cs typeface="Times New Roman"/>
              </a:rPr>
              <a:t>programming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assistant</a:t>
            </a:r>
            <a:r>
              <a:rPr dirty="0" sz="1050" spc="12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implemented</a:t>
            </a:r>
            <a:r>
              <a:rPr dirty="0" sz="1050" spc="17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entirely</a:t>
            </a:r>
            <a:r>
              <a:rPr dirty="0" sz="1050" spc="17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161616"/>
                </a:solidFill>
                <a:latin typeface="Times New Roman"/>
                <a:cs typeface="Times New Roman"/>
              </a:rPr>
              <a:t>in</a:t>
            </a:r>
            <a:r>
              <a:rPr dirty="0" sz="1050" spc="65" b="1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C,</a:t>
            </a:r>
            <a:r>
              <a:rPr dirty="0" sz="1050" spc="7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capable</a:t>
            </a:r>
            <a:r>
              <a:rPr dirty="0" sz="1050" spc="12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of</a:t>
            </a:r>
            <a:r>
              <a:rPr dirty="0" sz="1050" spc="16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understanding</a:t>
            </a:r>
            <a:r>
              <a:rPr dirty="0" sz="1050" spc="24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natural</a:t>
            </a:r>
            <a:r>
              <a:rPr dirty="0" sz="1050" spc="13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language</a:t>
            </a:r>
            <a:r>
              <a:rPr dirty="0" sz="1050" spc="17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61616"/>
                </a:solidFill>
                <a:latin typeface="Times New Roman"/>
                <a:cs typeface="Times New Roman"/>
              </a:rPr>
              <a:t>programming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problems</a:t>
            </a:r>
            <a:r>
              <a:rPr dirty="0" sz="1050" spc="17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and</a:t>
            </a:r>
            <a:r>
              <a:rPr dirty="0" sz="1050" spc="19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generating</a:t>
            </a:r>
            <a:r>
              <a:rPr dirty="0" sz="1050" spc="22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62626"/>
                </a:solidFill>
                <a:latin typeface="Times New Roman"/>
                <a:cs typeface="Times New Roman"/>
              </a:rPr>
              <a:t>solutions</a:t>
            </a:r>
            <a:r>
              <a:rPr dirty="0" sz="1050" spc="229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050" b="1">
                <a:solidFill>
                  <a:srgbClr val="161616"/>
                </a:solidFill>
                <a:latin typeface="Times New Roman"/>
                <a:cs typeface="Times New Roman"/>
              </a:rPr>
              <a:t>in</a:t>
            </a:r>
            <a:r>
              <a:rPr dirty="0" sz="1050" spc="170" b="1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ten</a:t>
            </a:r>
            <a:r>
              <a:rPr dirty="0" sz="1050" spc="18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different</a:t>
            </a:r>
            <a:r>
              <a:rPr dirty="0" sz="1050" spc="229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programming</a:t>
            </a:r>
            <a:r>
              <a:rPr dirty="0" sz="1050" spc="24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languages</a:t>
            </a:r>
            <a:r>
              <a:rPr dirty="0" sz="1050">
                <a:solidFill>
                  <a:srgbClr val="4D4D4D"/>
                </a:solidFill>
                <a:latin typeface="Times New Roman"/>
                <a:cs typeface="Times New Roman"/>
              </a:rPr>
              <a:t>.</a:t>
            </a:r>
            <a:r>
              <a:rPr dirty="0" sz="1050" spc="335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The</a:t>
            </a:r>
            <a:r>
              <a:rPr dirty="0" sz="1050" spc="13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assistant</a:t>
            </a:r>
            <a:r>
              <a:rPr dirty="0" sz="1050" spc="16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61616"/>
                </a:solidFill>
                <a:latin typeface="Times New Roman"/>
                <a:cs typeface="Times New Roman"/>
              </a:rPr>
              <a:t>is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designed</a:t>
            </a:r>
            <a:r>
              <a:rPr dirty="0" sz="1050" spc="19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for</a:t>
            </a:r>
            <a:r>
              <a:rPr dirty="0" sz="1050" spc="13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portability</a:t>
            </a:r>
            <a:r>
              <a:rPr dirty="0" sz="1050" spc="229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and</a:t>
            </a:r>
            <a:r>
              <a:rPr dirty="0" sz="1050" spc="13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efficiency,</a:t>
            </a:r>
            <a:r>
              <a:rPr dirty="0" sz="1050" spc="229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targeting</a:t>
            </a:r>
            <a:r>
              <a:rPr dirty="0" sz="1050" spc="15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262626"/>
                </a:solidFill>
                <a:latin typeface="Times New Roman"/>
                <a:cs typeface="Times New Roman"/>
              </a:rPr>
              <a:t>edge</a:t>
            </a:r>
            <a:r>
              <a:rPr dirty="0" sz="1050" spc="13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devices</a:t>
            </a:r>
            <a:r>
              <a:rPr dirty="0" sz="1050" spc="16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such</a:t>
            </a:r>
            <a:r>
              <a:rPr dirty="0" sz="1050" spc="14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as</a:t>
            </a:r>
            <a:r>
              <a:rPr dirty="0" sz="1050" spc="13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the</a:t>
            </a:r>
            <a:r>
              <a:rPr dirty="0" sz="1050" spc="12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Raspberry</a:t>
            </a:r>
            <a:r>
              <a:rPr dirty="0" sz="1050" spc="24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Pi.</a:t>
            </a:r>
            <a:r>
              <a:rPr dirty="0" sz="1050" spc="32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61616"/>
                </a:solidFill>
                <a:latin typeface="Times New Roman"/>
                <a:cs typeface="Times New Roman"/>
              </a:rPr>
              <a:t>We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describe</a:t>
            </a:r>
            <a:r>
              <a:rPr dirty="0" sz="1050" spc="16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the</a:t>
            </a:r>
            <a:r>
              <a:rPr dirty="0" sz="1050" spc="9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system's</a:t>
            </a:r>
            <a:r>
              <a:rPr dirty="0" sz="1050" spc="14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 spc="45">
                <a:solidFill>
                  <a:srgbClr val="161616"/>
                </a:solidFill>
                <a:latin typeface="Times New Roman"/>
                <a:cs typeface="Times New Roman"/>
              </a:rPr>
              <a:t>architecture-</a:t>
            </a:r>
            <a:r>
              <a:rPr dirty="0" sz="1050" spc="50">
                <a:solidFill>
                  <a:srgbClr val="161616"/>
                </a:solidFill>
                <a:latin typeface="Times New Roman"/>
                <a:cs typeface="Times New Roman"/>
              </a:rPr>
              <a:t>including</a:t>
            </a:r>
            <a:r>
              <a:rPr dirty="0" sz="1050" spc="8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 spc="50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dirty="0" sz="1050" spc="9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lightweight</a:t>
            </a:r>
            <a:r>
              <a:rPr dirty="0" sz="1050" spc="24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natural</a:t>
            </a:r>
            <a:r>
              <a:rPr dirty="0" sz="1050" spc="13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language</a:t>
            </a:r>
            <a:r>
              <a:rPr dirty="0" sz="1050" spc="19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parser,</a:t>
            </a:r>
            <a:r>
              <a:rPr dirty="0" sz="1050" spc="13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an</a:t>
            </a:r>
            <a:r>
              <a:rPr dirty="0" sz="1050" spc="8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161616"/>
                </a:solidFill>
                <a:latin typeface="Times New Roman"/>
                <a:cs typeface="Times New Roman"/>
              </a:rPr>
              <a:t>inter­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mediate</a:t>
            </a:r>
            <a:r>
              <a:rPr dirty="0" sz="1050" spc="22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language</a:t>
            </a:r>
            <a:r>
              <a:rPr dirty="0" sz="1050" spc="31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representation,</a:t>
            </a:r>
            <a:r>
              <a:rPr dirty="0" sz="1050" spc="19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and</a:t>
            </a:r>
            <a:r>
              <a:rPr dirty="0" sz="1050" spc="254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multi-language</a:t>
            </a:r>
            <a:r>
              <a:rPr dirty="0" sz="1050" spc="17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code</a:t>
            </a:r>
            <a:r>
              <a:rPr dirty="0" sz="1050" spc="19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generation</a:t>
            </a:r>
            <a:r>
              <a:rPr dirty="0" sz="1050" spc="39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070707"/>
                </a:solidFill>
                <a:latin typeface="Times New Roman"/>
                <a:cs typeface="Times New Roman"/>
              </a:rPr>
              <a:t>modules-along</a:t>
            </a:r>
            <a:r>
              <a:rPr dirty="0" sz="1050" spc="34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161616"/>
                </a:solidFill>
                <a:latin typeface="Times New Roman"/>
                <a:cs typeface="Times New Roman"/>
              </a:rPr>
              <a:t>with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techniques</a:t>
            </a:r>
            <a:r>
              <a:rPr dirty="0" sz="1050" spc="15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for</a:t>
            </a:r>
            <a:r>
              <a:rPr dirty="0" sz="1050" spc="8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optimizing</a:t>
            </a:r>
            <a:r>
              <a:rPr dirty="0" sz="1050" spc="16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performance</a:t>
            </a:r>
            <a:r>
              <a:rPr dirty="0" sz="1050" spc="19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on</a:t>
            </a:r>
            <a:r>
              <a:rPr dirty="0" sz="1050" spc="7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low-power</a:t>
            </a:r>
            <a:r>
              <a:rPr dirty="0" sz="1050" spc="14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hardware</a:t>
            </a:r>
            <a:r>
              <a:rPr dirty="0" sz="1050">
                <a:solidFill>
                  <a:srgbClr val="4D4D4D"/>
                </a:solidFill>
                <a:latin typeface="Times New Roman"/>
                <a:cs typeface="Times New Roman"/>
              </a:rPr>
              <a:t>.</a:t>
            </a:r>
            <a:r>
              <a:rPr dirty="0" sz="1050" spc="114">
                <a:solidFill>
                  <a:srgbClr val="4D4D4D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Experimental</a:t>
            </a:r>
            <a:r>
              <a:rPr dirty="0" sz="1050" spc="20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results</a:t>
            </a:r>
            <a:r>
              <a:rPr dirty="0" sz="1050" spc="14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 spc="-10">
                <a:solidFill>
                  <a:srgbClr val="070707"/>
                </a:solidFill>
                <a:latin typeface="Times New Roman"/>
                <a:cs typeface="Times New Roman"/>
              </a:rPr>
              <a:t>demon­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strate</a:t>
            </a:r>
            <a:r>
              <a:rPr dirty="0" sz="1050" spc="10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the</a:t>
            </a:r>
            <a:r>
              <a:rPr dirty="0" sz="1050" spc="6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system's</a:t>
            </a:r>
            <a:r>
              <a:rPr dirty="0" sz="1050" spc="11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ability</a:t>
            </a:r>
            <a:r>
              <a:rPr dirty="0" sz="1050" spc="15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to</a:t>
            </a:r>
            <a:r>
              <a:rPr dirty="0" sz="1050" spc="8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produce</a:t>
            </a:r>
            <a:r>
              <a:rPr dirty="0" sz="1050" spc="9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correct</a:t>
            </a:r>
            <a:r>
              <a:rPr dirty="0" sz="1050" spc="12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and</a:t>
            </a:r>
            <a:r>
              <a:rPr dirty="0" sz="1050" spc="12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executable</a:t>
            </a:r>
            <a:r>
              <a:rPr dirty="0" sz="1050" spc="17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code</a:t>
            </a:r>
            <a:r>
              <a:rPr dirty="0" sz="1050" spc="6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for</a:t>
            </a:r>
            <a:r>
              <a:rPr dirty="0" sz="1050" spc="6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dirty="0" sz="1050" spc="6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range</a:t>
            </a:r>
            <a:r>
              <a:rPr dirty="0" sz="1050" spc="9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of</a:t>
            </a:r>
            <a:r>
              <a:rPr dirty="0" sz="1050" spc="114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common</a:t>
            </a:r>
            <a:r>
              <a:rPr dirty="0" sz="1050" spc="17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 spc="-20">
                <a:solidFill>
                  <a:srgbClr val="070707"/>
                </a:solidFill>
                <a:latin typeface="Times New Roman"/>
                <a:cs typeface="Times New Roman"/>
              </a:rPr>
              <a:t>pro­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gramming</a:t>
            </a:r>
            <a:r>
              <a:rPr dirty="0" sz="1050" spc="16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tasks</a:t>
            </a:r>
            <a:r>
              <a:rPr dirty="0" sz="1050" spc="11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in</a:t>
            </a:r>
            <a:r>
              <a:rPr dirty="0" sz="1050" spc="9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multiple</a:t>
            </a:r>
            <a:r>
              <a:rPr dirty="0" sz="1050" spc="16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languages,</a:t>
            </a:r>
            <a:r>
              <a:rPr dirty="0" sz="1050" spc="18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all</a:t>
            </a:r>
            <a:r>
              <a:rPr dirty="0" sz="1050" spc="11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without</a:t>
            </a:r>
            <a:r>
              <a:rPr dirty="0" sz="1050" spc="15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internet</a:t>
            </a:r>
            <a:r>
              <a:rPr dirty="0" sz="1050" spc="12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connectivity.</a:t>
            </a:r>
            <a:r>
              <a:rPr dirty="0" sz="1050" spc="27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This</a:t>
            </a:r>
            <a:r>
              <a:rPr dirty="0" sz="1050" spc="10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work</a:t>
            </a:r>
            <a:r>
              <a:rPr dirty="0" sz="1050" spc="114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opens</a:t>
            </a:r>
            <a:r>
              <a:rPr dirty="0" sz="1050" spc="14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070707"/>
                </a:solidFill>
                <a:latin typeface="Times New Roman"/>
                <a:cs typeface="Times New Roman"/>
              </a:rPr>
              <a:t>the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door</a:t>
            </a:r>
            <a:r>
              <a:rPr dirty="0" sz="1050" spc="17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for</a:t>
            </a:r>
            <a:r>
              <a:rPr dirty="0" sz="1050" spc="204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practical,</a:t>
            </a:r>
            <a:r>
              <a:rPr dirty="0" sz="1050" spc="31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private,</a:t>
            </a:r>
            <a:r>
              <a:rPr dirty="0" sz="1050" spc="270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and</a:t>
            </a:r>
            <a:r>
              <a:rPr dirty="0" sz="1050" spc="25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low-cost</a:t>
            </a:r>
            <a:r>
              <a:rPr dirty="0" sz="1050" spc="265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code</a:t>
            </a:r>
            <a:r>
              <a:rPr dirty="0" sz="1050" spc="22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assistance,</a:t>
            </a:r>
            <a:r>
              <a:rPr dirty="0" sz="1050" spc="35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making</a:t>
            </a:r>
            <a:r>
              <a:rPr dirty="0" sz="1050" spc="25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coding</a:t>
            </a:r>
            <a:r>
              <a:rPr dirty="0" sz="1050" spc="21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070707"/>
                </a:solidFill>
                <a:latin typeface="Times New Roman"/>
                <a:cs typeface="Times New Roman"/>
              </a:rPr>
              <a:t>help</a:t>
            </a:r>
            <a:r>
              <a:rPr dirty="0" sz="1050" spc="204">
                <a:solidFill>
                  <a:srgbClr val="070707"/>
                </a:solidFill>
                <a:latin typeface="Times New Roman"/>
                <a:cs typeface="Times New Roman"/>
              </a:rPr>
              <a:t>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accessible</a:t>
            </a:r>
            <a:r>
              <a:rPr dirty="0" sz="1050" spc="225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050" spc="-25">
                <a:solidFill>
                  <a:srgbClr val="161616"/>
                </a:solidFill>
                <a:latin typeface="Times New Roman"/>
                <a:cs typeface="Times New Roman"/>
              </a:rPr>
              <a:t>in </a:t>
            </a:r>
            <a:r>
              <a:rPr dirty="0" sz="1050">
                <a:solidFill>
                  <a:srgbClr val="161616"/>
                </a:solidFill>
                <a:latin typeface="Times New Roman"/>
                <a:cs typeface="Times New Roman"/>
              </a:rPr>
              <a:t>offline</a:t>
            </a:r>
            <a:r>
              <a:rPr dirty="0" sz="1050" spc="-10">
                <a:solidFill>
                  <a:srgbClr val="161616"/>
                </a:solidFill>
                <a:latin typeface="Times New Roman"/>
                <a:cs typeface="Times New Roman"/>
              </a:rPr>
              <a:t> settings.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98746" y="820937"/>
            <a:ext cx="6892925" cy="8153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  <a:tabLst>
                <a:tab pos="345440" algn="l"/>
              </a:tabLst>
            </a:pPr>
            <a:r>
              <a:rPr dirty="0" sz="1700" spc="15" b="1">
                <a:solidFill>
                  <a:srgbClr val="111111"/>
                </a:solidFill>
                <a:latin typeface="Times New Roman"/>
                <a:cs typeface="Times New Roman"/>
              </a:rPr>
              <a:t>1</a:t>
            </a:r>
            <a:r>
              <a:rPr dirty="0" sz="1700" b="1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700" spc="-10" b="1">
                <a:solidFill>
                  <a:srgbClr val="111111"/>
                </a:solidFill>
                <a:latin typeface="Times New Roman"/>
                <a:cs typeface="Times New Roman"/>
              </a:rPr>
              <a:t>Introduction</a:t>
            </a:r>
            <a:endParaRPr sz="1700">
              <a:latin typeface="Times New Roman"/>
              <a:cs typeface="Times New Roman"/>
            </a:endParaRPr>
          </a:p>
          <a:p>
            <a:pPr marL="13970" marR="398145" indent="3175">
              <a:lnSpc>
                <a:spcPct val="174100"/>
              </a:lnSpc>
              <a:spcBef>
                <a:spcPts val="1115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Recent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advances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machine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learning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have</a:t>
            </a:r>
            <a:r>
              <a:rPr dirty="0" sz="11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led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AI-based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assistants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that can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translate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natural</a:t>
            </a:r>
            <a:r>
              <a:rPr dirty="0" sz="1150" spc="5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descriptions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tasks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into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working</a:t>
            </a:r>
            <a:r>
              <a:rPr dirty="0" sz="11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source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code:contentReference[oaicite:1]index=1.</a:t>
            </a:r>
            <a:endParaRPr sz="115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000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Systems</a:t>
            </a:r>
            <a:r>
              <a:rPr dirty="0" sz="11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such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OpenAI's</a:t>
            </a:r>
            <a:r>
              <a:rPr dirty="0" sz="1150" spc="22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Codex</a:t>
            </a:r>
            <a:r>
              <a:rPr dirty="0" sz="1150" spc="2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(which</a:t>
            </a:r>
            <a:r>
              <a:rPr dirty="0" sz="11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powers</a:t>
            </a:r>
            <a:r>
              <a:rPr dirty="0" sz="11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GitHub</a:t>
            </a:r>
            <a:r>
              <a:rPr dirty="0" sz="11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Copilot)</a:t>
            </a:r>
            <a:r>
              <a:rPr dirty="0" sz="1150" spc="2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DeepMind's</a:t>
            </a:r>
            <a:r>
              <a:rPr dirty="0" sz="1150" spc="3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AlphaCode</a:t>
            </a:r>
            <a:endParaRPr sz="1150">
              <a:latin typeface="Times New Roman"/>
              <a:cs typeface="Times New Roman"/>
            </a:endParaRPr>
          </a:p>
          <a:p>
            <a:pPr marL="12700" marR="5080" indent="6350">
              <a:lnSpc>
                <a:spcPct val="174100"/>
              </a:lnSpc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have</a:t>
            </a:r>
            <a:r>
              <a:rPr dirty="0" sz="11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demonstrated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large</a:t>
            </a:r>
            <a:r>
              <a:rPr dirty="0" sz="1150" spc="-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models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1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generate</a:t>
            </a:r>
            <a:r>
              <a:rPr dirty="0" sz="11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1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impressive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accuracy:contentReference[oaici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These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tools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promise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increase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developer</a:t>
            </a:r>
            <a:r>
              <a:rPr dirty="0" sz="11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productivity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make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more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accessible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endParaRPr sz="1150">
              <a:latin typeface="Times New Roman"/>
              <a:cs typeface="Times New Roman"/>
            </a:endParaRPr>
          </a:p>
          <a:p>
            <a:pPr marL="17780" marR="914400" indent="-635">
              <a:lnSpc>
                <a:spcPts val="2400"/>
              </a:lnSpc>
              <a:spcBef>
                <a:spcPts val="229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allowing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users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obtain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solutions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using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plain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English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prompts.</a:t>
            </a:r>
            <a:r>
              <a:rPr dirty="0" sz="1150" spc="3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However,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they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typically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re-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quire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cloud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computing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resources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internet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connectivity,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as</a:t>
            </a:r>
            <a:r>
              <a:rPr dirty="0" sz="11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they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rely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models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tens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111111"/>
                </a:solidFill>
                <a:latin typeface="Times New Roman"/>
                <a:cs typeface="Times New Roman"/>
              </a:rPr>
              <a:t>bil-</a:t>
            </a:r>
            <a:endParaRPr sz="115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750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lions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parameters</a:t>
            </a:r>
            <a:r>
              <a:rPr dirty="0" sz="11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running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1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powerful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servers:contentReference[oaicite:4]index=4:contentReference[oaicite:5]i</a:t>
            </a:r>
            <a:endParaRPr sz="1150">
              <a:latin typeface="Times New Roman"/>
              <a:cs typeface="Times New Roman"/>
            </a:endParaRPr>
          </a:p>
          <a:p>
            <a:pPr marL="13970" marR="810260" indent="-1905">
              <a:lnSpc>
                <a:spcPct val="172400"/>
              </a:lnSpc>
              <a:spcBef>
                <a:spcPts val="25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dependency</a:t>
            </a:r>
            <a:r>
              <a:rPr dirty="0" sz="11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raises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concerns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regarding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data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privacy,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latency,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cost,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accessibility-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particularly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developers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working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remote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dirty="0" sz="11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secure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environments,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using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low-cost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hardware.</a:t>
            </a:r>
            <a:endParaRPr sz="1150">
              <a:latin typeface="Times New Roman"/>
              <a:cs typeface="Times New Roman"/>
            </a:endParaRPr>
          </a:p>
          <a:p>
            <a:pPr algn="just" marL="14604" marR="913765" indent="223520">
              <a:lnSpc>
                <a:spcPct val="173600"/>
              </a:lnSpc>
              <a:spcBef>
                <a:spcPts val="5"/>
              </a:spcBef>
            </a:pP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To</a:t>
            </a:r>
            <a:r>
              <a:rPr dirty="0" sz="1150" spc="2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address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these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concerns,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propose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novel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AI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assistant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operates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entirely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offline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efficient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enough</a:t>
            </a:r>
            <a:r>
              <a:rPr dirty="0" sz="1150" spc="13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run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resource-constrained</a:t>
            </a:r>
            <a:r>
              <a:rPr dirty="0" sz="1150" spc="-2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devices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(e.g.,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single-board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computers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like</a:t>
            </a:r>
            <a:r>
              <a:rPr dirty="0" sz="11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-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Raspberry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Pi).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Our system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implemented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z="1150" spc="-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maximum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portability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performance,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leveraging</a:t>
            </a:r>
            <a:r>
              <a:rPr dirty="0" sz="11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efficient</a:t>
            </a:r>
            <a:r>
              <a:rPr dirty="0" sz="1150" spc="2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memory</a:t>
            </a:r>
            <a:r>
              <a:rPr dirty="0" sz="11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management</a:t>
            </a:r>
            <a:r>
              <a:rPr dirty="0" sz="11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minimal</a:t>
            </a:r>
            <a:r>
              <a:rPr dirty="0" sz="11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external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dependencies.</a:t>
            </a:r>
            <a:r>
              <a:rPr dirty="0" sz="1150" spc="4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The</a:t>
            </a:r>
            <a:r>
              <a:rPr dirty="0" sz="1150" spc="10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assistant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can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interpret</a:t>
            </a:r>
            <a:r>
              <a:rPr dirty="0" sz="11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user's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request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natural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generate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correct</a:t>
            </a:r>
            <a:r>
              <a:rPr dirty="0" sz="11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solutions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ten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different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languages.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By</a:t>
            </a:r>
            <a:r>
              <a:rPr dirty="0" sz="1150" spc="9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avoiding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the</a:t>
            </a:r>
            <a:r>
              <a:rPr dirty="0" sz="1150" spc="5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need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internet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access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cloud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backends,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the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tool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ensures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user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privacy</a:t>
            </a:r>
            <a:r>
              <a:rPr dirty="0" sz="11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constant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availability.</a:t>
            </a:r>
            <a:r>
              <a:rPr dirty="0" sz="1150" spc="3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It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1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especially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useful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educational</a:t>
            </a:r>
            <a:r>
              <a:rPr dirty="0" sz="11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settings,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edge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deployments,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any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scenario</a:t>
            </a:r>
            <a:r>
              <a:rPr dirty="0" sz="11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where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cloud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services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are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impractical.</a:t>
            </a:r>
            <a:endParaRPr sz="1150">
              <a:latin typeface="Times New Roman"/>
              <a:cs typeface="Times New Roman"/>
            </a:endParaRPr>
          </a:p>
          <a:p>
            <a:pPr algn="just" marL="13970" indent="224154">
              <a:lnSpc>
                <a:spcPct val="100000"/>
              </a:lnSpc>
              <a:spcBef>
                <a:spcPts val="1000"/>
              </a:spcBef>
            </a:pP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This</a:t>
            </a:r>
            <a:r>
              <a:rPr dirty="0" sz="1150" spc="6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paper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details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design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implementation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proposed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assistant,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which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111111"/>
                </a:solidFill>
                <a:latin typeface="Times New Roman"/>
                <a:cs typeface="Times New Roman"/>
              </a:rPr>
              <a:t>call</a:t>
            </a:r>
            <a:endParaRPr sz="1150">
              <a:latin typeface="Times New Roman"/>
              <a:cs typeface="Times New Roman"/>
            </a:endParaRPr>
          </a:p>
          <a:p>
            <a:pPr algn="just" marL="14604" marR="920115" indent="-1270">
              <a:lnSpc>
                <a:spcPct val="173300"/>
              </a:lnSpc>
              <a:spcBef>
                <a:spcPts val="15"/>
              </a:spcBef>
            </a:pPr>
            <a:r>
              <a:rPr dirty="0" sz="1150" b="1">
                <a:solidFill>
                  <a:srgbClr val="111111"/>
                </a:solidFill>
                <a:latin typeface="Times New Roman"/>
                <a:cs typeface="Times New Roman"/>
              </a:rPr>
              <a:t>EdgeCoder.</a:t>
            </a:r>
            <a:r>
              <a:rPr dirty="0" sz="1150" spc="26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describe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how</a:t>
            </a:r>
            <a:r>
              <a:rPr dirty="0" sz="11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combines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lightweight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natural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understanding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component</a:t>
            </a:r>
            <a:r>
              <a:rPr dirty="0" sz="11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knowledge-driven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approach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achieve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multi-language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support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under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tight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hardware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constraints.</a:t>
            </a:r>
            <a:r>
              <a:rPr dirty="0" sz="11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contributions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work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include:</a:t>
            </a:r>
            <a:endParaRPr sz="1150">
              <a:latin typeface="Times New Roman"/>
              <a:cs typeface="Times New Roman"/>
            </a:endParaRPr>
          </a:p>
          <a:p>
            <a:pPr algn="just" marL="389890" marR="919480" indent="-130810">
              <a:lnSpc>
                <a:spcPct val="173300"/>
              </a:lnSpc>
              <a:spcBef>
                <a:spcPts val="994"/>
              </a:spcBef>
              <a:buClr>
                <a:srgbClr val="010101"/>
              </a:buClr>
              <a:buFont typeface="Times New Roman"/>
              <a:buChar char="•"/>
              <a:tabLst>
                <a:tab pos="389890" algn="l"/>
              </a:tabLst>
            </a:pP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Architecture</a:t>
            </a:r>
            <a:r>
              <a:rPr dirty="0" sz="1150" spc="15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2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Offiine</a:t>
            </a:r>
            <a:r>
              <a:rPr dirty="0" sz="1150" spc="9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1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Generation:</a:t>
            </a:r>
            <a:r>
              <a:rPr dirty="0" sz="1150" spc="204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introduce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modular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architecture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decom­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poses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task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natural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 code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conversion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into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interpretable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pipeline,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enabling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operation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devices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limited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computational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resources</a:t>
            </a:r>
            <a:r>
              <a:rPr dirty="0" sz="1150" spc="-10">
                <a:solidFill>
                  <a:srgbClr val="464646"/>
                </a:solidFill>
                <a:latin typeface="Times New Roman"/>
                <a:cs typeface="Times New Roman"/>
              </a:rPr>
              <a:t>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3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145417" y="890871"/>
            <a:ext cx="5739130" cy="3188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39065" indent="-126364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139065" algn="l"/>
              </a:tabLst>
            </a:pP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Multi-Language</a:t>
            </a:r>
            <a:r>
              <a:rPr dirty="0" sz="1150" spc="24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28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Synthesis:</a:t>
            </a:r>
            <a:r>
              <a:rPr dirty="0" sz="1150" spc="145" i="1">
                <a:solidFill>
                  <a:srgbClr val="111111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3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150" spc="2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generate</a:t>
            </a:r>
            <a:r>
              <a:rPr dirty="0" sz="11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2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10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3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111111"/>
                </a:solidFill>
                <a:latin typeface="Times New Roman"/>
                <a:cs typeface="Times New Roman"/>
              </a:rPr>
              <a:t>lan­</a:t>
            </a:r>
            <a:endParaRPr sz="1150">
              <a:latin typeface="Times New Roman"/>
              <a:cs typeface="Times New Roman"/>
            </a:endParaRPr>
          </a:p>
          <a:p>
            <a:pPr algn="just" marL="140335" marR="5080" indent="635">
              <a:lnSpc>
                <a:spcPts val="2400"/>
              </a:lnSpc>
              <a:spcBef>
                <a:spcPts val="229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guages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(including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C,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C++,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Java,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Python,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JavaScript,</a:t>
            </a:r>
            <a:r>
              <a:rPr dirty="0" sz="11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C#,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Go,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Ruby,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PHP,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82828"/>
                </a:solidFill>
                <a:latin typeface="Times New Roman"/>
                <a:cs typeface="Times New Roman"/>
              </a:rPr>
              <a:t>and</a:t>
            </a:r>
            <a:r>
              <a:rPr dirty="0" sz="1150" spc="13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Swift),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via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50">
                <a:solidFill>
                  <a:srgbClr val="111111"/>
                </a:solidFill>
                <a:latin typeface="Times New Roman"/>
                <a:cs typeface="Times New Roman"/>
              </a:rPr>
              <a:t>a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common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intermediate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representation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language-specific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translation</a:t>
            </a:r>
            <a:r>
              <a:rPr dirty="0" sz="11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modules.</a:t>
            </a:r>
            <a:endParaRPr sz="1150">
              <a:latin typeface="Times New Roman"/>
              <a:cs typeface="Times New Roman"/>
            </a:endParaRPr>
          </a:p>
          <a:p>
            <a:pPr algn="just" marL="141605" marR="6350" indent="-129539">
              <a:lnSpc>
                <a:spcPct val="173500"/>
              </a:lnSpc>
              <a:spcBef>
                <a:spcPts val="745"/>
              </a:spcBef>
              <a:buFont typeface="Times New Roman"/>
              <a:buChar char="•"/>
              <a:tabLst>
                <a:tab pos="141605" algn="l"/>
                <a:tab pos="145415" algn="l"/>
              </a:tabLst>
            </a:pP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	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Portability</a:t>
            </a:r>
            <a:r>
              <a:rPr dirty="0" sz="1150" spc="10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15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Performance:</a:t>
            </a:r>
            <a:r>
              <a:rPr dirty="0" sz="1150" spc="25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implementing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optimizing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memory</a:t>
            </a:r>
            <a:r>
              <a:rPr dirty="0" sz="1150" spc="2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usage,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the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assistant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runs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Raspberry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Pi</a:t>
            </a:r>
            <a:r>
              <a:rPr dirty="0" sz="11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4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8GB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RAM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without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external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acceleration.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report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memory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footprint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execution</a:t>
            </a:r>
            <a:r>
              <a:rPr dirty="0" sz="1150" spc="2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times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demonstrating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real-time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interaction</a:t>
            </a:r>
            <a:r>
              <a:rPr dirty="0" sz="1150" spc="19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1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feasible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on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such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hardware.</a:t>
            </a:r>
            <a:endParaRPr sz="1150">
              <a:latin typeface="Times New Roman"/>
              <a:cs typeface="Times New Roman"/>
            </a:endParaRPr>
          </a:p>
          <a:p>
            <a:pPr algn="just" marL="140970" marR="7620" indent="-128905">
              <a:lnSpc>
                <a:spcPct val="173300"/>
              </a:lnSpc>
              <a:spcBef>
                <a:spcPts val="994"/>
              </a:spcBef>
              <a:buFont typeface="Times New Roman"/>
              <a:buChar char="•"/>
              <a:tabLst>
                <a:tab pos="140970" algn="l"/>
                <a:tab pos="145415" algn="l"/>
              </a:tabLst>
            </a:pP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	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Evaluation</a:t>
            </a:r>
            <a:r>
              <a:rPr dirty="0" sz="1150" spc="17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21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Case</a:t>
            </a:r>
            <a:r>
              <a:rPr dirty="0" sz="1150" spc="19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Studies:</a:t>
            </a:r>
            <a:r>
              <a:rPr dirty="0" sz="1150" spc="32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evaluate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EdgeCoder's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accuracy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benchmark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111111"/>
                </a:solidFill>
                <a:latin typeface="Times New Roman"/>
                <a:cs typeface="Times New Roman"/>
              </a:rPr>
              <a:t>pro­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gramming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tasks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provide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qualitative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examples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generated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code.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also</a:t>
            </a:r>
            <a:r>
              <a:rPr dirty="0" sz="11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discuss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111111"/>
                </a:solidFill>
                <a:latin typeface="Times New Roman"/>
                <a:cs typeface="Times New Roman"/>
              </a:rPr>
              <a:t>case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study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deploying</a:t>
            </a:r>
            <a:r>
              <a:rPr dirty="0" sz="11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assistant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network-isolated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 environment.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8746" y="4510434"/>
            <a:ext cx="5982970" cy="427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0"/>
              </a:spcBef>
              <a:tabLst>
                <a:tab pos="344170" algn="l"/>
              </a:tabLst>
            </a:pPr>
            <a:r>
              <a:rPr dirty="0" sz="1700" spc="5" b="1">
                <a:solidFill>
                  <a:srgbClr val="010101"/>
                </a:solidFill>
                <a:latin typeface="Times New Roman"/>
                <a:cs typeface="Times New Roman"/>
              </a:rPr>
              <a:t>2</a:t>
            </a:r>
            <a:r>
              <a:rPr dirty="0" sz="1700" b="1">
                <a:solidFill>
                  <a:srgbClr val="010101"/>
                </a:solidFill>
                <a:latin typeface="Times New Roman"/>
                <a:cs typeface="Times New Roman"/>
              </a:rPr>
              <a:t>	</a:t>
            </a:r>
            <a:r>
              <a:rPr dirty="0" sz="1700" spc="-10" b="1">
                <a:solidFill>
                  <a:srgbClr val="010101"/>
                </a:solidFill>
                <a:latin typeface="Times New Roman"/>
                <a:cs typeface="Times New Roman"/>
              </a:rPr>
              <a:t>Objective</a:t>
            </a:r>
            <a:endParaRPr sz="1700">
              <a:latin typeface="Times New Roman"/>
              <a:cs typeface="Times New Roman"/>
            </a:endParaRPr>
          </a:p>
          <a:p>
            <a:pPr algn="just" marL="12700" marR="10160">
              <a:lnSpc>
                <a:spcPct val="173300"/>
              </a:lnSpc>
              <a:spcBef>
                <a:spcPts val="1125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primary</a:t>
            </a:r>
            <a:r>
              <a:rPr dirty="0" sz="1150" spc="2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objective</a:t>
            </a:r>
            <a:r>
              <a:rPr dirty="0" sz="11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150" spc="2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research</a:t>
            </a:r>
            <a:r>
              <a:rPr dirty="0" sz="11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develop</a:t>
            </a:r>
            <a:r>
              <a:rPr dirty="0" sz="11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2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validate</a:t>
            </a:r>
            <a:r>
              <a:rPr dirty="0" sz="11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AI-based</a:t>
            </a:r>
            <a:r>
              <a:rPr dirty="0" sz="1150" spc="2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generation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assistant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1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functions</a:t>
            </a:r>
            <a:r>
              <a:rPr dirty="0" sz="11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without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cloud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connectivity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supports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multiple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languages.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entails:</a:t>
            </a:r>
            <a:endParaRPr sz="1150">
              <a:latin typeface="Times New Roman"/>
              <a:cs typeface="Times New Roman"/>
            </a:endParaRPr>
          </a:p>
          <a:p>
            <a:pPr marL="386080" marR="5080" indent="-184785">
              <a:lnSpc>
                <a:spcPct val="172400"/>
              </a:lnSpc>
              <a:spcBef>
                <a:spcPts val="1035"/>
              </a:spcBef>
              <a:buAutoNum type="arabicPeriod"/>
              <a:tabLst>
                <a:tab pos="387350" algn="l"/>
              </a:tabLst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Designing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natural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processing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module</a:t>
            </a:r>
            <a:r>
              <a:rPr dirty="0" sz="11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reliably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interpret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user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requests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for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code,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extracting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intended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functionality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constraints.</a:t>
            </a:r>
            <a:endParaRPr sz="1150">
              <a:latin typeface="Times New Roman"/>
              <a:cs typeface="Times New Roman"/>
            </a:endParaRPr>
          </a:p>
          <a:p>
            <a:pPr marL="386715" marR="5080" indent="-184150">
              <a:lnSpc>
                <a:spcPct val="174100"/>
              </a:lnSpc>
              <a:spcBef>
                <a:spcPts val="985"/>
              </a:spcBef>
              <a:buAutoNum type="arabicPeriod"/>
              <a:tabLst>
                <a:tab pos="386715" algn="l"/>
                <a:tab pos="388620" algn="l"/>
              </a:tabLst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	Creating</a:t>
            </a:r>
            <a:r>
              <a:rPr dirty="0" sz="1150" spc="2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language-agnostic</a:t>
            </a:r>
            <a:r>
              <a:rPr dirty="0" sz="11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intermediate</a:t>
            </a:r>
            <a:r>
              <a:rPr dirty="0" sz="11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representation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the</a:t>
            </a:r>
            <a:r>
              <a:rPr dirty="0" sz="1150" spc="17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desired</a:t>
            </a:r>
            <a:r>
              <a:rPr dirty="0" sz="1150" spc="3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</a:t>
            </a:r>
            <a:r>
              <a:rPr dirty="0" sz="1150" spc="2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logic,</a:t>
            </a:r>
            <a:r>
              <a:rPr dirty="0" sz="11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10101"/>
                </a:solidFill>
                <a:latin typeface="Times New Roman"/>
                <a:cs typeface="Times New Roman"/>
              </a:rPr>
              <a:t>to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enable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translation</a:t>
            </a:r>
            <a:r>
              <a:rPr dirty="0" sz="11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into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various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10101"/>
                </a:solidFill>
                <a:latin typeface="Times New Roman"/>
                <a:cs typeface="Times New Roman"/>
              </a:rPr>
              <a:t>languages.</a:t>
            </a:r>
            <a:endParaRPr sz="1150">
              <a:latin typeface="Times New Roman"/>
              <a:cs typeface="Times New Roman"/>
            </a:endParaRPr>
          </a:p>
          <a:p>
            <a:pPr marL="387350" marR="10160" indent="-187960">
              <a:lnSpc>
                <a:spcPct val="174100"/>
              </a:lnSpc>
              <a:spcBef>
                <a:spcPts val="985"/>
              </a:spcBef>
              <a:buAutoNum type="arabicPeriod"/>
              <a:tabLst>
                <a:tab pos="389890" algn="l"/>
              </a:tabLst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Implementing</a:t>
            </a:r>
            <a:r>
              <a:rPr dirty="0" sz="1150" spc="2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2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modules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each</a:t>
            </a:r>
            <a:r>
              <a:rPr dirty="0" sz="11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target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language,</a:t>
            </a:r>
            <a:r>
              <a:rPr dirty="0" sz="11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ensuring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output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adheres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syntax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idioms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language.</a:t>
            </a:r>
            <a:endParaRPr sz="1150">
              <a:latin typeface="Times New Roman"/>
              <a:cs typeface="Times New Roman"/>
            </a:endParaRPr>
          </a:p>
          <a:p>
            <a:pPr marL="387985" marR="15875" indent="-187960">
              <a:lnSpc>
                <a:spcPct val="172400"/>
              </a:lnSpc>
              <a:spcBef>
                <a:spcPts val="1010"/>
              </a:spcBef>
              <a:buAutoNum type="arabicPeriod"/>
              <a:tabLst>
                <a:tab pos="387985" algn="l"/>
                <a:tab pos="389255" algn="l"/>
              </a:tabLst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	Optimizing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entire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system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offline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performance,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low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memory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usage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sufficient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speed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limited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hardware</a:t>
            </a:r>
            <a:r>
              <a:rPr dirty="0" sz="11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(specifically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ARM-based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82828"/>
                </a:solidFill>
                <a:latin typeface="Times New Roman"/>
                <a:cs typeface="Times New Roman"/>
              </a:rPr>
              <a:t>single-board</a:t>
            </a:r>
            <a:r>
              <a:rPr dirty="0" sz="1150" spc="15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computers).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4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904120" y="890871"/>
            <a:ext cx="5978525" cy="184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93675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5.</a:t>
            </a:r>
            <a:r>
              <a:rPr dirty="0" sz="1150" spc="3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Evaluating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assistant's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effectiveness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generating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correct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efficient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across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differ­</a:t>
            </a:r>
            <a:endParaRPr sz="1150">
              <a:latin typeface="Times New Roman"/>
              <a:cs typeface="Times New Roman"/>
            </a:endParaRPr>
          </a:p>
          <a:p>
            <a:pPr algn="just" marL="387350" marR="8890" indent="-6350">
              <a:lnSpc>
                <a:spcPct val="172400"/>
              </a:lnSpc>
              <a:spcBef>
                <a:spcPts val="2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ent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languages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problem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types,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comparing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its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performance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existing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solutions</a:t>
            </a:r>
            <a:r>
              <a:rPr dirty="0" sz="1150" spc="8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where possible.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 indent="635">
              <a:lnSpc>
                <a:spcPct val="173300"/>
              </a:lnSpc>
              <a:spcBef>
                <a:spcPts val="994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Ultimately,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goal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bridge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gap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between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advanced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AI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capabilities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the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practical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requirements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deployment,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delivering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tool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empowers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users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obtain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coding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assistance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anytime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anywhere,</a:t>
            </a:r>
            <a:r>
              <a:rPr dirty="0" sz="1150" spc="15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without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sacrificing</a:t>
            </a:r>
            <a:r>
              <a:rPr dirty="0" sz="1150" spc="13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privacy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incurring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cloud-compute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costs.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1067" y="3167688"/>
            <a:ext cx="6779259" cy="5901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  <a:tabLst>
                <a:tab pos="342900" algn="l"/>
              </a:tabLst>
            </a:pPr>
            <a:r>
              <a:rPr dirty="0" sz="1700" spc="5" b="1">
                <a:solidFill>
                  <a:srgbClr val="0F0F0F"/>
                </a:solidFill>
                <a:latin typeface="Times New Roman"/>
                <a:cs typeface="Times New Roman"/>
              </a:rPr>
              <a:t>3</a:t>
            </a:r>
            <a:r>
              <a:rPr dirty="0" sz="1700" b="1">
                <a:solidFill>
                  <a:srgbClr val="0F0F0F"/>
                </a:solidFill>
                <a:latin typeface="Times New Roman"/>
                <a:cs typeface="Times New Roman"/>
              </a:rPr>
              <a:t>	Literature</a:t>
            </a:r>
            <a:r>
              <a:rPr dirty="0" sz="1700" spc="2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700" spc="-10" b="1">
                <a:solidFill>
                  <a:srgbClr val="0F0F0F"/>
                </a:solidFill>
                <a:latin typeface="Times New Roman"/>
                <a:cs typeface="Times New Roman"/>
              </a:rPr>
              <a:t>Review</a:t>
            </a:r>
            <a:endParaRPr sz="1700">
              <a:latin typeface="Times New Roman"/>
              <a:cs typeface="Times New Roman"/>
            </a:endParaRPr>
          </a:p>
          <a:p>
            <a:pPr marL="15875" marR="803910" indent="-1905">
              <a:lnSpc>
                <a:spcPct val="174100"/>
              </a:lnSpc>
              <a:spcBef>
                <a:spcPts val="111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Early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efforts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automating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involved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synthesis</a:t>
            </a:r>
            <a:r>
              <a:rPr dirty="0" sz="1150" spc="5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rule-based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expert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232323"/>
                </a:solidFill>
                <a:latin typeface="Times New Roman"/>
                <a:cs typeface="Times New Roman"/>
              </a:rPr>
              <a:t>sys­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tems.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instance,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Balog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et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al.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(2017)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introduced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DeepCoder,</a:t>
            </a:r>
            <a:r>
              <a:rPr dirty="0" sz="1150" spc="2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which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used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neural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networks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pre-</a:t>
            </a:r>
            <a:endParaRPr sz="1150">
              <a:latin typeface="Times New Roman"/>
              <a:cs typeface="Times New Roman"/>
            </a:endParaRPr>
          </a:p>
          <a:p>
            <a:pPr marL="15875">
              <a:lnSpc>
                <a:spcPct val="100000"/>
              </a:lnSpc>
              <a:spcBef>
                <a:spcPts val="10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dict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components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guide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search-based</a:t>
            </a:r>
            <a:r>
              <a:rPr dirty="0" sz="1150" spc="15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synthesis</a:t>
            </a:r>
            <a:r>
              <a:rPr dirty="0" sz="1150" spc="4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engine:contentReference[oaicite:6]index=6.</a:t>
            </a:r>
            <a:endParaRPr sz="115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102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DeepCoder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demonstrated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combining</a:t>
            </a:r>
            <a:r>
              <a:rPr dirty="0" sz="1150" spc="14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machine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learning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combinatorial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search</a:t>
            </a:r>
            <a:r>
              <a:rPr dirty="0" sz="1150" spc="8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solve</a:t>
            </a:r>
            <a:endParaRPr sz="11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1019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simple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puzzles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assembling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from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 predefined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library:contentReference[oaicite:7]index=7.</a:t>
            </a:r>
            <a:endParaRPr sz="1150">
              <a:latin typeface="Times New Roman"/>
              <a:cs typeface="Times New Roman"/>
            </a:endParaRPr>
          </a:p>
          <a:p>
            <a:pPr marL="13335" indent="3175">
              <a:lnSpc>
                <a:spcPct val="100000"/>
              </a:lnSpc>
              <a:spcBef>
                <a:spcPts val="10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Around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same</a:t>
            </a:r>
            <a:r>
              <a:rPr dirty="0" sz="1150" spc="11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time,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researchers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at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Rice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University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developed</a:t>
            </a:r>
            <a:r>
              <a:rPr dirty="0" sz="1150" spc="2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Bayou,</a:t>
            </a:r>
            <a:r>
              <a:rPr dirty="0" sz="1150" spc="8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system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learned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endParaRPr sz="1150">
              <a:latin typeface="Times New Roman"/>
              <a:cs typeface="Times New Roman"/>
            </a:endParaRPr>
          </a:p>
          <a:p>
            <a:pPr marL="12700" marR="527050">
              <a:lnSpc>
                <a:spcPct val="173000"/>
              </a:lnSpc>
              <a:spcBef>
                <a:spcPts val="1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generate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API-heavy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Java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methods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from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few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keywords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using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technique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called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neural</a:t>
            </a:r>
            <a:r>
              <a:rPr dirty="0" sz="1150" spc="2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sketch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learning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(Murali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et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al.,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2018):contentReference[oaicite:8]index=8:contentReference[oaicite:9]index=9.</a:t>
            </a:r>
            <a:r>
              <a:rPr dirty="0" sz="1150" spc="500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Bayou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was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early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example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applying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deep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learning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object-oriented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lan-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guage,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highlighted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potential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training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-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large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repositories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(it</a:t>
            </a:r>
            <a:r>
              <a:rPr dirty="0" sz="1150" spc="-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"studied"</a:t>
            </a:r>
            <a:r>
              <a:rPr dirty="0" sz="1150" spc="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millions</a:t>
            </a:r>
            <a:endParaRPr sz="115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1025"/>
              </a:spcBef>
            </a:pP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lines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Java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on GitHub):contentReference[oaicite:</a:t>
            </a:r>
            <a:r>
              <a:rPr dirty="0" sz="1150" spc="-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lO]index=10.</a:t>
            </a:r>
            <a:endParaRPr sz="1150">
              <a:latin typeface="Times New Roman"/>
              <a:cs typeface="Times New Roman"/>
            </a:endParaRPr>
          </a:p>
          <a:p>
            <a:pPr algn="just" marL="12700" marR="803275" indent="223520">
              <a:lnSpc>
                <a:spcPct val="173500"/>
              </a:lnSpc>
              <a:spcBef>
                <a:spcPts val="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advent</a:t>
            </a:r>
            <a:r>
              <a:rPr dirty="0" sz="1150" spc="2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3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large-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scale</a:t>
            </a:r>
            <a:r>
              <a:rPr dirty="0" sz="1150" spc="3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3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models</a:t>
            </a:r>
            <a:r>
              <a:rPr dirty="0" sz="1150" spc="3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pre-trained</a:t>
            </a:r>
            <a:r>
              <a:rPr dirty="0" sz="1150" spc="3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2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brought</a:t>
            </a:r>
            <a:r>
              <a:rPr dirty="0" sz="1150" spc="2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significant</a:t>
            </a:r>
            <a:r>
              <a:rPr dirty="0" sz="1150" spc="35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break­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throughs.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OpenAI's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Codex</a:t>
            </a:r>
            <a:r>
              <a:rPr dirty="0" sz="1150" spc="9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model,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GPT-based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transformer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trained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billions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lines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GitHub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code,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was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shown</a:t>
            </a:r>
            <a:r>
              <a:rPr dirty="0" sz="1150" spc="1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generate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correct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solutions</a:t>
            </a:r>
            <a:r>
              <a:rPr dirty="0" sz="1150" spc="-1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nearly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30%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free-form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challenges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HumanEval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benchmark:contentReference[oaicite:1l]index=l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1.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Codex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also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engine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be­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hind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GitHub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Copilot,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which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provides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auto-completion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suggestions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inside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IDEs.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Chen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et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al.</a:t>
            </a:r>
            <a:r>
              <a:rPr dirty="0" sz="1150" spc="4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(2021)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report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sufficiently</a:t>
            </a:r>
            <a:r>
              <a:rPr dirty="0" sz="1150" spc="2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many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samples,</a:t>
            </a:r>
            <a:r>
              <a:rPr dirty="0" sz="1150" spc="22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Codex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solve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up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70%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test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problems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picking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best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generated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attempt:contentReference[oaicite:12]index=l2.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Similarly,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5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98746" y="890871"/>
            <a:ext cx="6903084" cy="8105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DeepMind's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AlphaCode</a:t>
            </a:r>
            <a:r>
              <a:rPr dirty="0" sz="1150" spc="24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was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developed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tackle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competitive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problems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generat-</a:t>
            </a:r>
            <a:endParaRPr sz="1150">
              <a:latin typeface="Times New Roman"/>
              <a:cs typeface="Times New Roman"/>
            </a:endParaRPr>
          </a:p>
          <a:p>
            <a:pPr marL="18415" marR="302895" indent="-3810">
              <a:lnSpc>
                <a:spcPct val="172400"/>
              </a:lnSpc>
              <a:spcBef>
                <a:spcPts val="2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ing</a:t>
            </a:r>
            <a:r>
              <a:rPr dirty="0" sz="1150" spc="-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large</a:t>
            </a:r>
            <a:r>
              <a:rPr dirty="0" sz="1150" spc="-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numbers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candidate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programs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filtering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them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testing:contentReference[oaicite:13]index=13.</a:t>
            </a:r>
            <a:r>
              <a:rPr dirty="0" sz="11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AlphaCode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achieved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average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ranking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top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54.3%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competitions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thousands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partici-</a:t>
            </a:r>
            <a:endParaRPr sz="1150">
              <a:latin typeface="Times New Roman"/>
              <a:cs typeface="Times New Roman"/>
            </a:endParaRPr>
          </a:p>
          <a:p>
            <a:pPr marL="15240" marR="171450" indent="1905">
              <a:lnSpc>
                <a:spcPts val="2400"/>
              </a:lnSpc>
              <a:spcBef>
                <a:spcPts val="229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pants,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approximately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equivalent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median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competitor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(Li</a:t>
            </a:r>
            <a:r>
              <a:rPr dirty="0" sz="1150" spc="-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et</a:t>
            </a:r>
            <a:r>
              <a:rPr dirty="0" sz="1150" spc="-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al.,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2022):contentReference[oaicite:14]index=14.</a:t>
            </a:r>
            <a:r>
              <a:rPr dirty="0" sz="1150" spc="5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These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systems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underscore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 power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massive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deep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learning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models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generation,</a:t>
            </a:r>
            <a:r>
              <a:rPr dirty="0" sz="1150" spc="8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but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their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implementations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require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enormous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computational</a:t>
            </a:r>
            <a:r>
              <a:rPr dirty="0" sz="1150" spc="3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resources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(for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example,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AlphaCode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uses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41-</a:t>
            </a:r>
            <a:endParaRPr sz="115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77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billion-parameter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ensemble)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impractical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run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locally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consumer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hardware.</a:t>
            </a:r>
            <a:endParaRPr sz="1150">
              <a:latin typeface="Times New Roman"/>
              <a:cs typeface="Times New Roman"/>
            </a:endParaRPr>
          </a:p>
          <a:p>
            <a:pPr algn="just" marL="17145" marR="925194" indent="222885">
              <a:lnSpc>
                <a:spcPct val="172400"/>
              </a:lnSpc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Beyond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generating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from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natural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language,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another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line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relevant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research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262626"/>
                </a:solidFill>
                <a:latin typeface="Times New Roman"/>
                <a:cs typeface="Times New Roman"/>
              </a:rPr>
              <a:t>code</a:t>
            </a:r>
            <a:r>
              <a:rPr dirty="0" sz="1150" spc="75" i="1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 spc="-10" i="1">
                <a:solidFill>
                  <a:srgbClr val="0F0F0F"/>
                </a:solidFill>
                <a:latin typeface="Times New Roman"/>
                <a:cs typeface="Times New Roman"/>
              </a:rPr>
              <a:t>trans­</a:t>
            </a:r>
            <a:r>
              <a:rPr dirty="0" sz="1150" spc="-1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lation</a:t>
            </a:r>
            <a:r>
              <a:rPr dirty="0" sz="1150" spc="23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between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languages.</a:t>
            </a:r>
            <a:r>
              <a:rPr dirty="0" sz="1150" spc="4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Facebook's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TransCoder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(Lachaux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et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al.,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2020)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no­</a:t>
            </a:r>
            <a:endParaRPr sz="1150">
              <a:latin typeface="Times New Roman"/>
              <a:cs typeface="Times New Roman"/>
            </a:endParaRPr>
          </a:p>
          <a:p>
            <a:pPr algn="just" marL="12700" marR="929005" indent="5715">
              <a:lnSpc>
                <a:spcPct val="173300"/>
              </a:lnSpc>
              <a:spcBef>
                <a:spcPts val="1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table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work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domain,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using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unsupervised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neural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translation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approach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convert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from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(like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C++)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another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(like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Python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Java):contentReference[oaicite:15]index=15.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Transcoder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employs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transformer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model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trained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cross-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lingual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techniques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(masking,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denois-</a:t>
            </a:r>
            <a:endParaRPr sz="1150">
              <a:latin typeface="Times New Roman"/>
              <a:cs typeface="Times New Roman"/>
            </a:endParaRPr>
          </a:p>
          <a:p>
            <a:pPr algn="just" marL="15240">
              <a:lnSpc>
                <a:spcPct val="100000"/>
              </a:lnSpc>
              <a:spcBef>
                <a:spcPts val="102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ing,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back-translation)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learn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language-agnostic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representations:contentReference[oaicite:16]index=16.</a:t>
            </a:r>
            <a:endParaRPr sz="1150">
              <a:latin typeface="Times New Roman"/>
              <a:cs typeface="Times New Roman"/>
            </a:endParaRPr>
          </a:p>
          <a:p>
            <a:pPr algn="just" marL="18415" marR="927100" indent="-2540">
              <a:lnSpc>
                <a:spcPct val="173000"/>
              </a:lnSpc>
              <a:spcBef>
                <a:spcPts val="1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achieved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high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accuracy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translating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functions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between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languages,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without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requiring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any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aligned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parallel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code for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training:contentReference[oaicite:17]index=17.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idea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common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represen-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tation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semantics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inspired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our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multi-language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strategy.</a:t>
            </a:r>
            <a:r>
              <a:rPr dirty="0" sz="1150" spc="42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Other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works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have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50" spc="-25" b="1">
                <a:solidFill>
                  <a:srgbClr val="0F0F0F"/>
                </a:solidFill>
                <a:latin typeface="Times New Roman"/>
                <a:cs typeface="Times New Roman"/>
              </a:rPr>
              <a:t>in-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troduced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multilingual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benchmarks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(e.g.,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HumanEval-X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MCoNaLa)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evaluate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how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well</a:t>
            </a:r>
            <a:endParaRPr sz="1150">
              <a:latin typeface="Times New Roman"/>
              <a:cs typeface="Times New Roman"/>
            </a:endParaRPr>
          </a:p>
          <a:p>
            <a:pPr algn="just" marL="12700" marR="5080" indent="5715">
              <a:lnSpc>
                <a:spcPct val="174100"/>
              </a:lnSpc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models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handle</a:t>
            </a:r>
            <a:r>
              <a:rPr dirty="0" sz="1150" spc="-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-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from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differen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languages:contentReference[oaicite:</a:t>
            </a:r>
            <a:r>
              <a:rPr dirty="0" sz="1150" spc="-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l</a:t>
            </a:r>
            <a:r>
              <a:rPr dirty="0" sz="1150" spc="-16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8]index=l</a:t>
            </a:r>
            <a:r>
              <a:rPr dirty="0" sz="1150" spc="-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8:contentRef1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These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studies</a:t>
            </a:r>
            <a:r>
              <a:rPr dirty="0" sz="115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consistently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find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performance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can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vary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widely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targe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adapt-</a:t>
            </a:r>
            <a:endParaRPr sz="1150">
              <a:latin typeface="Times New Roman"/>
              <a:cs typeface="Times New Roman"/>
            </a:endParaRPr>
          </a:p>
          <a:p>
            <a:pPr algn="just" marL="15240">
              <a:lnSpc>
                <a:spcPct val="100000"/>
              </a:lnSpc>
              <a:spcBef>
                <a:spcPts val="10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ing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each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language's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idiosyncrasies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challenging:contentReference[oaicite:20]index=20.</a:t>
            </a:r>
            <a:endParaRPr sz="1150">
              <a:latin typeface="Times New Roman"/>
              <a:cs typeface="Times New Roman"/>
            </a:endParaRPr>
          </a:p>
          <a:p>
            <a:pPr algn="just" marL="14604" marR="916940" indent="227329">
              <a:lnSpc>
                <a:spcPct val="173500"/>
              </a:lnSpc>
              <a:spcBef>
                <a:spcPts val="1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summary,</a:t>
            </a:r>
            <a:r>
              <a:rPr dirty="0" sz="1150" spc="3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prior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research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provides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(a)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evidence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natural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translated</a:t>
            </a:r>
            <a:r>
              <a:rPr dirty="0" sz="1150" spc="2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to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3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via</a:t>
            </a:r>
            <a:r>
              <a:rPr dirty="0" sz="1150" spc="2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both</a:t>
            </a:r>
            <a:r>
              <a:rPr dirty="0" sz="1150" spc="2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neural</a:t>
            </a:r>
            <a:r>
              <a:rPr dirty="0" sz="1150" spc="2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2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hybrid</a:t>
            </a:r>
            <a:r>
              <a:rPr dirty="0" sz="1150" spc="3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methods,</a:t>
            </a:r>
            <a:r>
              <a:rPr dirty="0" sz="1150" spc="3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2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(b)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2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wealth</a:t>
            </a:r>
            <a:r>
              <a:rPr dirty="0" sz="1150" spc="2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3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techniques</a:t>
            </a:r>
            <a:r>
              <a:rPr dirty="0" sz="1150" spc="2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multi-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language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representation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generation.</a:t>
            </a:r>
            <a:r>
              <a:rPr dirty="0" sz="1150" spc="4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However,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existing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state-of-the-art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systems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generally</a:t>
            </a:r>
            <a:r>
              <a:rPr dirty="0" sz="1150" spc="2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as­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sume</a:t>
            </a:r>
            <a:r>
              <a:rPr dirty="0" sz="1150" spc="8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abundant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computing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power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memory.</a:t>
            </a:r>
            <a:r>
              <a:rPr dirty="0" sz="1150" spc="3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Little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work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date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has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focused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bringing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these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capabilities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offiine,</a:t>
            </a:r>
            <a:r>
              <a:rPr dirty="0" sz="1150" spc="25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 i="1">
                <a:solidFill>
                  <a:srgbClr val="0F0F0F"/>
                </a:solidFill>
                <a:latin typeface="Times New Roman"/>
                <a:cs typeface="Times New Roman"/>
              </a:rPr>
              <a:t>low-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resource</a:t>
            </a:r>
            <a:r>
              <a:rPr dirty="0" sz="1150" spc="32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environments.</a:t>
            </a:r>
            <a:r>
              <a:rPr dirty="0" sz="1150" spc="150" i="1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Our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work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builds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above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advances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but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sharp</a:t>
            </a:r>
            <a:r>
              <a:rPr dirty="0" sz="1150" spc="21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focus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efficiency</a:t>
            </a:r>
            <a:r>
              <a:rPr dirty="0" sz="1150" spc="3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3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portability,</a:t>
            </a:r>
            <a:r>
              <a:rPr dirty="0" sz="1150" spc="3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informed</a:t>
            </a:r>
            <a:r>
              <a:rPr dirty="0" sz="1150" spc="3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approaches</a:t>
            </a:r>
            <a:r>
              <a:rPr dirty="0" sz="1150" spc="2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</a:t>
            </a:r>
            <a:r>
              <a:rPr dirty="0" sz="1150" spc="2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AI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deploy­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ment:contentReference[oaicite:21]index=21:contentReference[oaicite:22]index=22.</a:t>
            </a:r>
            <a:r>
              <a:rPr dirty="0" sz="1150" spc="4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integrate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6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904120" y="890871"/>
            <a:ext cx="5972810" cy="506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smaller-scale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natural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processing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engine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knowledge-based</a:t>
            </a:r>
            <a:r>
              <a:rPr dirty="0" sz="11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generation,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aiming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meet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constraints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edge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devices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while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still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supporting</a:t>
            </a:r>
            <a:r>
              <a:rPr dirty="0" sz="11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multiple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languages.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8746" y="1824943"/>
            <a:ext cx="5983605" cy="7287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265" indent="-327660">
              <a:lnSpc>
                <a:spcPct val="100000"/>
              </a:lnSpc>
              <a:spcBef>
                <a:spcPts val="100"/>
              </a:spcBef>
              <a:buAutoNum type="arabicPlain" startAt="4"/>
              <a:tabLst>
                <a:tab pos="342265" algn="l"/>
              </a:tabLst>
            </a:pPr>
            <a:r>
              <a:rPr dirty="0" sz="1700" spc="-10" b="1">
                <a:solidFill>
                  <a:srgbClr val="111111"/>
                </a:solidFill>
                <a:latin typeface="Times New Roman"/>
                <a:cs typeface="Times New Roman"/>
              </a:rPr>
              <a:t>Methodology</a:t>
            </a:r>
            <a:endParaRPr sz="1700">
              <a:latin typeface="Times New Roman"/>
              <a:cs typeface="Times New Roman"/>
            </a:endParaRPr>
          </a:p>
          <a:p>
            <a:pPr algn="just" marL="14604" marR="5080" indent="-2540">
              <a:lnSpc>
                <a:spcPct val="171100"/>
              </a:lnSpc>
              <a:spcBef>
                <a:spcPts val="1160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design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111111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3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follows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pipeline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architecture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distinct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stages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understanding</a:t>
            </a:r>
            <a:r>
              <a:rPr dirty="0" sz="11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the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input,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representing</a:t>
            </a:r>
            <a:r>
              <a:rPr dirty="0" sz="11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solution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abstractly,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generating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concrete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desired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language.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Figure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200">
                <a:solidFill>
                  <a:srgbClr val="111111"/>
                </a:solidFill>
                <a:latin typeface="Times New Roman"/>
                <a:cs typeface="Times New Roman"/>
              </a:rPr>
              <a:t>??</a:t>
            </a:r>
            <a:r>
              <a:rPr dirty="0" sz="120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illustrates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overall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system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architecture</a:t>
            </a:r>
            <a:r>
              <a:rPr dirty="0" sz="11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(from</a:t>
            </a:r>
            <a:r>
              <a:rPr dirty="0" sz="11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input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query</a:t>
            </a:r>
            <a:r>
              <a:rPr dirty="0" sz="11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output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code).</a:t>
            </a:r>
            <a:r>
              <a:rPr dirty="0" sz="1150" spc="4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key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components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our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methodology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111111"/>
                </a:solidFill>
                <a:latin typeface="Times New Roman"/>
                <a:cs typeface="Times New Roman"/>
              </a:rPr>
              <a:t>are: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429895" indent="-41465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29895" algn="l"/>
              </a:tabLst>
            </a:pPr>
            <a:r>
              <a:rPr dirty="0" sz="1400" b="1">
                <a:solidFill>
                  <a:srgbClr val="111111"/>
                </a:solidFill>
                <a:latin typeface="Times New Roman"/>
                <a:cs typeface="Times New Roman"/>
              </a:rPr>
              <a:t>Natural</a:t>
            </a:r>
            <a:r>
              <a:rPr dirty="0" sz="1400" spc="10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111111"/>
                </a:solidFill>
                <a:latin typeface="Times New Roman"/>
                <a:cs typeface="Times New Roman"/>
              </a:rPr>
              <a:t>Language</a:t>
            </a:r>
            <a:r>
              <a:rPr dirty="0" sz="1400" spc="13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111111"/>
                </a:solidFill>
                <a:latin typeface="Times New Roman"/>
                <a:cs typeface="Times New Roman"/>
              </a:rPr>
              <a:t>Understanding</a:t>
            </a:r>
            <a:r>
              <a:rPr dirty="0" sz="1400" spc="21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111111"/>
                </a:solidFill>
                <a:latin typeface="Times New Roman"/>
                <a:cs typeface="Times New Roman"/>
              </a:rPr>
              <a:t>(NLU)</a:t>
            </a:r>
            <a:endParaRPr sz="1400">
              <a:latin typeface="Times New Roman"/>
              <a:cs typeface="Times New Roman"/>
            </a:endParaRPr>
          </a:p>
          <a:p>
            <a:pPr algn="just" marL="13970" marR="5080">
              <a:lnSpc>
                <a:spcPct val="173500"/>
              </a:lnSpc>
              <a:spcBef>
                <a:spcPts val="775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When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user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provides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request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(for</a:t>
            </a:r>
            <a:r>
              <a:rPr dirty="0" sz="11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example,</a:t>
            </a:r>
            <a:r>
              <a:rPr dirty="0" sz="1150" spc="-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"write</a:t>
            </a:r>
            <a:r>
              <a:rPr dirty="0" sz="1150" spc="6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4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function</a:t>
            </a:r>
            <a:r>
              <a:rPr dirty="0" sz="1150" spc="6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1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check</a:t>
            </a:r>
            <a:r>
              <a:rPr dirty="0" sz="1150" spc="8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if</a:t>
            </a:r>
            <a:r>
              <a:rPr dirty="0" sz="1150" spc="5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4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number</a:t>
            </a:r>
            <a:r>
              <a:rPr dirty="0" sz="1150" spc="5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150" spc="40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prime"),</a:t>
            </a:r>
            <a:r>
              <a:rPr dirty="0" sz="1150" spc="1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the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first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step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interpret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intent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requirements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from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natural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description.</a:t>
            </a:r>
            <a:r>
              <a:rPr dirty="0" sz="11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Instead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employing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massive</a:t>
            </a:r>
            <a:r>
              <a:rPr dirty="0" sz="11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pre-trained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model,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2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uses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lightweight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combination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parsing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techniques:</a:t>
            </a:r>
            <a:endParaRPr sz="1150">
              <a:latin typeface="Times New Roman"/>
              <a:cs typeface="Times New Roman"/>
            </a:endParaRPr>
          </a:p>
          <a:p>
            <a:pPr algn="just" lvl="2" marL="387350" marR="5715" indent="-128270">
              <a:lnSpc>
                <a:spcPct val="173500"/>
              </a:lnSpc>
              <a:spcBef>
                <a:spcPts val="990"/>
              </a:spcBef>
              <a:buFont typeface="Times New Roman"/>
              <a:buChar char="•"/>
              <a:tabLst>
                <a:tab pos="387350" algn="l"/>
                <a:tab pos="395605" algn="l"/>
              </a:tabLst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Keyword</a:t>
            </a:r>
            <a:r>
              <a:rPr dirty="0" sz="1150" spc="16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Extraction:</a:t>
            </a:r>
            <a:r>
              <a:rPr dirty="0" sz="1150" spc="24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perform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tokenization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remove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stopwords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identify</a:t>
            </a:r>
            <a:r>
              <a:rPr dirty="0" sz="11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keywords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hint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at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task</a:t>
            </a:r>
            <a:r>
              <a:rPr dirty="0" sz="11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(e.g.,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"check",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"number",</a:t>
            </a:r>
            <a:r>
              <a:rPr dirty="0" sz="11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"prime").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domain-specific</a:t>
            </a:r>
            <a:r>
              <a:rPr dirty="0" sz="11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vocabulary</a:t>
            </a:r>
            <a:r>
              <a:rPr dirty="0" sz="1150" spc="2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of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terms</a:t>
            </a:r>
            <a:r>
              <a:rPr dirty="0" sz="11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(like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"array",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"sort",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"file",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"graph",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etc.)</a:t>
            </a:r>
            <a:r>
              <a:rPr dirty="0" sz="1150" spc="4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1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used</a:t>
            </a:r>
            <a:r>
              <a:rPr dirty="0" sz="1150" spc="2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map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keywords</a:t>
            </a:r>
            <a:r>
              <a:rPr dirty="0" sz="1150" spc="22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to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categories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tasks.</a:t>
            </a:r>
            <a:endParaRPr sz="1150">
              <a:latin typeface="Times New Roman"/>
              <a:cs typeface="Times New Roman"/>
            </a:endParaRPr>
          </a:p>
          <a:p>
            <a:pPr algn="just" lvl="2" marL="387985" marR="6350" indent="-129539">
              <a:lnSpc>
                <a:spcPct val="173500"/>
              </a:lnSpc>
              <a:spcBef>
                <a:spcPts val="994"/>
              </a:spcBef>
              <a:buFont typeface="Times New Roman"/>
              <a:buChar char="•"/>
              <a:tabLst>
                <a:tab pos="387985" algn="l"/>
              </a:tabLst>
            </a:pP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Template</a:t>
            </a:r>
            <a:r>
              <a:rPr dirty="0" sz="1150" spc="5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Matching:</a:t>
            </a:r>
            <a:r>
              <a:rPr dirty="0" sz="1150" spc="14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maintain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 set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natural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patterns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common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algorithmic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problems.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instance,</a:t>
            </a:r>
            <a:r>
              <a:rPr dirty="0" sz="11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phrase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"check</a:t>
            </a:r>
            <a:r>
              <a:rPr dirty="0" sz="11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if</a:t>
            </a:r>
            <a:r>
              <a:rPr dirty="0" sz="1150" spc="2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number</a:t>
            </a:r>
            <a:r>
              <a:rPr dirty="0" sz="1150" spc="2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prime"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matches</a:t>
            </a:r>
            <a:r>
              <a:rPr dirty="0" sz="11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template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 a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primality-test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task.</a:t>
            </a:r>
            <a:r>
              <a:rPr dirty="0" sz="1150" spc="4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These</a:t>
            </a:r>
            <a:r>
              <a:rPr dirty="0" sz="1150" spc="2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templates</a:t>
            </a:r>
            <a:r>
              <a:rPr dirty="0" sz="1150" spc="2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were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created</a:t>
            </a:r>
            <a:r>
              <a:rPr dirty="0" sz="11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analyzing</a:t>
            </a:r>
            <a:r>
              <a:rPr dirty="0" sz="11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problem</a:t>
            </a:r>
            <a:r>
              <a:rPr dirty="0" sz="1150" spc="229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descriptions</a:t>
            </a:r>
            <a:r>
              <a:rPr dirty="0" sz="11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in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sources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like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challenge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datasets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FAQs.</a:t>
            </a:r>
            <a:endParaRPr sz="1150">
              <a:latin typeface="Times New Roman"/>
              <a:cs typeface="Times New Roman"/>
            </a:endParaRPr>
          </a:p>
          <a:p>
            <a:pPr algn="just" lvl="2" marL="389255" marR="5080" indent="-130810">
              <a:lnSpc>
                <a:spcPct val="173300"/>
              </a:lnSpc>
              <a:spcBef>
                <a:spcPts val="1000"/>
              </a:spcBef>
              <a:buFont typeface="Times New Roman"/>
              <a:buChar char="•"/>
              <a:tabLst>
                <a:tab pos="389255" algn="l"/>
              </a:tabLst>
            </a:pP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Syntactic</a:t>
            </a:r>
            <a:r>
              <a:rPr dirty="0" sz="1150" spc="18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11111"/>
                </a:solidFill>
                <a:latin typeface="Times New Roman"/>
                <a:cs typeface="Times New Roman"/>
              </a:rPr>
              <a:t>Parsing:</a:t>
            </a:r>
            <a:r>
              <a:rPr dirty="0" sz="1150" spc="305" i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more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complex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inputs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(multiple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sentences</a:t>
            </a:r>
            <a:r>
              <a:rPr dirty="0" sz="11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specifications),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use</a:t>
            </a:r>
            <a:r>
              <a:rPr dirty="0" sz="1150" spc="5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small-footprint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syntactic</a:t>
            </a:r>
            <a:r>
              <a:rPr dirty="0" sz="1150" spc="2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parser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identify</a:t>
            </a:r>
            <a:r>
              <a:rPr dirty="0" sz="1150" spc="2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main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action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(verb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phrase)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1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objects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(what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1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be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computed,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what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data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structure,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etc.).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helps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disambiguating</a:t>
            </a:r>
            <a:r>
              <a:rPr dirty="0" sz="11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requests.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7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98746" y="890871"/>
            <a:ext cx="5983605" cy="8288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example,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"sort</a:t>
            </a:r>
            <a:r>
              <a:rPr dirty="0" sz="1150" spc="4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list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descending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order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using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bubble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sort,"</a:t>
            </a:r>
            <a:r>
              <a:rPr dirty="0" sz="1150" spc="3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parser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helps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extract</a:t>
            </a:r>
            <a:endParaRPr sz="1150">
              <a:latin typeface="Times New Roman"/>
              <a:cs typeface="Times New Roman"/>
            </a:endParaRPr>
          </a:p>
          <a:p>
            <a:pPr marL="390525">
              <a:lnSpc>
                <a:spcPct val="100000"/>
              </a:lnSpc>
              <a:spcBef>
                <a:spcPts val="10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method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(bubble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sort)</a:t>
            </a:r>
            <a:r>
              <a:rPr dirty="0" sz="1150" spc="7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262626"/>
                </a:solidFill>
                <a:latin typeface="Times New Roman"/>
                <a:cs typeface="Times New Roman"/>
              </a:rPr>
              <a:t>specified.</a:t>
            </a:r>
            <a:endParaRPr sz="1150">
              <a:latin typeface="Times New Roman"/>
              <a:cs typeface="Times New Roman"/>
            </a:endParaRPr>
          </a:p>
          <a:p>
            <a:pPr algn="just" marL="15240" marR="8255" indent="-3175">
              <a:lnSpc>
                <a:spcPct val="174100"/>
              </a:lnSpc>
              <a:spcBef>
                <a:spcPts val="67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outcome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NLU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stage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 internal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representation,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which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call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Task</a:t>
            </a:r>
            <a:r>
              <a:rPr dirty="0" sz="1150" spc="4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Intent.</a:t>
            </a:r>
            <a:r>
              <a:rPr dirty="0" sz="1150" spc="15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This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includes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normalized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description</a:t>
            </a:r>
            <a:r>
              <a:rPr dirty="0" sz="1150" spc="2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problem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(e.g.,</a:t>
            </a:r>
            <a:r>
              <a:rPr dirty="0" sz="1150" spc="2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F0F0F"/>
                </a:solidFill>
                <a:latin typeface="Times New Roman"/>
                <a:cs typeface="Times New Roman"/>
              </a:rPr>
              <a:t>TASK</a:t>
            </a:r>
            <a:r>
              <a:rPr dirty="0" sz="1000" spc="200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=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000" spc="145">
                <a:solidFill>
                  <a:srgbClr val="0F0F0F"/>
                </a:solidFill>
                <a:latin typeface="Times New Roman"/>
                <a:cs typeface="Times New Roman"/>
              </a:rPr>
              <a:t>PRIMALITLTEST,</a:t>
            </a:r>
            <a:r>
              <a:rPr dirty="0" sz="1000" spc="3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0F0F0F"/>
                </a:solidFill>
                <a:latin typeface="Times New Roman"/>
                <a:cs typeface="Times New Roman"/>
              </a:rPr>
              <a:t>INPUT</a:t>
            </a:r>
            <a:endParaRPr sz="1000">
              <a:latin typeface="Times New Roman"/>
              <a:cs typeface="Times New Roman"/>
            </a:endParaRPr>
          </a:p>
          <a:p>
            <a:pPr algn="just" marL="17145" marR="5080" indent="3175">
              <a:lnSpc>
                <a:spcPts val="2400"/>
              </a:lnSpc>
              <a:spcBef>
                <a:spcPts val="229"/>
              </a:spcBef>
            </a:pPr>
            <a:r>
              <a:rPr dirty="0" sz="1000" spc="80">
                <a:solidFill>
                  <a:srgbClr val="3D3D3D"/>
                </a:solidFill>
                <a:latin typeface="Times New Roman"/>
                <a:cs typeface="Times New Roman"/>
              </a:rPr>
              <a:t>=</a:t>
            </a:r>
            <a:r>
              <a:rPr dirty="0" sz="1000" spc="175">
                <a:solidFill>
                  <a:srgbClr val="3D3D3D"/>
                </a:solidFill>
                <a:latin typeface="Times New Roman"/>
                <a:cs typeface="Times New Roman"/>
              </a:rPr>
              <a:t>  </a:t>
            </a:r>
            <a:r>
              <a:rPr dirty="0" sz="1000" spc="275">
                <a:solidFill>
                  <a:srgbClr val="0F0F0F"/>
                </a:solidFill>
                <a:latin typeface="Times New Roman"/>
                <a:cs typeface="Times New Roman"/>
              </a:rPr>
              <a:t>integer,</a:t>
            </a:r>
            <a:r>
              <a:rPr dirty="0" sz="1000" spc="3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262626"/>
                </a:solidFill>
                <a:latin typeface="Times New Roman"/>
                <a:cs typeface="Times New Roman"/>
              </a:rPr>
              <a:t>OUTPUT</a:t>
            </a:r>
            <a:r>
              <a:rPr dirty="0" sz="1000" spc="190">
                <a:solidFill>
                  <a:srgbClr val="262626"/>
                </a:solidFill>
                <a:latin typeface="Times New Roman"/>
                <a:cs typeface="Times New Roman"/>
              </a:rPr>
              <a:t>  </a:t>
            </a:r>
            <a:r>
              <a:rPr dirty="0" sz="1000">
                <a:solidFill>
                  <a:srgbClr val="3D3D3D"/>
                </a:solidFill>
                <a:latin typeface="Times New Roman"/>
                <a:cs typeface="Times New Roman"/>
              </a:rPr>
              <a:t>=</a:t>
            </a:r>
            <a:r>
              <a:rPr dirty="0" sz="1000" spc="170">
                <a:solidFill>
                  <a:srgbClr val="3D3D3D"/>
                </a:solidFill>
                <a:latin typeface="Times New Roman"/>
                <a:cs typeface="Times New Roman"/>
              </a:rPr>
              <a:t>  </a:t>
            </a:r>
            <a:r>
              <a:rPr dirty="0" sz="1000" spc="225">
                <a:solidFill>
                  <a:srgbClr val="0F0F0F"/>
                </a:solidFill>
                <a:latin typeface="Times New Roman"/>
                <a:cs typeface="Times New Roman"/>
              </a:rPr>
              <a:t>boolean)</a:t>
            </a:r>
            <a:r>
              <a:rPr dirty="0" sz="1000" spc="3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along</a:t>
            </a:r>
            <a:r>
              <a:rPr dirty="0" sz="1150" spc="3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any</a:t>
            </a:r>
            <a:r>
              <a:rPr dirty="0" sz="1150" spc="2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special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requirements</a:t>
            </a:r>
            <a:r>
              <a:rPr dirty="0" sz="1150" spc="3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(e.g.,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0F0F0F"/>
                </a:solidFill>
                <a:latin typeface="Times New Roman"/>
                <a:cs typeface="Times New Roman"/>
              </a:rPr>
              <a:t>METHOD</a:t>
            </a:r>
            <a:r>
              <a:rPr dirty="0" sz="1000" spc="175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000" spc="-50">
                <a:solidFill>
                  <a:srgbClr val="3D3D3D"/>
                </a:solidFill>
                <a:latin typeface="Times New Roman"/>
                <a:cs typeface="Times New Roman"/>
              </a:rPr>
              <a:t>=</a:t>
            </a:r>
            <a:r>
              <a:rPr dirty="0" sz="1000" spc="235">
                <a:solidFill>
                  <a:srgbClr val="3D3D3D"/>
                </a:solidFill>
                <a:latin typeface="Times New Roman"/>
                <a:cs typeface="Times New Roman"/>
              </a:rPr>
              <a:t> </a:t>
            </a:r>
            <a:r>
              <a:rPr dirty="0" sz="1000" spc="235">
                <a:solidFill>
                  <a:srgbClr val="0F0F0F"/>
                </a:solidFill>
                <a:latin typeface="Times New Roman"/>
                <a:cs typeface="Times New Roman"/>
              </a:rPr>
              <a:t>bubble_sort</a:t>
            </a:r>
            <a:r>
              <a:rPr dirty="0" sz="1000" spc="4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262626"/>
                </a:solidFill>
                <a:latin typeface="Times New Roman"/>
                <a:cs typeface="Times New Roman"/>
              </a:rPr>
              <a:t>CONSTRAINT</a:t>
            </a:r>
            <a:r>
              <a:rPr dirty="0" sz="1000" spc="215">
                <a:solidFill>
                  <a:srgbClr val="262626"/>
                </a:solidFill>
                <a:latin typeface="Times New Roman"/>
                <a:cs typeface="Times New Roman"/>
              </a:rPr>
              <a:t>  </a:t>
            </a:r>
            <a:r>
              <a:rPr dirty="0" sz="1000" spc="60">
                <a:solidFill>
                  <a:srgbClr val="0F0F0F"/>
                </a:solidFill>
                <a:latin typeface="Times New Roman"/>
                <a:cs typeface="Times New Roman"/>
              </a:rPr>
              <a:t>=</a:t>
            </a:r>
            <a:r>
              <a:rPr dirty="0" sz="1000" spc="190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000" spc="204">
                <a:solidFill>
                  <a:srgbClr val="0F0F0F"/>
                </a:solidFill>
                <a:latin typeface="Times New Roman"/>
                <a:cs typeface="Times New Roman"/>
              </a:rPr>
              <a:t>in_p</a:t>
            </a:r>
            <a:r>
              <a:rPr dirty="0" sz="1000" spc="204">
                <a:solidFill>
                  <a:srgbClr val="3D3D3D"/>
                </a:solidFill>
                <a:latin typeface="Times New Roman"/>
                <a:cs typeface="Times New Roman"/>
              </a:rPr>
              <a:t>l</a:t>
            </a:r>
            <a:r>
              <a:rPr dirty="0" sz="1000" spc="204">
                <a:solidFill>
                  <a:srgbClr val="0F0F0F"/>
                </a:solidFill>
                <a:latin typeface="Times New Roman"/>
                <a:cs typeface="Times New Roman"/>
              </a:rPr>
              <a:t>ace).</a:t>
            </a:r>
            <a:r>
              <a:rPr dirty="0" sz="1000" spc="155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Intent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acts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blueprint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the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next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stage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processing.</a:t>
            </a:r>
            <a:r>
              <a:rPr dirty="0" sz="1150" spc="40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NLU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module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implemented</a:t>
            </a:r>
            <a:r>
              <a:rPr dirty="0" sz="1150" spc="2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using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standard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libraries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string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processing,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augmented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custom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lexical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analyzer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efficiency.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428625" indent="-413384">
              <a:lnSpc>
                <a:spcPct val="100000"/>
              </a:lnSpc>
              <a:buAutoNum type="arabicPeriod" startAt="2"/>
              <a:tabLst>
                <a:tab pos="428625" algn="l"/>
              </a:tabLst>
            </a:pPr>
            <a:r>
              <a:rPr dirty="0" sz="1400" b="1">
                <a:solidFill>
                  <a:srgbClr val="0F0F0F"/>
                </a:solidFill>
                <a:latin typeface="Times New Roman"/>
                <a:cs typeface="Times New Roman"/>
              </a:rPr>
              <a:t>Intermediate</a:t>
            </a:r>
            <a:r>
              <a:rPr dirty="0" sz="1400" spc="16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F0F0F"/>
                </a:solidFill>
                <a:latin typeface="Times New Roman"/>
                <a:cs typeface="Times New Roman"/>
              </a:rPr>
              <a:t>Representation</a:t>
            </a:r>
            <a:endParaRPr sz="1400">
              <a:latin typeface="Times New Roman"/>
              <a:cs typeface="Times New Roman"/>
            </a:endParaRPr>
          </a:p>
          <a:p>
            <a:pPr algn="just" marL="13970" marR="10160" indent="-1905">
              <a:lnSpc>
                <a:spcPct val="173500"/>
              </a:lnSpc>
              <a:spcBef>
                <a:spcPts val="75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enable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multi-language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support,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translate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Intent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into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language-agnostic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0F0F0F"/>
                </a:solidFill>
                <a:latin typeface="Times New Roman"/>
                <a:cs typeface="Times New Roman"/>
              </a:rPr>
              <a:t>Interme­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diate</a:t>
            </a:r>
            <a:r>
              <a:rPr dirty="0" sz="1150" spc="12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Representation</a:t>
            </a:r>
            <a:r>
              <a:rPr dirty="0" sz="1150" spc="5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(IR)</a:t>
            </a:r>
            <a:r>
              <a:rPr dirty="0" sz="1150" spc="8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logic.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essentially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262626"/>
                </a:solidFill>
                <a:latin typeface="Times New Roman"/>
                <a:cs typeface="Times New Roman"/>
              </a:rPr>
              <a:t>simplified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pseudocode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abstract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syntax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tree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(AST)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capturing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algorithm.</a:t>
            </a:r>
            <a:r>
              <a:rPr dirty="0" sz="1150" spc="3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designed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custom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 b="1">
                <a:solidFill>
                  <a:srgbClr val="0F0F0F"/>
                </a:solidFill>
                <a:latin typeface="Times New Roman"/>
                <a:cs typeface="Times New Roman"/>
              </a:rPr>
              <a:t>IR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strikes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balance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between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abstraction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specificity:</a:t>
            </a:r>
            <a:endParaRPr sz="1150">
              <a:latin typeface="Times New Roman"/>
              <a:cs typeface="Times New Roman"/>
            </a:endParaRPr>
          </a:p>
          <a:p>
            <a:pPr algn="just" lvl="2" marL="384175" marR="5080" indent="-125095">
              <a:lnSpc>
                <a:spcPct val="173700"/>
              </a:lnSpc>
              <a:spcBef>
                <a:spcPts val="675"/>
              </a:spcBef>
              <a:buChar char="•"/>
              <a:tabLst>
                <a:tab pos="387350" algn="l"/>
              </a:tabLst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consists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sequence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high-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level</a:t>
            </a:r>
            <a:r>
              <a:rPr dirty="0" sz="1150" spc="3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operations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(e.g.,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loops,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conditionals,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function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calls)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common</a:t>
            </a:r>
            <a:r>
              <a:rPr dirty="0" sz="1150" spc="2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across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2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languages.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Each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operation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represented</a:t>
            </a:r>
            <a:r>
              <a:rPr dirty="0" sz="1150" spc="2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as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node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AST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language-independent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descriptors.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example,</a:t>
            </a:r>
            <a:r>
              <a:rPr dirty="0" sz="1150" spc="2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loop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repre­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sented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00" spc="254">
                <a:solidFill>
                  <a:srgbClr val="262626"/>
                </a:solidFill>
                <a:latin typeface="Times New Roman"/>
                <a:cs typeface="Times New Roman"/>
              </a:rPr>
              <a:t>FOR(start,</a:t>
            </a:r>
            <a:r>
              <a:rPr dirty="0" sz="1000" spc="300">
                <a:solidFill>
                  <a:srgbClr val="262626"/>
                </a:solidFill>
                <a:latin typeface="Times New Roman"/>
                <a:cs typeface="Times New Roman"/>
              </a:rPr>
              <a:t>  </a:t>
            </a:r>
            <a:r>
              <a:rPr dirty="0" sz="1000" spc="280">
                <a:solidFill>
                  <a:srgbClr val="262626"/>
                </a:solidFill>
                <a:latin typeface="Times New Roman"/>
                <a:cs typeface="Times New Roman"/>
              </a:rPr>
              <a:t>condition,</a:t>
            </a:r>
            <a:r>
              <a:rPr dirty="0" sz="1000" spc="305">
                <a:solidFill>
                  <a:srgbClr val="262626"/>
                </a:solidFill>
                <a:latin typeface="Times New Roman"/>
                <a:cs typeface="Times New Roman"/>
              </a:rPr>
              <a:t>  </a:t>
            </a:r>
            <a:r>
              <a:rPr dirty="0" sz="1000" spc="229">
                <a:solidFill>
                  <a:srgbClr val="0F0F0F"/>
                </a:solidFill>
                <a:latin typeface="Times New Roman"/>
                <a:cs typeface="Times New Roman"/>
              </a:rPr>
              <a:t>increment)</a:t>
            </a:r>
            <a:r>
              <a:rPr dirty="0" sz="1000" spc="195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nested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child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nodes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the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loop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body.</a:t>
            </a:r>
            <a:endParaRPr sz="1150">
              <a:latin typeface="Times New Roman"/>
              <a:cs typeface="Times New Roman"/>
            </a:endParaRPr>
          </a:p>
          <a:p>
            <a:pPr algn="just" lvl="2" marL="387350" marR="5715" indent="-128270">
              <a:lnSpc>
                <a:spcPct val="173300"/>
              </a:lnSpc>
              <a:spcBef>
                <a:spcPts val="880"/>
              </a:spcBef>
              <a:buChar char="•"/>
              <a:tabLst>
                <a:tab pos="387350" algn="l"/>
                <a:tab pos="389255" algn="l"/>
              </a:tabLst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	Data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types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abstract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(e.g.,</a:t>
            </a:r>
            <a:r>
              <a:rPr dirty="0" sz="1150" spc="2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00" spc="95">
                <a:solidFill>
                  <a:srgbClr val="0F0F0F"/>
                </a:solidFill>
                <a:latin typeface="Times New Roman"/>
                <a:cs typeface="Times New Roman"/>
              </a:rPr>
              <a:t>INT,</a:t>
            </a:r>
            <a:r>
              <a:rPr dirty="0" sz="100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00" spc="85">
                <a:solidFill>
                  <a:srgbClr val="262626"/>
                </a:solidFill>
                <a:latin typeface="Times New Roman"/>
                <a:cs typeface="Times New Roman"/>
              </a:rPr>
              <a:t>STRING,</a:t>
            </a:r>
            <a:r>
              <a:rPr dirty="0" sz="1000" spc="28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000" spc="140">
                <a:solidFill>
                  <a:srgbClr val="0F0F0F"/>
                </a:solidFill>
                <a:latin typeface="Times New Roman"/>
                <a:cs typeface="Times New Roman"/>
              </a:rPr>
              <a:t>LIST&lt;INT&gt;)</a:t>
            </a:r>
            <a:r>
              <a:rPr dirty="0" sz="1000" spc="2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later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mapped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to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concrete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types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each</a:t>
            </a:r>
            <a:r>
              <a:rPr dirty="0" sz="1150" spc="9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(for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instance,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00" spc="140">
                <a:solidFill>
                  <a:srgbClr val="0F0F0F"/>
                </a:solidFill>
                <a:latin typeface="Times New Roman"/>
                <a:cs typeface="Times New Roman"/>
              </a:rPr>
              <a:t>LIST&lt;INT&gt;</a:t>
            </a:r>
            <a:r>
              <a:rPr dirty="0" sz="1000" spc="3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becomes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array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Cora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list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Python).</a:t>
            </a:r>
            <a:endParaRPr sz="1150">
              <a:latin typeface="Times New Roman"/>
              <a:cs typeface="Times New Roman"/>
            </a:endParaRPr>
          </a:p>
          <a:p>
            <a:pPr algn="just" lvl="2" marL="384175" marR="5080" indent="-125730">
              <a:lnSpc>
                <a:spcPct val="173500"/>
              </a:lnSpc>
              <a:spcBef>
                <a:spcPts val="894"/>
              </a:spcBef>
              <a:buChar char="•"/>
              <a:tabLst>
                <a:tab pos="390525" algn="l"/>
              </a:tabLst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constructed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either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from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small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library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known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algorithm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templates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(for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recog­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nized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tasks)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generated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fly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simplified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planning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algorithm.</a:t>
            </a:r>
            <a:r>
              <a:rPr dirty="0" sz="1150" spc="3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cases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where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the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matches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known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pattern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(like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0F0F0F"/>
                </a:solidFill>
                <a:latin typeface="Times New Roman"/>
                <a:cs typeface="Times New Roman"/>
              </a:rPr>
              <a:t>PRIMALITY_TEST),</a:t>
            </a:r>
            <a:r>
              <a:rPr dirty="0" sz="100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load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pre-defined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pseudocode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template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task.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If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more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open-ended,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assemble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reasoning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over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8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98746" y="890871"/>
            <a:ext cx="5990590" cy="8098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90525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Intent.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example,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if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"find</a:t>
            </a:r>
            <a:r>
              <a:rPr dirty="0" sz="1150" spc="7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largest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element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array",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system</a:t>
            </a:r>
            <a:endParaRPr sz="1150">
              <a:latin typeface="Times New Roman"/>
              <a:cs typeface="Times New Roman"/>
            </a:endParaRPr>
          </a:p>
          <a:p>
            <a:pPr algn="just" marL="391160" marR="16510">
              <a:lnSpc>
                <a:spcPts val="2400"/>
              </a:lnSpc>
              <a:spcBef>
                <a:spcPts val="229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will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create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corresponding</a:t>
            </a:r>
            <a:r>
              <a:rPr dirty="0" sz="1150" spc="2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to:</a:t>
            </a:r>
            <a:r>
              <a:rPr dirty="0" sz="1150" spc="2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initialize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max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variable,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iterate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through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array,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update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max,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return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max.</a:t>
            </a:r>
            <a:endParaRPr sz="1150">
              <a:latin typeface="Times New Roman"/>
              <a:cs typeface="Times New Roman"/>
            </a:endParaRPr>
          </a:p>
          <a:p>
            <a:pPr algn="just" marL="17780" marR="5080" indent="-5715">
              <a:lnSpc>
                <a:spcPct val="173300"/>
              </a:lnSpc>
              <a:spcBef>
                <a:spcPts val="75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intermediate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pseudocode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allows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system</a:t>
            </a:r>
            <a:r>
              <a:rPr dirty="0" sz="1150" spc="17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focus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solving</a:t>
            </a:r>
            <a:r>
              <a:rPr dirty="0" sz="1150" spc="16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problem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once,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then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worry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about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syntax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differences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at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stage.</a:t>
            </a:r>
            <a:r>
              <a:rPr dirty="0" sz="1150" spc="14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particularly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helpful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multi-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language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output: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serves</a:t>
            </a:r>
            <a:r>
              <a:rPr dirty="0" sz="1150" spc="3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 a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universal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232323"/>
                </a:solidFill>
                <a:latin typeface="Times New Roman"/>
                <a:cs typeface="Times New Roman"/>
              </a:rPr>
              <a:t>solution.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425450" indent="-410209">
              <a:lnSpc>
                <a:spcPct val="100000"/>
              </a:lnSpc>
              <a:buAutoNum type="arabicPeriod" startAt="3"/>
              <a:tabLst>
                <a:tab pos="425450" algn="l"/>
              </a:tabLst>
            </a:pPr>
            <a:r>
              <a:rPr dirty="0" sz="1450" spc="-20" b="1">
                <a:solidFill>
                  <a:srgbClr val="0F0F0F"/>
                </a:solidFill>
                <a:latin typeface="Times New Roman"/>
                <a:cs typeface="Times New Roman"/>
              </a:rPr>
              <a:t>Multi-</a:t>
            </a:r>
            <a:r>
              <a:rPr dirty="0" sz="1450" b="1">
                <a:solidFill>
                  <a:srgbClr val="0F0F0F"/>
                </a:solidFill>
                <a:latin typeface="Times New Roman"/>
                <a:cs typeface="Times New Roman"/>
              </a:rPr>
              <a:t>Language</a:t>
            </a:r>
            <a:r>
              <a:rPr dirty="0" sz="1450" spc="-3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450" spc="-4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endParaRPr sz="1450">
              <a:latin typeface="Times New Roman"/>
              <a:cs typeface="Times New Roman"/>
            </a:endParaRPr>
          </a:p>
          <a:p>
            <a:pPr algn="just" marL="18415" marR="13335" indent="-3175">
              <a:lnSpc>
                <a:spcPct val="173700"/>
              </a:lnSpc>
              <a:spcBef>
                <a:spcPts val="74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final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stage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convert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intermediate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representation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into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actual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user's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requested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language.</a:t>
            </a:r>
            <a:r>
              <a:rPr dirty="0" sz="1150" spc="2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supports</a:t>
            </a:r>
            <a:r>
              <a:rPr dirty="0" sz="1150" spc="17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ten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languages,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spanning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low-level,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high-level,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com­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piled,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scripting</a:t>
            </a:r>
            <a:r>
              <a:rPr dirty="0" sz="1150" spc="20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paradigms.</a:t>
            </a:r>
            <a:r>
              <a:rPr dirty="0" sz="1150" spc="4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each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language,</a:t>
            </a:r>
            <a:r>
              <a:rPr dirty="0" sz="1150" spc="3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implemented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13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16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0F0F0F"/>
                </a:solidFill>
                <a:latin typeface="Times New Roman"/>
                <a:cs typeface="Times New Roman"/>
              </a:rPr>
              <a:t>module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traverses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14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produces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using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language's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syntax</a:t>
            </a:r>
            <a:r>
              <a:rPr dirty="0" sz="1150" spc="16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standard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libraries.</a:t>
            </a:r>
            <a:r>
              <a:rPr dirty="0" sz="1150" spc="3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The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translation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process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involves:</a:t>
            </a:r>
            <a:endParaRPr sz="1150">
              <a:latin typeface="Times New Roman"/>
              <a:cs typeface="Times New Roman"/>
            </a:endParaRPr>
          </a:p>
          <a:p>
            <a:pPr algn="just" lvl="2" marL="389890" marR="13335" indent="-131445">
              <a:lnSpc>
                <a:spcPct val="173300"/>
              </a:lnSpc>
              <a:spcBef>
                <a:spcPts val="1000"/>
              </a:spcBef>
              <a:buFont typeface="Times New Roman"/>
              <a:buChar char="•"/>
              <a:tabLst>
                <a:tab pos="389890" algn="l"/>
              </a:tabLst>
            </a:pPr>
            <a:r>
              <a:rPr dirty="0" sz="1150" spc="5" i="1">
                <a:solidFill>
                  <a:srgbClr val="0F0F0F"/>
                </a:solidFill>
                <a:latin typeface="Times New Roman"/>
                <a:cs typeface="Times New Roman"/>
              </a:rPr>
              <a:t>Syntax</a:t>
            </a:r>
            <a:r>
              <a:rPr dirty="0" sz="1150" spc="-3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Mapping:</a:t>
            </a:r>
            <a:r>
              <a:rPr dirty="0" sz="1150" spc="12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Each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I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construct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is</a:t>
            </a:r>
            <a:r>
              <a:rPr dirty="0" sz="1150" spc="-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mapped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target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language's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equivalent.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exam­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 ple,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loop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25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0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110">
                <a:solidFill>
                  <a:srgbClr val="0F0F0F"/>
                </a:solidFill>
                <a:latin typeface="Times New Roman"/>
                <a:cs typeface="Times New Roman"/>
              </a:rPr>
              <a:t>(</a:t>
            </a:r>
            <a:r>
              <a:rPr dirty="0" sz="1100" spc="-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114">
                <a:solidFill>
                  <a:srgbClr val="0F0F0F"/>
                </a:solidFill>
                <a:latin typeface="Times New Roman"/>
                <a:cs typeface="Times New Roman"/>
              </a:rPr>
              <a:t>ini</a:t>
            </a:r>
            <a:r>
              <a:rPr dirty="0" sz="1100" spc="10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90">
                <a:solidFill>
                  <a:srgbClr val="0F0F0F"/>
                </a:solidFill>
                <a:latin typeface="Times New Roman"/>
                <a:cs typeface="Times New Roman"/>
              </a:rPr>
              <a:t>t;</a:t>
            </a:r>
            <a:r>
              <a:rPr dirty="0" sz="1100" spc="14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70">
                <a:solidFill>
                  <a:srgbClr val="232323"/>
                </a:solidFill>
                <a:latin typeface="Times New Roman"/>
                <a:cs typeface="Times New Roman"/>
              </a:rPr>
              <a:t>cond;</a:t>
            </a:r>
            <a:r>
              <a:rPr dirty="0" sz="1100" spc="71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00" spc="229">
                <a:solidFill>
                  <a:srgbClr val="232323"/>
                </a:solidFill>
                <a:latin typeface="Times New Roman"/>
                <a:cs typeface="Times New Roman"/>
              </a:rPr>
              <a:t>step)</a:t>
            </a:r>
            <a:r>
              <a:rPr dirty="0" sz="1100" spc="34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would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produce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25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00" spc="7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loop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35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C/C++/Java,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25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00" spc="13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5">
                <a:solidFill>
                  <a:srgbClr val="0F0F0F"/>
                </a:solidFill>
                <a:latin typeface="Times New Roman"/>
                <a:cs typeface="Times New Roman"/>
              </a:rPr>
              <a:t>.</a:t>
            </a:r>
            <a:r>
              <a:rPr dirty="0" sz="110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5">
                <a:solidFill>
                  <a:srgbClr val="0F0F0F"/>
                </a:solidFill>
                <a:latin typeface="Times New Roman"/>
                <a:cs typeface="Times New Roman"/>
              </a:rPr>
              <a:t>.</a:t>
            </a:r>
            <a:r>
              <a:rPr dirty="0" sz="110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5">
                <a:solidFill>
                  <a:srgbClr val="0F0F0F"/>
                </a:solidFill>
                <a:latin typeface="Times New Roman"/>
                <a:cs typeface="Times New Roman"/>
              </a:rPr>
              <a:t>.</a:t>
            </a:r>
            <a:r>
              <a:rPr dirty="0" sz="1100" spc="14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25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00" spc="10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90">
                <a:solidFill>
                  <a:srgbClr val="0F0F0F"/>
                </a:solidFill>
                <a:latin typeface="Times New Roman"/>
                <a:cs typeface="Times New Roman"/>
              </a:rPr>
              <a:t>range</a:t>
            </a:r>
            <a:r>
              <a:rPr dirty="0" sz="110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45">
                <a:solidFill>
                  <a:srgbClr val="0F0F0F"/>
                </a:solidFill>
                <a:latin typeface="Times New Roman"/>
                <a:cs typeface="Times New Roman"/>
              </a:rPr>
              <a:t>()</a:t>
            </a:r>
            <a:r>
              <a:rPr dirty="0" sz="110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Python,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so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on.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take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care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handle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languages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 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do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no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have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certain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constructs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(for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instance,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Python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lacks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explicit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type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declarations,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Go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uses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differen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loop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syntax).</a:t>
            </a:r>
            <a:endParaRPr sz="1150">
              <a:latin typeface="Times New Roman"/>
              <a:cs typeface="Times New Roman"/>
            </a:endParaRPr>
          </a:p>
          <a:p>
            <a:pPr algn="just" lvl="2" marL="387985" marR="11430" indent="-128905">
              <a:lnSpc>
                <a:spcPct val="173700"/>
              </a:lnSpc>
              <a:spcBef>
                <a:spcPts val="990"/>
              </a:spcBef>
              <a:buFont typeface="Times New Roman"/>
              <a:buChar char="•"/>
              <a:tabLst>
                <a:tab pos="387985" algn="l"/>
                <a:tab pos="393700" algn="l"/>
              </a:tabLst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Idiomatic</a:t>
            </a:r>
            <a:r>
              <a:rPr dirty="0" sz="1150" spc="26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Adjustments:</a:t>
            </a:r>
            <a:r>
              <a:rPr dirty="0" sz="1150" spc="125" i="1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produce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natural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code,</a:t>
            </a:r>
            <a:r>
              <a:rPr dirty="0" sz="1150" spc="2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generator</a:t>
            </a:r>
            <a:r>
              <a:rPr dirty="0" sz="1150" spc="2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includes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idiom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rules.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In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Python,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prefers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list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comprehensions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built-in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functions</a:t>
            </a:r>
            <a:r>
              <a:rPr dirty="0" sz="1150" spc="2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where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appropriate;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Ruby,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it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might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iterator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method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instead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for-loop;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 b="1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1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C,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uses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simple for-loops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pointers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where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needed.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rule-based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approach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was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informed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analyzing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examples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each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language.</a:t>
            </a:r>
            <a:endParaRPr sz="1150">
              <a:latin typeface="Times New Roman"/>
              <a:cs typeface="Times New Roman"/>
            </a:endParaRPr>
          </a:p>
          <a:p>
            <a:pPr algn="just" lvl="2" marL="385445" marR="15240" indent="-126364">
              <a:lnSpc>
                <a:spcPct val="174100"/>
              </a:lnSpc>
              <a:spcBef>
                <a:spcPts val="985"/>
              </a:spcBef>
              <a:buFont typeface="Times New Roman"/>
              <a:buChar char="•"/>
              <a:tabLst>
                <a:tab pos="391160" algn="l"/>
              </a:tabLst>
            </a:pP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Memory</a:t>
            </a:r>
            <a:r>
              <a:rPr dirty="0" sz="1150" spc="8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2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Resource</a:t>
            </a:r>
            <a:r>
              <a:rPr dirty="0" sz="1150" spc="11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Management:</a:t>
            </a:r>
            <a:r>
              <a:rPr dirty="0" sz="1150" spc="18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30" b="1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2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languages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like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C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C++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do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not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have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automatic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memory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management,</a:t>
            </a:r>
            <a:r>
              <a:rPr dirty="0" sz="1150" spc="3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generator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inserts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appropriate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memory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allocation/freeing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uses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9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98746" y="890871"/>
            <a:ext cx="6302375" cy="6835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7985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stack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allocation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avoid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leaks.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example,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if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solution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requires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dynamic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array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C,</a:t>
            </a:r>
            <a:endParaRPr sz="1150">
              <a:latin typeface="Times New Roman"/>
              <a:cs typeface="Times New Roman"/>
            </a:endParaRPr>
          </a:p>
          <a:p>
            <a:pPr algn="just" marL="390525">
              <a:lnSpc>
                <a:spcPct val="100000"/>
              </a:lnSpc>
              <a:spcBef>
                <a:spcPts val="10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generator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might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produce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calls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204">
                <a:solidFill>
                  <a:srgbClr val="0F0F0F"/>
                </a:solidFill>
                <a:latin typeface="Times New Roman"/>
                <a:cs typeface="Times New Roman"/>
              </a:rPr>
              <a:t>malloc</a:t>
            </a:r>
            <a:r>
              <a:rPr dirty="0" sz="110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55">
                <a:solidFill>
                  <a:srgbClr val="0F0F0F"/>
                </a:solidFill>
                <a:latin typeface="Times New Roman"/>
                <a:cs typeface="Times New Roman"/>
              </a:rPr>
              <a:t>()</a:t>
            </a:r>
            <a:r>
              <a:rPr dirty="0" sz="110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260">
                <a:solidFill>
                  <a:srgbClr val="0F0F0F"/>
                </a:solidFill>
                <a:latin typeface="Times New Roman"/>
                <a:cs typeface="Times New Roman"/>
              </a:rPr>
              <a:t>free</a:t>
            </a:r>
            <a:r>
              <a:rPr dirty="0" sz="110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80">
                <a:solidFill>
                  <a:srgbClr val="0F0F0F"/>
                </a:solidFill>
                <a:latin typeface="Times New Roman"/>
                <a:cs typeface="Times New Roman"/>
              </a:rPr>
              <a:t>().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150">
              <a:latin typeface="Times New Roman"/>
              <a:cs typeface="Times New Roman"/>
            </a:endParaRPr>
          </a:p>
          <a:p>
            <a:pPr marL="393700" indent="-134620">
              <a:lnSpc>
                <a:spcPct val="100000"/>
              </a:lnSpc>
              <a:buFont typeface="Times New Roman"/>
              <a:buChar char="•"/>
              <a:tabLst>
                <a:tab pos="393700" algn="l"/>
              </a:tabLst>
            </a:pP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Language-specific</a:t>
            </a:r>
            <a:r>
              <a:rPr dirty="0" sz="1150" spc="10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Libraries:</a:t>
            </a:r>
            <a:r>
              <a:rPr dirty="0" sz="1150" spc="35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Each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module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knows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standard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library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functions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available.</a:t>
            </a:r>
            <a:endParaRPr sz="1150">
              <a:latin typeface="Times New Roman"/>
              <a:cs typeface="Times New Roman"/>
            </a:endParaRPr>
          </a:p>
          <a:p>
            <a:pPr algn="just" marL="389890">
              <a:lnSpc>
                <a:spcPct val="100000"/>
              </a:lnSpc>
              <a:spcBef>
                <a:spcPts val="10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-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instance,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if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-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-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sort</a:t>
            </a:r>
            <a:r>
              <a:rPr dirty="0" sz="1150" spc="-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list,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Python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module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will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 </a:t>
            </a:r>
            <a:r>
              <a:rPr dirty="0" sz="1100">
                <a:solidFill>
                  <a:srgbClr val="0F0F0F"/>
                </a:solidFill>
                <a:latin typeface="Times New Roman"/>
                <a:cs typeface="Times New Roman"/>
              </a:rPr>
              <a:t>so</a:t>
            </a:r>
            <a:r>
              <a:rPr dirty="0" sz="110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F0F0F"/>
                </a:solidFill>
                <a:latin typeface="Times New Roman"/>
                <a:cs typeface="Times New Roman"/>
              </a:rPr>
              <a:t>rte</a:t>
            </a:r>
            <a:r>
              <a:rPr dirty="0" sz="1100" spc="190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00">
                <a:solidFill>
                  <a:srgbClr val="0F0F0F"/>
                </a:solidFill>
                <a:latin typeface="Times New Roman"/>
                <a:cs typeface="Times New Roman"/>
              </a:rPr>
              <a:t>d</a:t>
            </a:r>
            <a:r>
              <a:rPr dirty="0" sz="110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80">
                <a:solidFill>
                  <a:srgbClr val="0F0F0F"/>
                </a:solidFill>
                <a:latin typeface="Times New Roman"/>
                <a:cs typeface="Times New Roman"/>
              </a:rPr>
              <a:t>(</a:t>
            </a:r>
            <a:r>
              <a:rPr dirty="0" sz="110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F0F0F"/>
                </a:solidFill>
                <a:latin typeface="Times New Roman"/>
                <a:cs typeface="Times New Roman"/>
              </a:rPr>
              <a:t>)</a:t>
            </a:r>
            <a:r>
              <a:rPr dirty="0" sz="1100" spc="3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330">
                <a:solidFill>
                  <a:srgbClr val="0F0F0F"/>
                </a:solidFill>
                <a:latin typeface="Times New Roman"/>
                <a:cs typeface="Times New Roman"/>
              </a:rPr>
              <a:t>list</a:t>
            </a:r>
            <a:r>
              <a:rPr dirty="0" sz="110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295">
                <a:solidFill>
                  <a:srgbClr val="0F0F0F"/>
                </a:solidFill>
                <a:latin typeface="Times New Roman"/>
                <a:cs typeface="Times New Roman"/>
              </a:rPr>
              <a:t>.sort</a:t>
            </a:r>
            <a:r>
              <a:rPr dirty="0" sz="110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110">
                <a:solidFill>
                  <a:srgbClr val="0F0F0F"/>
                </a:solidFill>
                <a:latin typeface="Times New Roman"/>
                <a:cs typeface="Times New Roman"/>
              </a:rPr>
              <a:t>(</a:t>
            </a:r>
            <a:r>
              <a:rPr dirty="0" sz="110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110">
                <a:solidFill>
                  <a:srgbClr val="0F0F0F"/>
                </a:solidFill>
                <a:latin typeface="Times New Roman"/>
                <a:cs typeface="Times New Roman"/>
              </a:rPr>
              <a:t>)</a:t>
            </a:r>
            <a:r>
              <a:rPr dirty="0" sz="110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50">
                <a:solidFill>
                  <a:srgbClr val="0F0F0F"/>
                </a:solidFill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  <a:p>
            <a:pPr algn="just" marL="389890" marR="328295" indent="635">
              <a:lnSpc>
                <a:spcPct val="173300"/>
              </a:lnSpc>
              <a:spcBef>
                <a:spcPts val="1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whereas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C++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module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might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include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82828"/>
                </a:solidFill>
                <a:latin typeface="Times New Roman"/>
                <a:cs typeface="Times New Roman"/>
              </a:rPr>
              <a:t>&lt;algorithm&gt;</a:t>
            </a:r>
            <a:r>
              <a:rPr dirty="0" sz="1150" spc="18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call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285">
                <a:solidFill>
                  <a:srgbClr val="282828"/>
                </a:solidFill>
                <a:latin typeface="Times New Roman"/>
                <a:cs typeface="Times New Roman"/>
              </a:rPr>
              <a:t>std:</a:t>
            </a:r>
            <a:r>
              <a:rPr dirty="0" sz="1100" spc="-1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100" spc="254">
                <a:solidFill>
                  <a:srgbClr val="0F0F0F"/>
                </a:solidFill>
                <a:latin typeface="Times New Roman"/>
                <a:cs typeface="Times New Roman"/>
              </a:rPr>
              <a:t>:sort,</a:t>
            </a:r>
            <a:r>
              <a:rPr dirty="0" sz="1100" spc="-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C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mod-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ule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will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manual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82828"/>
                </a:solidFill>
                <a:latin typeface="Times New Roman"/>
                <a:cs typeface="Times New Roman"/>
              </a:rPr>
              <a:t>sorting</a:t>
            </a:r>
            <a:r>
              <a:rPr dirty="0" sz="1150" spc="110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implementation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(since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Chas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built-in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sort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arbitrary arrays).</a:t>
            </a:r>
            <a:endParaRPr sz="1150">
              <a:latin typeface="Times New Roman"/>
              <a:cs typeface="Times New Roman"/>
            </a:endParaRPr>
          </a:p>
          <a:p>
            <a:pPr algn="just" marL="15875" marR="328930" indent="-3810">
              <a:lnSpc>
                <a:spcPct val="173300"/>
              </a:lnSpc>
              <a:spcBef>
                <a:spcPts val="49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output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stage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complete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snippet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function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target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imple­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ments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logic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captured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IR.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also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include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minimal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boilerplate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needed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(e.g.,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function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signature,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necessary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215">
                <a:solidFill>
                  <a:srgbClr val="0F0F0F"/>
                </a:solidFill>
                <a:latin typeface="Times New Roman"/>
                <a:cs typeface="Times New Roman"/>
              </a:rPr>
              <a:t>#include</a:t>
            </a:r>
            <a:r>
              <a:rPr dirty="0" sz="110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import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statements).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15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tabLst>
                <a:tab pos="427990" algn="l"/>
              </a:tabLst>
            </a:pPr>
            <a:r>
              <a:rPr dirty="0" sz="1450" spc="-25" b="1">
                <a:solidFill>
                  <a:srgbClr val="0F0F0F"/>
                </a:solidFill>
                <a:latin typeface="Times New Roman"/>
                <a:cs typeface="Times New Roman"/>
              </a:rPr>
              <a:t>4.4</a:t>
            </a:r>
            <a:r>
              <a:rPr dirty="0" sz="1450" b="1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450" spc="-10" b="1">
                <a:solidFill>
                  <a:srgbClr val="0F0F0F"/>
                </a:solidFill>
                <a:latin typeface="Times New Roman"/>
                <a:cs typeface="Times New Roman"/>
              </a:rPr>
              <a:t>Example</a:t>
            </a:r>
            <a:r>
              <a:rPr dirty="0" sz="1450" spc="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0F0F0F"/>
                </a:solidFill>
                <a:latin typeface="Times New Roman"/>
                <a:cs typeface="Times New Roman"/>
              </a:rPr>
              <a:t>Workflow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450">
              <a:latin typeface="Times New Roman"/>
              <a:cs typeface="Times New Roman"/>
            </a:endParaRPr>
          </a:p>
          <a:p>
            <a:pPr algn="just" marL="19050" indent="-6985">
              <a:lnSpc>
                <a:spcPct val="100000"/>
              </a:lnSpc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illustrate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methodology,</a:t>
            </a:r>
            <a:r>
              <a:rPr dirty="0" sz="1150" spc="2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consider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again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user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request:</a:t>
            </a:r>
            <a:r>
              <a:rPr dirty="0" sz="1150" spc="3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"Write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function</a:t>
            </a:r>
            <a:r>
              <a:rPr dirty="0" sz="1150" spc="3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check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if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endParaRPr sz="1150">
              <a:latin typeface="Times New Roman"/>
              <a:cs typeface="Times New Roman"/>
            </a:endParaRPr>
          </a:p>
          <a:p>
            <a:pPr algn="just" marL="13970" marR="320040" indent="5080">
              <a:lnSpc>
                <a:spcPct val="136000"/>
              </a:lnSpc>
              <a:spcBef>
                <a:spcPts val="52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number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prime."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NLU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identifies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primality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check.</a:t>
            </a:r>
            <a:r>
              <a:rPr dirty="0" sz="1150" spc="3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module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retrieves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0">
                <a:solidFill>
                  <a:srgbClr val="0F0F0F"/>
                </a:solidFill>
                <a:latin typeface="Times New Roman"/>
                <a:cs typeface="Times New Roman"/>
              </a:rPr>
              <a:t>a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pseudocode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template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primality</a:t>
            </a:r>
            <a:r>
              <a:rPr dirty="0" sz="1150" spc="2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testing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(loop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from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2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n-1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up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750" spc="-200">
                <a:solidFill>
                  <a:srgbClr val="0F0F0F"/>
                </a:solidFill>
                <a:latin typeface="Times New Roman"/>
                <a:cs typeface="Times New Roman"/>
              </a:rPr>
              <a:t>yn,,</a:t>
            </a:r>
            <a:r>
              <a:rPr dirty="0" sz="17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check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divisibility).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Suppose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user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requests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solution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Python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C.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Python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generator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will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produce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func­</a:t>
            </a:r>
            <a:endParaRPr sz="1150">
              <a:latin typeface="Times New Roman"/>
              <a:cs typeface="Times New Roman"/>
            </a:endParaRPr>
          </a:p>
          <a:p>
            <a:pPr algn="just" marL="17780">
              <a:lnSpc>
                <a:spcPct val="100000"/>
              </a:lnSpc>
              <a:spcBef>
                <a:spcPts val="10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tion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80">
                <a:solidFill>
                  <a:srgbClr val="0F0F0F"/>
                </a:solidFill>
                <a:latin typeface="Times New Roman"/>
                <a:cs typeface="Times New Roman"/>
              </a:rPr>
              <a:t>is_prime</a:t>
            </a:r>
            <a:r>
              <a:rPr dirty="0" sz="110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60">
                <a:solidFill>
                  <a:srgbClr val="0F0F0F"/>
                </a:solidFill>
                <a:latin typeface="Times New Roman"/>
                <a:cs typeface="Times New Roman"/>
              </a:rPr>
              <a:t>(n)</a:t>
            </a:r>
            <a:r>
              <a:rPr dirty="0" sz="110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using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00" spc="225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loop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modulo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operations,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whereas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-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C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generator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will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output</a:t>
            </a:r>
            <a:endParaRPr sz="1150">
              <a:latin typeface="Times New Roman"/>
              <a:cs typeface="Times New Roman"/>
            </a:endParaRPr>
          </a:p>
          <a:p>
            <a:pPr algn="just" marL="15875" marR="326390" indent="1905">
              <a:lnSpc>
                <a:spcPct val="173700"/>
              </a:lnSpc>
              <a:spcBef>
                <a:spcPts val="5"/>
              </a:spcBef>
            </a:pP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function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0">
                <a:solidFill>
                  <a:srgbClr val="0F0F0F"/>
                </a:solidFill>
                <a:latin typeface="Times New Roman"/>
                <a:cs typeface="Times New Roman"/>
              </a:rPr>
              <a:t>int</a:t>
            </a:r>
            <a:r>
              <a:rPr dirty="0" sz="1100" spc="13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00" spc="3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65">
                <a:solidFill>
                  <a:srgbClr val="0F0F0F"/>
                </a:solidFill>
                <a:latin typeface="Times New Roman"/>
                <a:cs typeface="Times New Roman"/>
              </a:rPr>
              <a:t>Prime</a:t>
            </a:r>
            <a:r>
              <a:rPr dirty="0" sz="110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110">
                <a:solidFill>
                  <a:srgbClr val="0F0F0F"/>
                </a:solidFill>
                <a:latin typeface="Times New Roman"/>
                <a:cs typeface="Times New Roman"/>
              </a:rPr>
              <a:t>(</a:t>
            </a:r>
            <a:r>
              <a:rPr dirty="0" sz="1100" spc="-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114">
                <a:solidFill>
                  <a:srgbClr val="0F0F0F"/>
                </a:solidFill>
                <a:latin typeface="Times New Roman"/>
                <a:cs typeface="Times New Roman"/>
              </a:rPr>
              <a:t>int</a:t>
            </a:r>
            <a:r>
              <a:rPr dirty="0" sz="1100" spc="17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135">
                <a:solidFill>
                  <a:srgbClr val="282828"/>
                </a:solidFill>
                <a:latin typeface="Times New Roman"/>
                <a:cs typeface="Times New Roman"/>
              </a:rPr>
              <a:t>n)</a:t>
            </a:r>
            <a:r>
              <a:rPr dirty="0" sz="1100">
                <a:solidFill>
                  <a:srgbClr val="282828"/>
                </a:solidFill>
                <a:latin typeface="Times New Roman"/>
                <a:cs typeface="Times New Roman"/>
              </a:rPr>
              <a:t>  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similar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logic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(using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loop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000" spc="-295">
                <a:solidFill>
                  <a:srgbClr val="282828"/>
                </a:solidFill>
                <a:latin typeface="Arial"/>
                <a:cs typeface="Arial"/>
              </a:rPr>
              <a:t>%</a:t>
            </a:r>
            <a:r>
              <a:rPr dirty="0" sz="1000" spc="1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operator),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including any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required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headers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(like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285">
                <a:solidFill>
                  <a:srgbClr val="282828"/>
                </a:solidFill>
                <a:latin typeface="Times New Roman"/>
                <a:cs typeface="Times New Roman"/>
              </a:rPr>
              <a:t>stdio.</a:t>
            </a:r>
            <a:r>
              <a:rPr dirty="0" sz="1100" spc="-13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hor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245">
                <a:solidFill>
                  <a:srgbClr val="282828"/>
                </a:solidFill>
                <a:latin typeface="Times New Roman"/>
                <a:cs typeface="Times New Roman"/>
              </a:rPr>
              <a:t>stdbool.</a:t>
            </a:r>
            <a:r>
              <a:rPr dirty="0" sz="1100" spc="-8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h).These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two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outputs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will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logically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equiv­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alent,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derived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from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282828"/>
                </a:solidFill>
                <a:latin typeface="Times New Roman"/>
                <a:cs typeface="Times New Roman"/>
              </a:rPr>
              <a:t>same</a:t>
            </a:r>
            <a:r>
              <a:rPr dirty="0" sz="1150" spc="-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IR,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but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expressed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30" b="1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differen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282828"/>
                </a:solidFill>
                <a:latin typeface="Times New Roman"/>
                <a:cs typeface="Times New Roman"/>
              </a:rPr>
              <a:t>syntax</a:t>
            </a:r>
            <a:r>
              <a:rPr dirty="0" sz="1150" spc="65">
                <a:solidFill>
                  <a:srgbClr val="282828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(see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Annex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actual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code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outputs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30" b="1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2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scenario).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example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highlights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ho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generalizes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solution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before specializing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per language.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1102" y="8141951"/>
            <a:ext cx="5972810" cy="1036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  <a:tabLst>
                <a:tab pos="342900" algn="l"/>
              </a:tabLst>
            </a:pPr>
            <a:r>
              <a:rPr dirty="0" sz="1700" spc="5" b="1">
                <a:solidFill>
                  <a:srgbClr val="0F0F0F"/>
                </a:solidFill>
                <a:latin typeface="Times New Roman"/>
                <a:cs typeface="Times New Roman"/>
              </a:rPr>
              <a:t>5</a:t>
            </a:r>
            <a:r>
              <a:rPr dirty="0" sz="1700" b="1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700" spc="-10" b="1">
                <a:solidFill>
                  <a:srgbClr val="0F0F0F"/>
                </a:solidFill>
                <a:latin typeface="Times New Roman"/>
                <a:cs typeface="Times New Roman"/>
              </a:rPr>
              <a:t>Implementation</a:t>
            </a:r>
            <a:endParaRPr sz="1700">
              <a:latin typeface="Times New Roman"/>
              <a:cs typeface="Times New Roman"/>
            </a:endParaRPr>
          </a:p>
          <a:p>
            <a:pPr marL="14604" marR="5080" indent="-2540">
              <a:lnSpc>
                <a:spcPct val="174100"/>
              </a:lnSpc>
              <a:spcBef>
                <a:spcPts val="111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implemented</a:t>
            </a:r>
            <a:r>
              <a:rPr dirty="0" sz="1150" spc="2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ISO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C99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broad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compatibility.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choice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was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driven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need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fine-grained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control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over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memory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performance,</a:t>
            </a:r>
            <a:r>
              <a:rPr dirty="0" sz="1150" spc="3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which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critical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devices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10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900310" y="890871"/>
            <a:ext cx="5984240" cy="8098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032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limited</a:t>
            </a:r>
            <a:r>
              <a:rPr dirty="0" sz="1150" spc="2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resources.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section</a:t>
            </a:r>
            <a:r>
              <a:rPr dirty="0" sz="1150" spc="2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outlines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notable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implementation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details,</a:t>
            </a:r>
            <a:r>
              <a:rPr dirty="0" sz="1150" spc="3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including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system</a:t>
            </a:r>
            <a:endParaRPr sz="1150">
              <a:latin typeface="Times New Roman"/>
              <a:cs typeface="Times New Roman"/>
            </a:endParaRPr>
          </a:p>
          <a:p>
            <a:pPr algn="just" marL="15875">
              <a:lnSpc>
                <a:spcPct val="100000"/>
              </a:lnSpc>
              <a:spcBef>
                <a:spcPts val="102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architecture,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optimization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techniques,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supported</a:t>
            </a:r>
            <a:r>
              <a:rPr dirty="0" sz="1150" spc="18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languages.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421005" indent="-40830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21005" algn="l"/>
              </a:tabLst>
            </a:pPr>
            <a:r>
              <a:rPr dirty="0" sz="1400" b="1">
                <a:solidFill>
                  <a:srgbClr val="0F0F0F"/>
                </a:solidFill>
                <a:latin typeface="Times New Roman"/>
                <a:cs typeface="Times New Roman"/>
              </a:rPr>
              <a:t>System</a:t>
            </a:r>
            <a:r>
              <a:rPr dirty="0" sz="1400" spc="16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F0F0F"/>
                </a:solidFill>
                <a:latin typeface="Times New Roman"/>
                <a:cs typeface="Times New Roman"/>
              </a:rPr>
              <a:t>Architecture</a:t>
            </a:r>
            <a:endParaRPr sz="1400">
              <a:latin typeface="Times New Roman"/>
              <a:cs typeface="Times New Roman"/>
            </a:endParaRPr>
          </a:p>
          <a:p>
            <a:pPr algn="just" marL="16510" marR="15875" indent="-1905">
              <a:lnSpc>
                <a:spcPct val="174100"/>
              </a:lnSpc>
              <a:spcBef>
                <a:spcPts val="74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EdgeCoder's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implementation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consists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roughly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15,000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lines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C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organized</a:t>
            </a:r>
            <a:r>
              <a:rPr dirty="0" sz="1150" spc="2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into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modules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correspond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methodology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pipeline:</a:t>
            </a:r>
            <a:endParaRPr sz="1150">
              <a:latin typeface="Times New Roman"/>
              <a:cs typeface="Times New Roman"/>
            </a:endParaRPr>
          </a:p>
          <a:p>
            <a:pPr algn="just" lvl="2" marL="387350" marR="11430" indent="-130175">
              <a:lnSpc>
                <a:spcPct val="173500"/>
              </a:lnSpc>
              <a:spcBef>
                <a:spcPts val="994"/>
              </a:spcBef>
              <a:buFont typeface="Times New Roman"/>
              <a:buChar char="•"/>
              <a:tabLst>
                <a:tab pos="387350" algn="l"/>
                <a:tab pos="389890" algn="l"/>
              </a:tabLst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Core</a:t>
            </a:r>
            <a:r>
              <a:rPr dirty="0" sz="1150" spc="7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Engine:</a:t>
            </a:r>
            <a:r>
              <a:rPr dirty="0" sz="1150" spc="17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Implements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main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loop,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reading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input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queries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orchestrating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NLU,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IR,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phases.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part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also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manages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memory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allocation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intermediate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data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structures.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designed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event-driven,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allowing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integration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into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simple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REPL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(read-eval-print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loop)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interface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Raspberry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Pi.</a:t>
            </a:r>
            <a:endParaRPr sz="1150">
              <a:latin typeface="Times New Roman"/>
              <a:cs typeface="Times New Roman"/>
            </a:endParaRPr>
          </a:p>
          <a:p>
            <a:pPr algn="just" lvl="2" marL="385445" marR="7620" indent="-128270">
              <a:lnSpc>
                <a:spcPct val="173300"/>
              </a:lnSpc>
              <a:spcBef>
                <a:spcPts val="994"/>
              </a:spcBef>
              <a:buFont typeface="Times New Roman"/>
              <a:buChar char="•"/>
              <a:tabLst>
                <a:tab pos="385445" algn="l"/>
                <a:tab pos="387985" algn="l"/>
              </a:tabLst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NLU</a:t>
            </a:r>
            <a:r>
              <a:rPr dirty="0" sz="1150" spc="4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Module:</a:t>
            </a:r>
            <a:r>
              <a:rPr dirty="0" sz="1150" spc="13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Uses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lexicon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pattern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data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loaded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from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text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files.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efficiency,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wrote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custom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tokenizer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uses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finite-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state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automata</a:t>
            </a:r>
            <a:r>
              <a:rPr dirty="0" sz="1150" spc="20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scan</a:t>
            </a:r>
            <a:r>
              <a:rPr dirty="0" sz="1150" spc="18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input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string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single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pass.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Pattern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matching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done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via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hashed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lookup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known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phrases;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pre-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compute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hash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for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each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template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string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(e.g.,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template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 "find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maximum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array")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achieve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constant-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time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matching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input.</a:t>
            </a:r>
            <a:endParaRPr sz="1150">
              <a:latin typeface="Times New Roman"/>
              <a:cs typeface="Times New Roman"/>
            </a:endParaRPr>
          </a:p>
          <a:p>
            <a:pPr algn="just" lvl="2" marL="387350" marR="5080" indent="-130175">
              <a:lnSpc>
                <a:spcPct val="173000"/>
              </a:lnSpc>
              <a:spcBef>
                <a:spcPts val="1025"/>
              </a:spcBef>
              <a:buFont typeface="Times New Roman"/>
              <a:buChar char="•"/>
              <a:tabLst>
                <a:tab pos="388620" algn="l"/>
              </a:tabLst>
            </a:pP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9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Module:</a:t>
            </a:r>
            <a:r>
              <a:rPr dirty="0" sz="1150" spc="254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Represents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pseudocode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internally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tree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structs.</a:t>
            </a:r>
            <a:r>
              <a:rPr dirty="0" sz="1150" spc="3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defined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struct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type</a:t>
            </a:r>
            <a:r>
              <a:rPr dirty="0" sz="1150" spc="-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each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node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(like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10">
                <a:solidFill>
                  <a:srgbClr val="0F0F0F"/>
                </a:solidFill>
                <a:latin typeface="Times New Roman"/>
                <a:cs typeface="Times New Roman"/>
              </a:rPr>
              <a:t>IRNodeType_Loop,</a:t>
            </a:r>
            <a:r>
              <a:rPr dirty="0" sz="110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10">
                <a:solidFill>
                  <a:srgbClr val="0F0F0F"/>
                </a:solidFill>
                <a:latin typeface="Times New Roman"/>
                <a:cs typeface="Times New Roman"/>
              </a:rPr>
              <a:t>IRNodeType_Condi</a:t>
            </a:r>
            <a:r>
              <a:rPr dirty="0" sz="1100" spc="-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75">
                <a:solidFill>
                  <a:srgbClr val="0F0F0F"/>
                </a:solidFill>
                <a:latin typeface="Times New Roman"/>
                <a:cs typeface="Times New Roman"/>
              </a:rPr>
              <a:t>t</a:t>
            </a:r>
            <a:r>
              <a:rPr dirty="0" sz="110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80">
                <a:solidFill>
                  <a:srgbClr val="0F0F0F"/>
                </a:solidFill>
                <a:latin typeface="Times New Roman"/>
                <a:cs typeface="Times New Roman"/>
              </a:rPr>
              <a:t>ion,</a:t>
            </a:r>
            <a:r>
              <a:rPr dirty="0" sz="110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etc.)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0">
                <a:solidFill>
                  <a:srgbClr val="0F0F0F"/>
                </a:solidFill>
                <a:latin typeface="Times New Roman"/>
                <a:cs typeface="Times New Roman"/>
              </a:rPr>
              <a:t>a </a:t>
            </a:r>
            <a:r>
              <a:rPr dirty="0" sz="1150" spc="-5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union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hold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node-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specific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fields.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construction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uses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either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static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templates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(encoded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C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structures)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builder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creates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nodes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based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recognized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Intent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attributes.</a:t>
            </a:r>
            <a:endParaRPr sz="1150">
              <a:latin typeface="Times New Roman"/>
              <a:cs typeface="Times New Roman"/>
            </a:endParaRPr>
          </a:p>
          <a:p>
            <a:pPr algn="just" lvl="2" marL="385445" marR="6985" indent="-128270">
              <a:lnSpc>
                <a:spcPct val="173400"/>
              </a:lnSpc>
              <a:spcBef>
                <a:spcPts val="1019"/>
              </a:spcBef>
              <a:buFont typeface="Times New Roman"/>
              <a:buChar char="•"/>
              <a:tabLst>
                <a:tab pos="385445" algn="l"/>
                <a:tab pos="389890" algn="l"/>
              </a:tabLst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25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Generators:</a:t>
            </a:r>
            <a:r>
              <a:rPr dirty="0" sz="1150" spc="56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hav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262626"/>
                </a:solidFill>
                <a:latin typeface="Times New Roman"/>
                <a:cs typeface="Times New Roman"/>
              </a:rPr>
              <a:t>separate</a:t>
            </a:r>
            <a:r>
              <a:rPr dirty="0" sz="1150" spc="25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source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file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each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262626"/>
                </a:solidFill>
                <a:latin typeface="Times New Roman"/>
                <a:cs typeface="Times New Roman"/>
              </a:rPr>
              <a:t>supported</a:t>
            </a:r>
            <a:r>
              <a:rPr dirty="0" sz="1150" spc="32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3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lan­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guage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(e.g.,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45">
                <a:solidFill>
                  <a:srgbClr val="262626"/>
                </a:solidFill>
                <a:latin typeface="Times New Roman"/>
                <a:cs typeface="Times New Roman"/>
              </a:rPr>
              <a:t>gen_c.</a:t>
            </a:r>
            <a:r>
              <a:rPr dirty="0" sz="1100" spc="-5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00" spc="114">
                <a:solidFill>
                  <a:srgbClr val="262626"/>
                </a:solidFill>
                <a:latin typeface="Times New Roman"/>
                <a:cs typeface="Times New Roman"/>
              </a:rPr>
              <a:t>c,</a:t>
            </a:r>
            <a:r>
              <a:rPr dirty="0" sz="1100" spc="19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00" spc="165">
                <a:solidFill>
                  <a:srgbClr val="0F0F0F"/>
                </a:solidFill>
                <a:latin typeface="Times New Roman"/>
                <a:cs typeface="Times New Roman"/>
              </a:rPr>
              <a:t>gen_python.</a:t>
            </a:r>
            <a:r>
              <a:rPr dirty="0" sz="110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25">
                <a:solidFill>
                  <a:srgbClr val="262626"/>
                </a:solidFill>
                <a:latin typeface="Times New Roman"/>
                <a:cs typeface="Times New Roman"/>
              </a:rPr>
              <a:t>c,</a:t>
            </a:r>
            <a:r>
              <a:rPr dirty="0" sz="1100" spc="17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00" spc="185">
                <a:solidFill>
                  <a:srgbClr val="0F0F0F"/>
                </a:solidFill>
                <a:latin typeface="Times New Roman"/>
                <a:cs typeface="Times New Roman"/>
              </a:rPr>
              <a:t>gen_java.</a:t>
            </a:r>
            <a:r>
              <a:rPr dirty="0" sz="110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150">
                <a:solidFill>
                  <a:srgbClr val="262626"/>
                </a:solidFill>
                <a:latin typeface="Times New Roman"/>
                <a:cs typeface="Times New Roman"/>
              </a:rPr>
              <a:t>c,</a:t>
            </a:r>
            <a:r>
              <a:rPr dirty="0" sz="1100" spc="6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etc.).</a:t>
            </a:r>
            <a:r>
              <a:rPr dirty="0" sz="1150" spc="48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Each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provide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function </a:t>
            </a:r>
            <a:r>
              <a:rPr dirty="0" sz="1100" spc="170">
                <a:solidFill>
                  <a:srgbClr val="0F0F0F"/>
                </a:solidFill>
                <a:latin typeface="Times New Roman"/>
                <a:cs typeface="Times New Roman"/>
              </a:rPr>
              <a:t>Genera</a:t>
            </a:r>
            <a:r>
              <a:rPr dirty="0" sz="1100" spc="170">
                <a:solidFill>
                  <a:srgbClr val="383838"/>
                </a:solidFill>
                <a:latin typeface="Times New Roman"/>
                <a:cs typeface="Times New Roman"/>
              </a:rPr>
              <a:t>t</a:t>
            </a:r>
            <a:r>
              <a:rPr dirty="0" sz="1100" spc="170">
                <a:solidFill>
                  <a:srgbClr val="0F0F0F"/>
                </a:solidFill>
                <a:latin typeface="Times New Roman"/>
                <a:cs typeface="Times New Roman"/>
              </a:rPr>
              <a:t>eCode</a:t>
            </a:r>
            <a:r>
              <a:rPr dirty="0" sz="110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110">
                <a:solidFill>
                  <a:srgbClr val="0F0F0F"/>
                </a:solidFill>
                <a:latin typeface="Times New Roman"/>
                <a:cs typeface="Times New Roman"/>
              </a:rPr>
              <a:t>(</a:t>
            </a:r>
            <a:r>
              <a:rPr dirty="0" sz="110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110">
                <a:solidFill>
                  <a:srgbClr val="0F0F0F"/>
                </a:solidFill>
                <a:latin typeface="Times New Roman"/>
                <a:cs typeface="Times New Roman"/>
              </a:rPr>
              <a:t>I</a:t>
            </a:r>
            <a:r>
              <a:rPr dirty="0" sz="110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90">
                <a:solidFill>
                  <a:srgbClr val="0F0F0F"/>
                </a:solidFill>
                <a:latin typeface="Times New Roman"/>
                <a:cs typeface="Times New Roman"/>
              </a:rPr>
              <a:t>RN</a:t>
            </a:r>
            <a:r>
              <a:rPr dirty="0" sz="1100" spc="90">
                <a:solidFill>
                  <a:srgbClr val="262626"/>
                </a:solidFill>
                <a:latin typeface="Times New Roman"/>
                <a:cs typeface="Times New Roman"/>
              </a:rPr>
              <a:t>ode*</a:t>
            </a:r>
            <a:r>
              <a:rPr dirty="0" sz="1100" spc="-5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00" spc="355">
                <a:solidFill>
                  <a:srgbClr val="0F0F0F"/>
                </a:solidFill>
                <a:latin typeface="Times New Roman"/>
                <a:cs typeface="Times New Roman"/>
              </a:rPr>
              <a:t>roo</a:t>
            </a:r>
            <a:r>
              <a:rPr dirty="0" sz="1100" spc="355">
                <a:solidFill>
                  <a:srgbClr val="383838"/>
                </a:solidFill>
                <a:latin typeface="Times New Roman"/>
                <a:cs typeface="Times New Roman"/>
              </a:rPr>
              <a:t>t</a:t>
            </a:r>
            <a:r>
              <a:rPr dirty="0" sz="1100" spc="355">
                <a:solidFill>
                  <a:srgbClr val="0F0F0F"/>
                </a:solidFill>
                <a:latin typeface="Times New Roman"/>
                <a:cs typeface="Times New Roman"/>
              </a:rPr>
              <a:t>,</a:t>
            </a:r>
            <a:r>
              <a:rPr dirty="0" sz="1100" spc="7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204">
                <a:solidFill>
                  <a:srgbClr val="262626"/>
                </a:solidFill>
                <a:latin typeface="Times New Roman"/>
                <a:cs typeface="Times New Roman"/>
              </a:rPr>
              <a:t>char*</a:t>
            </a:r>
            <a:r>
              <a:rPr dirty="0" sz="1100" spc="52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00" spc="229">
                <a:solidFill>
                  <a:srgbClr val="383838"/>
                </a:solidFill>
                <a:latin typeface="Times New Roman"/>
                <a:cs typeface="Times New Roman"/>
              </a:rPr>
              <a:t>o</a:t>
            </a:r>
            <a:r>
              <a:rPr dirty="0" sz="1100" spc="229">
                <a:solidFill>
                  <a:srgbClr val="0F0F0F"/>
                </a:solidFill>
                <a:latin typeface="Times New Roman"/>
                <a:cs typeface="Times New Roman"/>
              </a:rPr>
              <a:t>utputBuffer)</a:t>
            </a:r>
            <a:r>
              <a:rPr dirty="0" sz="110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performs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depth­ 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first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traversa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tree,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appending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language-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specific</a:t>
            </a:r>
            <a:r>
              <a:rPr dirty="0" sz="1150" spc="-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text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into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output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buffer.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took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care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keep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these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generators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consistent;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many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share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similar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logic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differ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only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syntax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details.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11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98746" y="890871"/>
            <a:ext cx="5985510" cy="79222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88620" indent="-129539">
              <a:lnSpc>
                <a:spcPct val="100000"/>
              </a:lnSpc>
              <a:spcBef>
                <a:spcPts val="100"/>
              </a:spcBef>
              <a:buFont typeface="Times New Roman"/>
              <a:buChar char="•"/>
              <a:tabLst>
                <a:tab pos="388620" algn="l"/>
              </a:tabLst>
            </a:pPr>
            <a:r>
              <a:rPr dirty="0" sz="1150" b="1">
                <a:solidFill>
                  <a:srgbClr val="111111"/>
                </a:solidFill>
                <a:latin typeface="Times New Roman"/>
                <a:cs typeface="Times New Roman"/>
              </a:rPr>
              <a:t>Utilities:</a:t>
            </a:r>
            <a:r>
              <a:rPr dirty="0" sz="1150" spc="229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Common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helper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functions</a:t>
            </a:r>
            <a:r>
              <a:rPr dirty="0" sz="11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(for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string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manipulation,</a:t>
            </a:r>
            <a:r>
              <a:rPr dirty="0" sz="11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dynamic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array</a:t>
            </a:r>
            <a:r>
              <a:rPr dirty="0" sz="11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handling,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etc.)</a:t>
            </a:r>
            <a:endParaRPr sz="1150">
              <a:latin typeface="Times New Roman"/>
              <a:cs typeface="Times New Roman"/>
            </a:endParaRPr>
          </a:p>
          <a:p>
            <a:pPr algn="just" marL="387985" marR="19050" indent="1905">
              <a:lnSpc>
                <a:spcPct val="172400"/>
              </a:lnSpc>
              <a:spcBef>
                <a:spcPts val="25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are</a:t>
            </a:r>
            <a:r>
              <a:rPr dirty="0" sz="11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grouped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utility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module.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 avoided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external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dependencies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except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standard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library,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keep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binary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lightweight.</a:t>
            </a:r>
            <a:endParaRPr sz="1150">
              <a:latin typeface="Times New Roman"/>
              <a:cs typeface="Times New Roman"/>
            </a:endParaRPr>
          </a:p>
          <a:p>
            <a:pPr algn="just" marL="17145" marR="8890" indent="-5080">
              <a:lnSpc>
                <a:spcPct val="173300"/>
              </a:lnSpc>
              <a:spcBef>
                <a:spcPts val="994"/>
              </a:spcBef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final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compiled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program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00" spc="175">
                <a:solidFill>
                  <a:srgbClr val="111111"/>
                </a:solidFill>
                <a:latin typeface="Times New Roman"/>
                <a:cs typeface="Times New Roman"/>
              </a:rPr>
              <a:t>(edgecoder)</a:t>
            </a:r>
            <a:r>
              <a:rPr dirty="0" sz="110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occupies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approximately</a:t>
            </a:r>
            <a:r>
              <a:rPr dirty="0" sz="1150" spc="1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1.8</a:t>
            </a:r>
            <a:r>
              <a:rPr dirty="0" sz="11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MB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runs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as a</a:t>
            </a:r>
            <a:r>
              <a:rPr dirty="0" sz="1150" spc="-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console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application.</a:t>
            </a:r>
            <a:r>
              <a:rPr dirty="0" sz="1150" spc="2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It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can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read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input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from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stdin</a:t>
            </a:r>
            <a:r>
              <a:rPr dirty="0" sz="1150" spc="9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(for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interactive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mode)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or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process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text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file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queries</a:t>
            </a:r>
            <a:r>
              <a:rPr dirty="0" sz="11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in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batch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mode.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424815" indent="-410845">
              <a:lnSpc>
                <a:spcPct val="100000"/>
              </a:lnSpc>
              <a:buAutoNum type="arabicPeriod" startAt="2"/>
              <a:tabLst>
                <a:tab pos="424815" algn="l"/>
              </a:tabLst>
            </a:pPr>
            <a:r>
              <a:rPr dirty="0" sz="1450" spc="-20" b="1">
                <a:solidFill>
                  <a:srgbClr val="010101"/>
                </a:solidFill>
                <a:latin typeface="Times New Roman"/>
                <a:cs typeface="Times New Roman"/>
              </a:rPr>
              <a:t>Optimizations</a:t>
            </a:r>
            <a:r>
              <a:rPr dirty="0" sz="1450" spc="75" b="1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450" spc="-45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010101"/>
                </a:solidFill>
                <a:latin typeface="Times New Roman"/>
                <a:cs typeface="Times New Roman"/>
              </a:rPr>
              <a:t>Raspberry</a:t>
            </a:r>
            <a:r>
              <a:rPr dirty="0" sz="1450" spc="15" b="1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450" spc="-25" b="1">
                <a:solidFill>
                  <a:srgbClr val="010101"/>
                </a:solidFill>
                <a:latin typeface="Times New Roman"/>
                <a:cs typeface="Times New Roman"/>
              </a:rPr>
              <a:t>Pi</a:t>
            </a:r>
            <a:endParaRPr sz="1450">
              <a:latin typeface="Times New Roman"/>
              <a:cs typeface="Times New Roman"/>
            </a:endParaRPr>
          </a:p>
          <a:p>
            <a:pPr algn="just" marL="18415" marR="8890" indent="-1270">
              <a:lnSpc>
                <a:spcPct val="174100"/>
              </a:lnSpc>
              <a:spcBef>
                <a:spcPts val="730"/>
              </a:spcBef>
            </a:pP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Running</a:t>
            </a:r>
            <a:r>
              <a:rPr dirty="0" sz="1150" spc="18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Raspberry</a:t>
            </a:r>
            <a:r>
              <a:rPr dirty="0" sz="1150" spc="20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Pi</a:t>
            </a:r>
            <a:r>
              <a:rPr dirty="0" sz="1150" spc="11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(we</a:t>
            </a:r>
            <a:r>
              <a:rPr dirty="0" sz="11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targeted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Pi</a:t>
            </a:r>
            <a:r>
              <a:rPr dirty="0" sz="1150" spc="9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4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Model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B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with</a:t>
            </a:r>
            <a:r>
              <a:rPr dirty="0" sz="11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8GB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RAM)</a:t>
            </a:r>
            <a:r>
              <a:rPr dirty="0" sz="1150" spc="16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required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several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opti­ mizations:</a:t>
            </a:r>
            <a:endParaRPr sz="1150">
              <a:latin typeface="Times New Roman"/>
              <a:cs typeface="Times New Roman"/>
            </a:endParaRPr>
          </a:p>
          <a:p>
            <a:pPr algn="just" lvl="2" marL="386715" marR="10795" indent="-128270">
              <a:lnSpc>
                <a:spcPct val="173300"/>
              </a:lnSpc>
              <a:spcBef>
                <a:spcPts val="1000"/>
              </a:spcBef>
              <a:buClr>
                <a:srgbClr val="010101"/>
              </a:buClr>
              <a:buChar char="•"/>
              <a:tabLst>
                <a:tab pos="386715" algn="l"/>
              </a:tabLst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enabled</a:t>
            </a:r>
            <a:r>
              <a:rPr dirty="0" sz="1150" spc="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10101"/>
                </a:solidFill>
                <a:latin typeface="Arial"/>
                <a:cs typeface="Arial"/>
              </a:rPr>
              <a:t>-03</a:t>
            </a:r>
            <a:r>
              <a:rPr dirty="0" sz="1100" spc="340" b="1">
                <a:solidFill>
                  <a:srgbClr val="01010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optimizations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GCC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made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use</a:t>
            </a:r>
            <a:r>
              <a:rPr dirty="0" sz="11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of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profile-guided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optimization</a:t>
            </a:r>
            <a:r>
              <a:rPr dirty="0" sz="1150" spc="2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(PGO).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collecting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execution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profiles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sample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inputs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recompiling</a:t>
            </a:r>
            <a:r>
              <a:rPr dirty="0" sz="1150">
                <a:solidFill>
                  <a:srgbClr val="3B3B3B"/>
                </a:solidFill>
                <a:latin typeface="Times New Roman"/>
                <a:cs typeface="Times New Roman"/>
              </a:rPr>
              <a:t>,</a:t>
            </a:r>
            <a:r>
              <a:rPr dirty="0" sz="1150" spc="10">
                <a:solidFill>
                  <a:srgbClr val="3B3B3B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gained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about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15-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20%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speedup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common</a:t>
            </a:r>
            <a:r>
              <a:rPr dirty="0" sz="1150" spc="1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execution</a:t>
            </a:r>
            <a:r>
              <a:rPr dirty="0" sz="1150" spc="1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paths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(like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string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parsing).</a:t>
            </a:r>
            <a:endParaRPr sz="1150">
              <a:latin typeface="Times New Roman"/>
              <a:cs typeface="Times New Roman"/>
            </a:endParaRPr>
          </a:p>
          <a:p>
            <a:pPr algn="just" lvl="2" marL="387350" marR="5080" indent="-128270">
              <a:lnSpc>
                <a:spcPct val="173300"/>
              </a:lnSpc>
              <a:spcBef>
                <a:spcPts val="994"/>
              </a:spcBef>
              <a:buChar char="•"/>
              <a:tabLst>
                <a:tab pos="387350" algn="l"/>
                <a:tab pos="389890" algn="l"/>
              </a:tabLst>
            </a:pP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Memory</a:t>
            </a:r>
            <a:r>
              <a:rPr dirty="0" sz="11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allocation</a:t>
            </a:r>
            <a:r>
              <a:rPr dirty="0" sz="11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1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concern</a:t>
            </a:r>
            <a:r>
              <a:rPr dirty="0" sz="1150" spc="2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1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long-running</a:t>
            </a:r>
            <a:r>
              <a:rPr dirty="0" sz="11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processes.</a:t>
            </a:r>
            <a:r>
              <a:rPr dirty="0" sz="1150" spc="4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implemented</a:t>
            </a:r>
            <a:r>
              <a:rPr dirty="0" sz="1150" spc="2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111111"/>
                </a:solidFill>
                <a:latin typeface="Times New Roman"/>
                <a:cs typeface="Times New Roman"/>
              </a:rPr>
              <a:t>cus­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tom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111111"/>
                </a:solidFill>
                <a:latin typeface="Times New Roman"/>
                <a:cs typeface="Times New Roman"/>
              </a:rPr>
              <a:t>memory</a:t>
            </a:r>
            <a:r>
              <a:rPr dirty="0" sz="1150" spc="160" b="1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10101"/>
                </a:solidFill>
                <a:latin typeface="Times New Roman"/>
                <a:cs typeface="Times New Roman"/>
              </a:rPr>
              <a:t>pool</a:t>
            </a:r>
            <a:r>
              <a:rPr dirty="0" sz="1150" spc="135" b="1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IR</a:t>
            </a:r>
            <a:r>
              <a:rPr dirty="0" sz="11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nodes</a:t>
            </a:r>
            <a:r>
              <a:rPr dirty="0" sz="1150" spc="12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avoid</a:t>
            </a:r>
            <a:r>
              <a:rPr dirty="0" sz="1150" spc="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fragmentation.</a:t>
            </a:r>
            <a:r>
              <a:rPr dirty="0" sz="1150" spc="2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All</a:t>
            </a:r>
            <a:r>
              <a:rPr dirty="0" sz="11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IR</a:t>
            </a:r>
            <a:r>
              <a:rPr dirty="0" sz="1150" spc="200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nodes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are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allocated</a:t>
            </a:r>
            <a:r>
              <a:rPr dirty="0" sz="1150" spc="1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from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50">
                <a:solidFill>
                  <a:srgbClr val="111111"/>
                </a:solidFill>
                <a:latin typeface="Times New Roman"/>
                <a:cs typeface="Times New Roman"/>
              </a:rPr>
              <a:t>a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contiguous</a:t>
            </a:r>
            <a:r>
              <a:rPr dirty="0" sz="1150" spc="1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pool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freed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en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masse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after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generation,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which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reduces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malloc/free</a:t>
            </a:r>
            <a:r>
              <a:rPr dirty="0" sz="1150" spc="10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calls.</a:t>
            </a:r>
            <a:endParaRPr sz="1150">
              <a:latin typeface="Times New Roman"/>
              <a:cs typeface="Times New Roman"/>
            </a:endParaRPr>
          </a:p>
          <a:p>
            <a:pPr algn="just" lvl="2" marL="386080" marR="10795" indent="-127000">
              <a:lnSpc>
                <a:spcPct val="173300"/>
              </a:lnSpc>
              <a:spcBef>
                <a:spcPts val="1019"/>
              </a:spcBef>
              <a:buClr>
                <a:srgbClr val="010101"/>
              </a:buClr>
              <a:buChar char="•"/>
              <a:tabLst>
                <a:tab pos="387985" algn="l"/>
              </a:tabLst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2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tasks</a:t>
            </a:r>
            <a:r>
              <a:rPr dirty="0" sz="11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that</a:t>
            </a:r>
            <a:r>
              <a:rPr dirty="0" sz="1150" spc="20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involve</a:t>
            </a:r>
            <a:r>
              <a:rPr dirty="0" sz="1150" spc="2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known</a:t>
            </a:r>
            <a:r>
              <a:rPr dirty="0" sz="1150" spc="25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algorithms,</a:t>
            </a:r>
            <a:r>
              <a:rPr dirty="0" sz="1150" spc="3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1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sometimes</a:t>
            </a:r>
            <a:r>
              <a:rPr dirty="0" sz="1150" spc="2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bypass</a:t>
            </a:r>
            <a:r>
              <a:rPr dirty="0" sz="1150" spc="2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dynamic</a:t>
            </a:r>
            <a:r>
              <a:rPr dirty="0" sz="1150" spc="2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3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and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instead</a:t>
            </a:r>
            <a:r>
              <a:rPr dirty="0" sz="1150" spc="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retrieve</a:t>
            </a:r>
            <a:r>
              <a:rPr dirty="0" sz="1150" spc="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pre-written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code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solution.</a:t>
            </a:r>
            <a:r>
              <a:rPr dirty="0" sz="1150" spc="13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These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solutions</a:t>
            </a:r>
            <a:r>
              <a:rPr dirty="0" sz="1150" spc="4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(in</a:t>
            </a:r>
            <a:r>
              <a:rPr dirty="0" sz="11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IR</a:t>
            </a:r>
            <a:r>
              <a:rPr dirty="0" sz="11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form)</a:t>
            </a:r>
            <a:r>
              <a:rPr dirty="0" sz="1150" spc="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classic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problems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(sorting,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searching,</a:t>
            </a:r>
            <a:r>
              <a:rPr dirty="0" sz="11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etc.)</a:t>
            </a:r>
            <a:r>
              <a:rPr dirty="0" sz="1150" spc="4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are</a:t>
            </a:r>
            <a:r>
              <a:rPr dirty="0" sz="1150" spc="1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stored</a:t>
            </a:r>
            <a:r>
              <a:rPr dirty="0" sz="1150" spc="165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and</a:t>
            </a:r>
            <a:r>
              <a:rPr dirty="0" sz="11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reused.</a:t>
            </a:r>
            <a:r>
              <a:rPr dirty="0" sz="1150" spc="43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This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acts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like</a:t>
            </a:r>
            <a:r>
              <a:rPr dirty="0" sz="1150" spc="1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small</a:t>
            </a:r>
            <a:r>
              <a:rPr dirty="0" sz="1150" spc="2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built-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library</a:t>
            </a:r>
            <a:r>
              <a:rPr dirty="0" sz="1150" spc="2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and 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262626"/>
                </a:solidFill>
                <a:latin typeface="Times New Roman"/>
                <a:cs typeface="Times New Roman"/>
              </a:rPr>
              <a:t>saves</a:t>
            </a:r>
            <a:r>
              <a:rPr dirty="0" sz="1150" spc="130">
                <a:solidFill>
                  <a:srgbClr val="262626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time</a:t>
            </a:r>
            <a:r>
              <a:rPr dirty="0" sz="1150" spc="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compared</a:t>
            </a:r>
            <a:r>
              <a:rPr dirty="0" sz="1150" spc="1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to</a:t>
            </a:r>
            <a:r>
              <a:rPr dirty="0" sz="1150" spc="6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constructing</a:t>
            </a:r>
            <a:r>
              <a:rPr dirty="0" sz="1150" spc="2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algorithm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from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scratch.</a:t>
            </a:r>
            <a:r>
              <a:rPr dirty="0" sz="1150" spc="18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library</a:t>
            </a:r>
            <a:r>
              <a:rPr dirty="0" sz="1150" spc="1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was</a:t>
            </a:r>
            <a:r>
              <a:rPr dirty="0" sz="1150" spc="8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populated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by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mining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simple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algorithms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from</a:t>
            </a:r>
            <a:r>
              <a:rPr dirty="0" sz="1150" spc="7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resources</a:t>
            </a:r>
            <a:r>
              <a:rPr dirty="0" sz="1150" spc="114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like</a:t>
            </a:r>
            <a:r>
              <a:rPr dirty="0" sz="1150" spc="2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Rosetta</a:t>
            </a:r>
            <a:r>
              <a:rPr dirty="0" sz="1150" spc="12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Code.</a:t>
            </a:r>
            <a:endParaRPr sz="1150">
              <a:latin typeface="Times New Roman"/>
              <a:cs typeface="Times New Roman"/>
            </a:endParaRPr>
          </a:p>
          <a:p>
            <a:pPr algn="just" lvl="2" marL="384810" marR="8255" indent="-126364">
              <a:lnSpc>
                <a:spcPct val="174100"/>
              </a:lnSpc>
              <a:spcBef>
                <a:spcPts val="985"/>
              </a:spcBef>
              <a:buClr>
                <a:srgbClr val="010101"/>
              </a:buClr>
              <a:buChar char="•"/>
              <a:tabLst>
                <a:tab pos="389890" algn="l"/>
              </a:tabLst>
            </a:pP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Since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the</a:t>
            </a:r>
            <a:r>
              <a:rPr dirty="0" sz="1150" spc="-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10101"/>
                </a:solidFill>
                <a:latin typeface="Times New Roman"/>
                <a:cs typeface="Times New Roman"/>
              </a:rPr>
              <a:t>Raspberry</a:t>
            </a:r>
            <a:r>
              <a:rPr dirty="0" sz="1150" spc="7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Pi's</a:t>
            </a:r>
            <a:r>
              <a:rPr dirty="0" sz="1150" spc="-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CPU has</a:t>
            </a:r>
            <a:r>
              <a:rPr dirty="0" sz="1150" spc="-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limited</a:t>
            </a:r>
            <a:r>
              <a:rPr dirty="0" sz="1150" spc="5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floating-point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performance,</a:t>
            </a:r>
            <a:r>
              <a:rPr dirty="0" sz="1150" spc="14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-3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avoid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floating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point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operations</a:t>
            </a:r>
            <a:r>
              <a:rPr dirty="0" sz="1150" spc="7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unless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necessary.</a:t>
            </a:r>
            <a:r>
              <a:rPr dirty="0" sz="1150" spc="1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For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example,</a:t>
            </a:r>
            <a:r>
              <a:rPr dirty="0" sz="1150" spc="9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in</a:t>
            </a:r>
            <a:r>
              <a:rPr dirty="0" sz="1150" spc="1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checking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primes,</a:t>
            </a:r>
            <a:r>
              <a:rPr dirty="0" sz="1150" spc="10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we</a:t>
            </a:r>
            <a:r>
              <a:rPr dirty="0" sz="1150" spc="2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use integer</a:t>
            </a:r>
            <a:r>
              <a:rPr dirty="0" sz="1150" spc="4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arithmetic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111111"/>
                </a:solidFill>
                <a:latin typeface="Times New Roman"/>
                <a:cs typeface="Times New Roman"/>
              </a:rPr>
              <a:t>(i*i </a:t>
            </a:r>
            <a:r>
              <a:rPr dirty="0" sz="1150" spc="-20">
                <a:solidFill>
                  <a:srgbClr val="111111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111111"/>
                </a:solidFill>
                <a:latin typeface="Arial"/>
                <a:cs typeface="Arial"/>
              </a:rPr>
              <a:t>i=</a:t>
            </a:r>
            <a:r>
              <a:rPr dirty="0" sz="1150" spc="10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n)</a:t>
            </a:r>
            <a:r>
              <a:rPr dirty="0" sz="1150" spc="2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rather</a:t>
            </a:r>
            <a:r>
              <a:rPr dirty="0" sz="1150" spc="9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than</a:t>
            </a:r>
            <a:r>
              <a:rPr dirty="0" sz="1150" spc="6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computing</a:t>
            </a:r>
            <a:r>
              <a:rPr dirty="0" sz="1150" spc="1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11111"/>
                </a:solidFill>
                <a:latin typeface="Times New Roman"/>
                <a:cs typeface="Times New Roman"/>
              </a:rPr>
              <a:t>square</a:t>
            </a:r>
            <a:r>
              <a:rPr dirty="0" sz="1150" spc="5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11111"/>
                </a:solidFill>
                <a:latin typeface="Times New Roman"/>
                <a:cs typeface="Times New Roman"/>
              </a:rPr>
              <a:t>roots.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12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98746" y="890871"/>
            <a:ext cx="5985510" cy="3849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has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been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tested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 Raspberry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Pi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4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running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64-bit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Linux.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our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tests,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each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query</a:t>
            </a:r>
            <a:endParaRPr sz="1150">
              <a:latin typeface="Times New Roman"/>
              <a:cs typeface="Times New Roman"/>
            </a:endParaRPr>
          </a:p>
          <a:p>
            <a:pPr algn="just" marL="14604" marR="7620" indent="3810">
              <a:lnSpc>
                <a:spcPct val="173300"/>
              </a:lnSpc>
              <a:spcBef>
                <a:spcPts val="1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typically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uses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under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100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MB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RAM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at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peak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(during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stage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if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 IR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large)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and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execution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times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range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from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under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1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second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simple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one-function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outputs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few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seconds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for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more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complex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tasks.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reasonable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interactive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performance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offline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assistant.</a:t>
            </a:r>
            <a:endParaRPr sz="1150">
              <a:latin typeface="Times New Roman"/>
              <a:cs typeface="Times New Roman"/>
            </a:endParaRPr>
          </a:p>
          <a:p>
            <a:pPr algn="just" marL="19050" indent="221615">
              <a:lnSpc>
                <a:spcPct val="100000"/>
              </a:lnSpc>
              <a:spcBef>
                <a:spcPts val="10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also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noted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NLU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stages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each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consume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significant</a:t>
            </a:r>
            <a:r>
              <a:rPr dirty="0" sz="1150" spc="16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portion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endParaRPr sz="1150">
              <a:latin typeface="Times New Roman"/>
              <a:cs typeface="Times New Roman"/>
            </a:endParaRPr>
          </a:p>
          <a:p>
            <a:pPr algn="just" marL="15875" marR="5080" indent="2540">
              <a:lnSpc>
                <a:spcPct val="173300"/>
              </a:lnSpc>
              <a:spcBef>
                <a:spcPts val="1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runtime,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whereas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IR</a:t>
            </a:r>
            <a:r>
              <a:rPr dirty="0" sz="1150" spc="14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construction</a:t>
            </a:r>
            <a:r>
              <a:rPr dirty="0" sz="1150" spc="2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relatively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fast.</a:t>
            </a:r>
            <a:r>
              <a:rPr dirty="0" sz="1150" spc="3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suggests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potential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future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optimizations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(for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instance,</a:t>
            </a:r>
            <a:r>
              <a:rPr dirty="0" sz="1150" spc="2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NLU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made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faster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more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efficient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string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processing</a:t>
            </a:r>
            <a:r>
              <a:rPr dirty="0" sz="1150" spc="2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even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using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0">
                <a:solidFill>
                  <a:srgbClr val="0F0F0F"/>
                </a:solidFill>
                <a:latin typeface="Times New Roman"/>
                <a:cs typeface="Times New Roman"/>
              </a:rPr>
              <a:t>a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small</a:t>
            </a:r>
            <a:r>
              <a:rPr dirty="0" sz="1150" spc="4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neural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if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one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embedded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run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efficiently).</a:t>
            </a:r>
            <a:endParaRPr sz="1150">
              <a:latin typeface="Times New Roman"/>
              <a:cs typeface="Times New Roman"/>
            </a:endParaRPr>
          </a:p>
          <a:p>
            <a:pPr algn="just" marL="15875" marR="7620" indent="222250">
              <a:lnSpc>
                <a:spcPts val="2400"/>
              </a:lnSpc>
              <a:spcBef>
                <a:spcPts val="229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system's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offline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nature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did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not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hinder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responsiveness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tested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scenarios.</a:t>
            </a:r>
            <a:r>
              <a:rPr dirty="0" sz="1150" spc="37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 spc="-10" b="1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7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fact,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running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locally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avoids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any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network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latency,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making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time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first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output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often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faster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than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using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cloud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API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practice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(though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comparison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not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entirely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fair,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cloud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models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far</a:t>
            </a:r>
            <a:endParaRPr sz="1150">
              <a:latin typeface="Times New Roman"/>
              <a:cs typeface="Times New Roman"/>
            </a:endParaRPr>
          </a:p>
          <a:p>
            <a:pPr algn="just" marL="18415" marR="22225">
              <a:lnSpc>
                <a:spcPts val="2380"/>
              </a:lnSpc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more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advanced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quality).</a:t>
            </a:r>
            <a:r>
              <a:rPr dirty="0" sz="1150" spc="3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key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takeaway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successfully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demonstrates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useful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done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on-edge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200" spc="3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near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real-time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many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common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tasks.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8746" y="5166549"/>
            <a:ext cx="5984875" cy="38690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3535" indent="-328930">
              <a:lnSpc>
                <a:spcPct val="100000"/>
              </a:lnSpc>
              <a:spcBef>
                <a:spcPts val="100"/>
              </a:spcBef>
              <a:buAutoNum type="arabicPlain" startAt="6"/>
              <a:tabLst>
                <a:tab pos="343535" algn="l"/>
              </a:tabLst>
            </a:pPr>
            <a:r>
              <a:rPr dirty="0" sz="1700" spc="-10" b="1">
                <a:solidFill>
                  <a:srgbClr val="0F0F0F"/>
                </a:solidFill>
                <a:latin typeface="Times New Roman"/>
                <a:cs typeface="Times New Roman"/>
              </a:rPr>
              <a:t>Discussion</a:t>
            </a:r>
            <a:endParaRPr sz="1700">
              <a:latin typeface="Times New Roman"/>
              <a:cs typeface="Times New Roman"/>
            </a:endParaRPr>
          </a:p>
          <a:p>
            <a:pPr algn="just" marL="18415" marR="9525" indent="-6350">
              <a:lnSpc>
                <a:spcPct val="173300"/>
              </a:lnSpc>
              <a:spcBef>
                <a:spcPts val="115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development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evaluation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offer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several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insights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into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feasibility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offline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multi-language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assistants.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Here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discuss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system's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implications,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limitations,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poten­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tial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improvements.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424180" indent="-408305">
              <a:lnSpc>
                <a:spcPct val="100000"/>
              </a:lnSpc>
              <a:buAutoNum type="arabicPeriod"/>
              <a:tabLst>
                <a:tab pos="424180" algn="l"/>
              </a:tabLst>
            </a:pPr>
            <a:r>
              <a:rPr dirty="0" sz="1450" spc="-10" b="1">
                <a:solidFill>
                  <a:srgbClr val="0F0F0F"/>
                </a:solidFill>
                <a:latin typeface="Times New Roman"/>
                <a:cs typeface="Times New Roman"/>
              </a:rPr>
              <a:t>Portability</a:t>
            </a:r>
            <a:r>
              <a:rPr dirty="0" sz="1450" spc="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450" spc="-4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450" b="1">
                <a:solidFill>
                  <a:srgbClr val="0F0F0F"/>
                </a:solidFill>
                <a:latin typeface="Times New Roman"/>
                <a:cs typeface="Times New Roman"/>
              </a:rPr>
              <a:t>Edge</a:t>
            </a:r>
            <a:r>
              <a:rPr dirty="0" sz="1450" spc="-25" b="1">
                <a:solidFill>
                  <a:srgbClr val="0F0F0F"/>
                </a:solidFill>
                <a:latin typeface="Times New Roman"/>
                <a:cs typeface="Times New Roman"/>
              </a:rPr>
              <a:t> Use-</a:t>
            </a:r>
            <a:r>
              <a:rPr dirty="0" sz="1450" spc="-10" b="1">
                <a:solidFill>
                  <a:srgbClr val="0F0F0F"/>
                </a:solidFill>
                <a:latin typeface="Times New Roman"/>
                <a:cs typeface="Times New Roman"/>
              </a:rPr>
              <a:t>Cases</a:t>
            </a:r>
            <a:endParaRPr sz="1450">
              <a:latin typeface="Times New Roman"/>
              <a:cs typeface="Times New Roman"/>
            </a:endParaRPr>
          </a:p>
          <a:p>
            <a:pPr algn="just" marL="14604" marR="5080" indent="1905">
              <a:lnSpc>
                <a:spcPct val="173400"/>
              </a:lnSpc>
              <a:spcBef>
                <a:spcPts val="74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serves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proof-of-concept</a:t>
            </a:r>
            <a:r>
              <a:rPr dirty="0" sz="1150" spc="-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assistant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brought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environments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previ­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ously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thought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impractical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such</a:t>
            </a:r>
            <a:r>
              <a:rPr dirty="0" sz="1150" spc="8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technology.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benefit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educational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deployments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where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students</a:t>
            </a:r>
            <a:r>
              <a:rPr dirty="0" sz="1150" spc="16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coding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assistant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local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machine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without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internet-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ensuring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 academic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integrity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privacy.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also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integrated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into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IoT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field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systems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(for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example,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assisting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technicians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writing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scripts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embedded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devices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on-site).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portability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means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assistant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be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compiled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various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architectures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(x86,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ARM,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etc.),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indeed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successfully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cross-compiled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13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98746" y="890871"/>
            <a:ext cx="5986780" cy="8288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RISC-V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based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board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well.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430530" indent="-414655">
              <a:lnSpc>
                <a:spcPct val="100000"/>
              </a:lnSpc>
              <a:buAutoNum type="arabicPeriod" startAt="2"/>
              <a:tabLst>
                <a:tab pos="430530" algn="l"/>
              </a:tabLst>
            </a:pPr>
            <a:r>
              <a:rPr dirty="0" sz="1450" spc="-10" b="1">
                <a:solidFill>
                  <a:srgbClr val="0F0F0F"/>
                </a:solidFill>
                <a:latin typeface="Times New Roman"/>
                <a:cs typeface="Times New Roman"/>
              </a:rPr>
              <a:t>Comparison</a:t>
            </a:r>
            <a:r>
              <a:rPr dirty="0" sz="1450" spc="2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450" spc="-10" b="1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450" spc="-6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450" spc="-35" b="1">
                <a:solidFill>
                  <a:srgbClr val="0F0F0F"/>
                </a:solidFill>
                <a:latin typeface="Times New Roman"/>
                <a:cs typeface="Times New Roman"/>
              </a:rPr>
              <a:t>Cloud-</a:t>
            </a:r>
            <a:r>
              <a:rPr dirty="0" sz="1450" b="1">
                <a:solidFill>
                  <a:srgbClr val="0F0F0F"/>
                </a:solidFill>
                <a:latin typeface="Times New Roman"/>
                <a:cs typeface="Times New Roman"/>
              </a:rPr>
              <a:t>Based </a:t>
            </a:r>
            <a:r>
              <a:rPr dirty="0" sz="1450" spc="-10" b="1">
                <a:solidFill>
                  <a:srgbClr val="0F0F0F"/>
                </a:solidFill>
                <a:latin typeface="Times New Roman"/>
                <a:cs typeface="Times New Roman"/>
              </a:rPr>
              <a:t>Models</a:t>
            </a:r>
            <a:endParaRPr sz="1450">
              <a:latin typeface="Times New Roman"/>
              <a:cs typeface="Times New Roman"/>
            </a:endParaRPr>
          </a:p>
          <a:p>
            <a:pPr algn="just" marL="13970" marR="5080" indent="-1905">
              <a:lnSpc>
                <a:spcPct val="173500"/>
              </a:lnSpc>
              <a:spcBef>
                <a:spcPts val="74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There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inherent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trade-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off</a:t>
            </a:r>
            <a:r>
              <a:rPr dirty="0" sz="1150" spc="2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between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power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large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models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efficiency</a:t>
            </a:r>
            <a:r>
              <a:rPr dirty="0" sz="1150" spc="2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smaller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systems.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cannot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compete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coding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prowess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100-billion-parameter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cloud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AI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very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complex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tasks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writing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lengthy,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intricate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codebases.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Instead,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 shines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well-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bounded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problems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boilerplate</a:t>
            </a:r>
            <a:r>
              <a:rPr dirty="0" sz="1150" spc="2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generation.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Interestingly,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our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approach</a:t>
            </a:r>
            <a:r>
              <a:rPr dirty="0" sz="1150" spc="2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combining</a:t>
            </a:r>
            <a:r>
              <a:rPr dirty="0" sz="1150" spc="2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fixed</a:t>
            </a:r>
            <a:r>
              <a:rPr dirty="0" sz="1150" spc="2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templates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simplified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learning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(the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pattern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matching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NLU)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shows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many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"standard"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tasks,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0">
                <a:solidFill>
                  <a:srgbClr val="0F0F0F"/>
                </a:solidFill>
                <a:latin typeface="Times New Roman"/>
                <a:cs typeface="Times New Roman"/>
              </a:rPr>
              <a:t>a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lightweight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system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achieve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results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comparable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giant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model,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at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least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terms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functional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correctness.</a:t>
            </a:r>
            <a:r>
              <a:rPr dirty="0" sz="1150" spc="2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suggests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hybrid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future: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one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imagine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system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local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generation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simple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tasks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calls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out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cloud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service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only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more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complex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queries,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thus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balancing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privacy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capability.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427990" indent="-412115">
              <a:lnSpc>
                <a:spcPct val="100000"/>
              </a:lnSpc>
              <a:buAutoNum type="arabicPeriod" startAt="3"/>
              <a:tabLst>
                <a:tab pos="427990" algn="l"/>
              </a:tabLst>
            </a:pPr>
            <a:r>
              <a:rPr dirty="0" sz="1450" spc="-10" b="1">
                <a:solidFill>
                  <a:srgbClr val="0F0F0F"/>
                </a:solidFill>
                <a:latin typeface="Times New Roman"/>
                <a:cs typeface="Times New Roman"/>
              </a:rPr>
              <a:t>Limitations</a:t>
            </a:r>
            <a:endParaRPr sz="1450">
              <a:latin typeface="Times New Roman"/>
              <a:cs typeface="Times New Roman"/>
            </a:endParaRPr>
          </a:p>
          <a:p>
            <a:pPr algn="just" marL="15240" marR="8890" indent="3175">
              <a:lnSpc>
                <a:spcPct val="173400"/>
              </a:lnSpc>
              <a:spcBef>
                <a:spcPts val="74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clear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limitation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its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reliance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pre-defined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knowledge.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If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user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asks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some­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thing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truly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novel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doesn't</a:t>
            </a:r>
            <a:r>
              <a:rPr dirty="0" sz="1150" spc="2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match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our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templates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simple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strategies,</a:t>
            </a:r>
            <a:r>
              <a:rPr dirty="0" sz="1150" spc="3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system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may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fail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to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produce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useful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output.</a:t>
            </a:r>
            <a:r>
              <a:rPr dirty="0" sz="1150" spc="3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example,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request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like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"simulate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Turing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machine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given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input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tape"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likely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beyond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its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current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scope.</a:t>
            </a:r>
            <a:r>
              <a:rPr dirty="0" sz="1150" spc="4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Large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LLMs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often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handle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such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creative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tasks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bet­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ter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due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broad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training.</a:t>
            </a:r>
            <a:r>
              <a:rPr dirty="0" sz="1150" spc="3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Another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limitation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our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NLU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misinterpret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queries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if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phrased 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unexpectedly-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robust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understanding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hard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without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deeper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semantic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models.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miti­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gated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incorporating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small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(perhaps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distilled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transformer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-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few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hundred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million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parameters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quantized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run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Pi),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area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future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exploration.</a:t>
            </a:r>
            <a:endParaRPr sz="1150">
              <a:latin typeface="Times New Roman"/>
              <a:cs typeface="Times New Roman"/>
            </a:endParaRPr>
          </a:p>
          <a:p>
            <a:pPr marL="15240" marR="8255" indent="224790">
              <a:lnSpc>
                <a:spcPts val="2400"/>
              </a:lnSpc>
              <a:spcBef>
                <a:spcPts val="229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Multi-language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support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EdgeCoder,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while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broad,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also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means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not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every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nuance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each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lan­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guage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handled.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During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testing,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noticed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some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outputs,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though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logically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correct,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might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not</a:t>
            </a:r>
            <a:endParaRPr sz="1150">
              <a:latin typeface="Times New Roman"/>
              <a:cs typeface="Times New Roman"/>
            </a:endParaRPr>
          </a:p>
          <a:p>
            <a:pPr marL="22225" marR="11430" indent="-5080">
              <a:lnSpc>
                <a:spcPts val="2380"/>
              </a:lnSpc>
              <a:spcBef>
                <a:spcPts val="2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optimal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idiomatic.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instance,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Go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generator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initially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produced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iterative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solutions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where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more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Go-idiomatic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recursive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approach</a:t>
            </a:r>
            <a:r>
              <a:rPr dirty="0" sz="1150" spc="2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would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shorter;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Swift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generator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didn't</a:t>
            </a:r>
            <a:endParaRPr sz="1150">
              <a:latin typeface="Times New Roman"/>
              <a:cs typeface="Times New Roman"/>
            </a:endParaRPr>
          </a:p>
          <a:p>
            <a:pPr marL="19685">
              <a:lnSpc>
                <a:spcPct val="100000"/>
              </a:lnSpc>
              <a:spcBef>
                <a:spcPts val="77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utilize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some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Swift's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functional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conveniences.</a:t>
            </a:r>
            <a:r>
              <a:rPr dirty="0" sz="1150" spc="3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These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polish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issues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14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98746" y="890871"/>
            <a:ext cx="5984240" cy="7888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7145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improved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more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rules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examples.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422909" indent="-406400">
              <a:lnSpc>
                <a:spcPct val="100000"/>
              </a:lnSpc>
              <a:buAutoNum type="arabicPeriod" startAt="4"/>
              <a:tabLst>
                <a:tab pos="422909" algn="l"/>
              </a:tabLst>
            </a:pPr>
            <a:r>
              <a:rPr dirty="0" sz="1400" b="1">
                <a:solidFill>
                  <a:srgbClr val="0F0F0F"/>
                </a:solidFill>
                <a:latin typeface="Times New Roman"/>
                <a:cs typeface="Times New Roman"/>
              </a:rPr>
              <a:t>Security</a:t>
            </a:r>
            <a:r>
              <a:rPr dirty="0" sz="1400" spc="13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400" spc="5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0F0F0F"/>
                </a:solidFill>
                <a:latin typeface="Times New Roman"/>
                <a:cs typeface="Times New Roman"/>
              </a:rPr>
              <a:t>Safety</a:t>
            </a:r>
            <a:endParaRPr sz="1400">
              <a:latin typeface="Times New Roman"/>
              <a:cs typeface="Times New Roman"/>
            </a:endParaRPr>
          </a:p>
          <a:p>
            <a:pPr algn="just" marL="15875" marR="6350" indent="1905">
              <a:lnSpc>
                <a:spcPct val="173400"/>
              </a:lnSpc>
              <a:spcBef>
                <a:spcPts val="73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Operating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offline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has security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benefits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(no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prompts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sent</a:t>
            </a:r>
            <a:r>
              <a:rPr dirty="0" sz="1150" spc="6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external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servers),</a:t>
            </a:r>
            <a:r>
              <a:rPr dirty="0" sz="1150" spc="14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but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also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means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onus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user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verify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outputs.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attempted</a:t>
            </a:r>
            <a:r>
              <a:rPr dirty="0" sz="1150" spc="3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include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some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safety</a:t>
            </a:r>
            <a:r>
              <a:rPr dirty="0" sz="1150" spc="21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checks,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such</a:t>
            </a:r>
            <a:r>
              <a:rPr dirty="0" sz="1150" spc="16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limiting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size</a:t>
            </a:r>
            <a:r>
              <a:rPr dirty="0" sz="1150" spc="14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generated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prevent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runaway</a:t>
            </a:r>
            <a:r>
              <a:rPr dirty="0" sz="1150" spc="2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outputs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sanitizing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input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avoid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malicious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commands.</a:t>
            </a:r>
            <a:r>
              <a:rPr dirty="0" sz="1150" spc="2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Since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conceivably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used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sensitive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contexts,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interesting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extension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would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integrate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static</a:t>
            </a:r>
            <a:r>
              <a:rPr dirty="0" sz="1150" spc="10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analysis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tools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check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generated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for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security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vulnerabilities</a:t>
            </a:r>
            <a:r>
              <a:rPr dirty="0" sz="1150" spc="-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unsafe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functions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(especially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languages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like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C).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150">
              <a:latin typeface="Times New Roman"/>
              <a:cs typeface="Times New Roman"/>
            </a:endParaRPr>
          </a:p>
          <a:p>
            <a:pPr lvl="1" marL="427990" indent="-411480">
              <a:lnSpc>
                <a:spcPct val="100000"/>
              </a:lnSpc>
              <a:buAutoNum type="arabicPeriod" startAt="5"/>
              <a:tabLst>
                <a:tab pos="427990" algn="l"/>
              </a:tabLst>
            </a:pPr>
            <a:r>
              <a:rPr dirty="0" sz="1400" b="1">
                <a:solidFill>
                  <a:srgbClr val="0F0F0F"/>
                </a:solidFill>
                <a:latin typeface="Times New Roman"/>
                <a:cs typeface="Times New Roman"/>
              </a:rPr>
              <a:t>Future</a:t>
            </a:r>
            <a:r>
              <a:rPr dirty="0" sz="1400" spc="7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0F0F0F"/>
                </a:solidFill>
                <a:latin typeface="Times New Roman"/>
                <a:cs typeface="Times New Roman"/>
              </a:rPr>
              <a:t>Work</a:t>
            </a:r>
            <a:endParaRPr sz="14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55"/>
              </a:spcBef>
              <a:buClr>
                <a:srgbClr val="0F0F0F"/>
              </a:buClr>
              <a:buFont typeface="Times New Roman"/>
              <a:buAutoNum type="arabicPeriod" startAt="5"/>
            </a:pPr>
            <a:endParaRPr sz="14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There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several</a:t>
            </a:r>
            <a:r>
              <a:rPr dirty="0" sz="1150" spc="14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avenues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extend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research:</a:t>
            </a:r>
            <a:endParaRPr sz="1150">
              <a:latin typeface="Times New Roman"/>
              <a:cs typeface="Times New Roman"/>
            </a:endParaRPr>
          </a:p>
          <a:p>
            <a:pPr algn="just" lvl="2" marL="386715" marR="6985" indent="-128270">
              <a:lnSpc>
                <a:spcPct val="173300"/>
              </a:lnSpc>
              <a:spcBef>
                <a:spcPts val="1020"/>
              </a:spcBef>
              <a:buFont typeface="Times New Roman"/>
              <a:buChar char="•"/>
              <a:tabLst>
                <a:tab pos="386715" algn="l"/>
                <a:tab pos="387985" algn="l"/>
              </a:tabLst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Learning-Enhanced</a:t>
            </a:r>
            <a:r>
              <a:rPr dirty="0" sz="1150" spc="24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NLU:</a:t>
            </a:r>
            <a:r>
              <a:rPr dirty="0" sz="1150" spc="31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Integrating</a:t>
            </a:r>
            <a:r>
              <a:rPr dirty="0" sz="1150" spc="3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2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lightweight</a:t>
            </a:r>
            <a:r>
              <a:rPr dirty="0" sz="1150" spc="3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ML</a:t>
            </a:r>
            <a:r>
              <a:rPr dirty="0" sz="1150" spc="3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</a:t>
            </a:r>
            <a:r>
              <a:rPr dirty="0" sz="1150" spc="2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intent</a:t>
            </a:r>
            <a:r>
              <a:rPr dirty="0" sz="1150" spc="2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classification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improve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system's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ability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recognize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more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diverse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requests.</a:t>
            </a:r>
            <a:r>
              <a:rPr dirty="0" sz="1150" spc="3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Even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small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trans­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former</a:t>
            </a:r>
            <a:r>
              <a:rPr dirty="0" sz="1150" spc="5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well-trained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classifier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code-related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queries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might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boost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accuracy.</a:t>
            </a:r>
            <a:endParaRPr sz="1150">
              <a:latin typeface="Times New Roman"/>
              <a:cs typeface="Times New Roman"/>
            </a:endParaRPr>
          </a:p>
          <a:p>
            <a:pPr algn="just" lvl="2" marL="384810" marR="9525" indent="-126364">
              <a:lnSpc>
                <a:spcPct val="173500"/>
              </a:lnSpc>
              <a:spcBef>
                <a:spcPts val="990"/>
              </a:spcBef>
              <a:buFont typeface="Times New Roman"/>
              <a:buChar char="•"/>
              <a:tabLst>
                <a:tab pos="387985" algn="l"/>
              </a:tabLst>
            </a:pP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Expanding</a:t>
            </a:r>
            <a:r>
              <a:rPr dirty="0" sz="1150" spc="229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18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Knowledge</a:t>
            </a:r>
            <a:r>
              <a:rPr dirty="0" sz="1150" spc="24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Base:</a:t>
            </a:r>
            <a:r>
              <a:rPr dirty="0" sz="1150" spc="37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plan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incorporate</a:t>
            </a:r>
            <a:r>
              <a:rPr dirty="0" sz="1150" spc="2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more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algorithm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templates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and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possibly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user-contributed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examples.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idea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enabling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learn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new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232323"/>
                </a:solidFill>
                <a:latin typeface="Times New Roman"/>
                <a:cs typeface="Times New Roman"/>
              </a:rPr>
              <a:t>solutions </a:t>
            </a:r>
            <a:r>
              <a:rPr dirty="0" sz="1150" spc="-10">
                <a:solidFill>
                  <a:srgbClr val="232323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over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time: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if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user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provides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correct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new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task,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system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could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abstract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and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store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its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library.</a:t>
            </a:r>
            <a:endParaRPr sz="1150">
              <a:latin typeface="Times New Roman"/>
              <a:cs typeface="Times New Roman"/>
            </a:endParaRPr>
          </a:p>
          <a:p>
            <a:pPr algn="just" lvl="2" marL="386715" marR="6350" indent="-128270">
              <a:lnSpc>
                <a:spcPct val="173300"/>
              </a:lnSpc>
              <a:spcBef>
                <a:spcPts val="1000"/>
              </a:spcBef>
              <a:buFont typeface="Times New Roman"/>
              <a:buChar char="•"/>
              <a:tabLst>
                <a:tab pos="386715" algn="l"/>
                <a:tab pos="387985" algn="l"/>
              </a:tabLst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More</a:t>
            </a:r>
            <a:r>
              <a:rPr dirty="0" sz="1150" spc="22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Languages:</a:t>
            </a:r>
            <a:r>
              <a:rPr dirty="0" sz="1150" spc="105" b="1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Support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additional</a:t>
            </a:r>
            <a:r>
              <a:rPr dirty="0" sz="1150" spc="3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2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languages</a:t>
            </a:r>
            <a:r>
              <a:rPr dirty="0" sz="1150" spc="2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(e.g.,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Rust,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Kotlin,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or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MATLAB)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added.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will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test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how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flexible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 IR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is;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may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need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extend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IR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accommodate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unique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features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those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languages.</a:t>
            </a:r>
            <a:endParaRPr sz="1150">
              <a:latin typeface="Times New Roman"/>
              <a:cs typeface="Times New Roman"/>
            </a:endParaRPr>
          </a:p>
          <a:p>
            <a:pPr algn="just" lvl="2" marL="389255" marR="5080" indent="-130175">
              <a:lnSpc>
                <a:spcPct val="174100"/>
              </a:lnSpc>
              <a:spcBef>
                <a:spcPts val="985"/>
              </a:spcBef>
              <a:buFont typeface="Times New Roman"/>
              <a:buChar char="•"/>
              <a:tabLst>
                <a:tab pos="393065" algn="l"/>
              </a:tabLst>
            </a:pP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GUI</a:t>
            </a:r>
            <a:r>
              <a:rPr dirty="0" sz="1150" spc="17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Integration:</a:t>
            </a:r>
            <a:r>
              <a:rPr dirty="0" sz="1150" spc="409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Currently,</a:t>
            </a:r>
            <a:r>
              <a:rPr dirty="0" sz="1150" spc="2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2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command-line</a:t>
            </a:r>
            <a:r>
              <a:rPr dirty="0" sz="1150" spc="2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tool.</a:t>
            </a:r>
            <a:r>
              <a:rPr dirty="0" sz="1150" spc="4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Building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simple</a:t>
            </a:r>
            <a:r>
              <a:rPr dirty="0" sz="1150" spc="17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IDE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plugin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text editor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integration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where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offline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suggestions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pop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up as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you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would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make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15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1145417" y="890871"/>
            <a:ext cx="5735320" cy="1845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4145"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more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user-friendly.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-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feasible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given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performance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is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already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near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real-time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small</a:t>
            </a:r>
            <a:endParaRPr sz="1150">
              <a:latin typeface="Times New Roman"/>
              <a:cs typeface="Times New Roman"/>
            </a:endParaRPr>
          </a:p>
          <a:p>
            <a:pPr marL="144145">
              <a:lnSpc>
                <a:spcPct val="100000"/>
              </a:lnSpc>
              <a:spcBef>
                <a:spcPts val="1025"/>
              </a:spcBef>
            </a:pP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tasks.</a:t>
            </a:r>
            <a:endParaRPr sz="1150">
              <a:latin typeface="Times New Roman"/>
              <a:cs typeface="Times New Roman"/>
            </a:endParaRPr>
          </a:p>
          <a:p>
            <a:pPr algn="just" marL="142240" marR="5080" indent="-130175">
              <a:lnSpc>
                <a:spcPct val="173500"/>
              </a:lnSpc>
              <a:spcBef>
                <a:spcPts val="970"/>
              </a:spcBef>
              <a:buFont typeface="Times New Roman"/>
              <a:buChar char="•"/>
              <a:tabLst>
                <a:tab pos="144145" algn="l"/>
              </a:tabLst>
            </a:pP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Rigorous</a:t>
            </a:r>
            <a:r>
              <a:rPr dirty="0" sz="1150" spc="175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b="1">
                <a:solidFill>
                  <a:srgbClr val="0F0F0F"/>
                </a:solidFill>
                <a:latin typeface="Times New Roman"/>
                <a:cs typeface="Times New Roman"/>
              </a:rPr>
              <a:t>Benchmarks:</a:t>
            </a:r>
            <a:r>
              <a:rPr dirty="0" sz="1150" spc="470" b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Finally,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evaluating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standard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benchmarks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like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Hu­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manEval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MBPP (a</a:t>
            </a:r>
            <a:r>
              <a:rPr dirty="0" sz="1150" spc="-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benchmark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-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-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problems)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would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quantify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how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stands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relative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larger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models.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expect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would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not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score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high,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but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such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evaluation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pin­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	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point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specific</a:t>
            </a:r>
            <a:r>
              <a:rPr dirty="0" sz="1150" spc="12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weakness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address.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8834" y="3167688"/>
            <a:ext cx="5985510" cy="4989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710" algn="l"/>
              </a:tabLst>
            </a:pPr>
            <a:r>
              <a:rPr dirty="0" sz="1700" b="1">
                <a:solidFill>
                  <a:srgbClr val="0F0F0F"/>
                </a:solidFill>
                <a:latin typeface="Times New Roman"/>
                <a:cs typeface="Times New Roman"/>
              </a:rPr>
              <a:t>7	</a:t>
            </a:r>
            <a:r>
              <a:rPr dirty="0" sz="1700" spc="-10" b="1">
                <a:solidFill>
                  <a:srgbClr val="0F0F0F"/>
                </a:solidFill>
                <a:latin typeface="Times New Roman"/>
                <a:cs typeface="Times New Roman"/>
              </a:rPr>
              <a:t>Conclusion</a:t>
            </a:r>
            <a:endParaRPr sz="1700">
              <a:latin typeface="Times New Roman"/>
              <a:cs typeface="Times New Roman"/>
            </a:endParaRPr>
          </a:p>
          <a:p>
            <a:pPr algn="just" marL="15240" marR="5080" indent="-1270">
              <a:lnSpc>
                <a:spcPct val="173600"/>
              </a:lnSpc>
              <a:spcBef>
                <a:spcPts val="112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presented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EdgeCoder,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offline,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C-based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AI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assistant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interpret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natural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language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2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requests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generate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corresponding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ten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languages.</a:t>
            </a:r>
            <a:r>
              <a:rPr dirty="0" sz="1150" spc="25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232323"/>
                </a:solidFill>
                <a:latin typeface="Times New Roman"/>
                <a:cs typeface="Times New Roman"/>
              </a:rPr>
              <a:t>sys­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tem's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design</a:t>
            </a:r>
            <a:r>
              <a:rPr dirty="0" sz="1150" spc="3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emphasizes</a:t>
            </a:r>
            <a:r>
              <a:rPr dirty="0" sz="1150" spc="3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modularity</a:t>
            </a:r>
            <a:r>
              <a:rPr dirty="0" sz="1150" spc="3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(with</a:t>
            </a:r>
            <a:r>
              <a:rPr dirty="0" sz="1150" spc="3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distinct</a:t>
            </a:r>
            <a:r>
              <a:rPr dirty="0" sz="1150" spc="2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NLU,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intermediate</a:t>
            </a:r>
            <a:r>
              <a:rPr dirty="0" sz="1150" spc="3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representation,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code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232323"/>
                </a:solidFill>
                <a:latin typeface="Times New Roman"/>
                <a:cs typeface="Times New Roman"/>
              </a:rPr>
              <a:t>stages)</a:t>
            </a:r>
            <a:r>
              <a:rPr dirty="0" sz="1150" spc="19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efficiency,</a:t>
            </a:r>
            <a:r>
              <a:rPr dirty="0" sz="1150" spc="2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allowing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it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operate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hardware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modest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RaspbeITy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Pi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without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network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connectivity.</a:t>
            </a:r>
            <a:r>
              <a:rPr dirty="0" sz="1150" spc="4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Through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combination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rule-based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lightweight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learning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techniques,</a:t>
            </a:r>
            <a:r>
              <a:rPr dirty="0" sz="1150" spc="2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EdgeCoder</a:t>
            </a:r>
            <a:r>
              <a:rPr dirty="0" sz="1150" spc="2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achieves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high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success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rate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common</a:t>
            </a:r>
            <a:r>
              <a:rPr dirty="0" sz="1150" spc="2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tasks,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bridging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50">
                <a:solidFill>
                  <a:srgbClr val="0F0F0F"/>
                </a:solidFill>
                <a:latin typeface="Times New Roman"/>
                <a:cs typeface="Times New Roman"/>
              </a:rPr>
              <a:t>a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gap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between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powerful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capabilities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large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cloud-backed</a:t>
            </a:r>
            <a:r>
              <a:rPr dirty="0" sz="1150" spc="1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models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practical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constraints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edge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computing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environments.</a:t>
            </a:r>
            <a:endParaRPr sz="1150">
              <a:latin typeface="Times New Roman"/>
              <a:cs typeface="Times New Roman"/>
            </a:endParaRPr>
          </a:p>
          <a:p>
            <a:pPr algn="just" marL="21590" marR="12700" indent="219075">
              <a:lnSpc>
                <a:spcPct val="172400"/>
              </a:lnSpc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Our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work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demonstrates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useful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code</a:t>
            </a:r>
            <a:r>
              <a:rPr dirty="0" sz="1150" spc="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need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not</a:t>
            </a:r>
            <a:r>
              <a:rPr dirty="0" sz="1150" spc="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be exclusive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large-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scale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infras­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tructure.</a:t>
            </a:r>
            <a:r>
              <a:rPr dirty="0" sz="1150" spc="2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By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leveraging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"wisdom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software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crowd"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form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embedded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knowledge</a:t>
            </a:r>
            <a:endParaRPr sz="1150">
              <a:latin typeface="Times New Roman"/>
              <a:cs typeface="Times New Roman"/>
            </a:endParaRPr>
          </a:p>
          <a:p>
            <a:pPr algn="just" marL="14604" marR="7620" indent="2540">
              <a:lnSpc>
                <a:spcPct val="173700"/>
              </a:lnSpc>
              <a:spcBef>
                <a:spcPts val="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focusing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algorithmic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essentials,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offline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assistant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can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provide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meaningful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help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devel­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opers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and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learners.</a:t>
            </a:r>
            <a:r>
              <a:rPr dirty="0" sz="1150" spc="2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We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hope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this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research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inspires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further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innovation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bringing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AI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assistance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to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all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environments,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including</a:t>
            </a:r>
            <a:r>
              <a:rPr dirty="0" sz="1150" spc="2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those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that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are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offline,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private,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or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resource-limited.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The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lessons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learned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from</a:t>
            </a:r>
            <a:r>
              <a:rPr dirty="0" sz="1150" spc="-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EdgeCoder's</a:t>
            </a:r>
            <a:r>
              <a:rPr dirty="0" sz="1150" spc="-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development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highlight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-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importance</a:t>
            </a:r>
            <a:r>
              <a:rPr dirty="0" sz="1150" spc="-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hybrid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approaches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and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domain-specific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optimizations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realizing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the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full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potential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AI</a:t>
            </a:r>
            <a:r>
              <a:rPr dirty="0" sz="1150" spc="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software</a:t>
            </a:r>
            <a:r>
              <a:rPr dirty="0" sz="1150" spc="1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development.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16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900774" y="824243"/>
            <a:ext cx="5988685" cy="4073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dirty="0" sz="1650" spc="-10" b="1">
                <a:solidFill>
                  <a:srgbClr val="0F0F0F"/>
                </a:solidFill>
                <a:latin typeface="Times New Roman"/>
                <a:cs typeface="Times New Roman"/>
              </a:rPr>
              <a:t>References</a:t>
            </a:r>
            <a:endParaRPr sz="1650">
              <a:latin typeface="Times New Roman"/>
              <a:cs typeface="Times New Roman"/>
            </a:endParaRPr>
          </a:p>
          <a:p>
            <a:pPr algn="just" marL="473075" marR="5080" indent="-457834">
              <a:lnSpc>
                <a:spcPct val="173300"/>
              </a:lnSpc>
              <a:spcBef>
                <a:spcPts val="1160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Balog,</a:t>
            </a:r>
            <a:r>
              <a:rPr dirty="0" sz="1150" spc="2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M.,</a:t>
            </a:r>
            <a:r>
              <a:rPr dirty="0" sz="1150" spc="2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Gaunt,</a:t>
            </a:r>
            <a:r>
              <a:rPr dirty="0" sz="1150" spc="3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A.</a:t>
            </a:r>
            <a:r>
              <a:rPr dirty="0" sz="1150" spc="1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L.,</a:t>
            </a:r>
            <a:r>
              <a:rPr dirty="0" sz="1150" spc="2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Brockschmidt,</a:t>
            </a:r>
            <a:r>
              <a:rPr dirty="0" sz="1150" spc="4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M.,</a:t>
            </a:r>
            <a:r>
              <a:rPr dirty="0" sz="1150" spc="3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Nowozin,</a:t>
            </a:r>
            <a:r>
              <a:rPr dirty="0" sz="1150" spc="3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S.,</a:t>
            </a:r>
            <a:r>
              <a:rPr dirty="0" sz="1150" spc="2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&amp;</a:t>
            </a:r>
            <a:r>
              <a:rPr dirty="0" sz="1150" spc="1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Tarlow,</a:t>
            </a:r>
            <a:r>
              <a:rPr dirty="0" sz="1150" spc="2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D.</a:t>
            </a:r>
            <a:r>
              <a:rPr dirty="0" sz="1150" spc="2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(2017).</a:t>
            </a:r>
            <a:r>
              <a:rPr dirty="0" sz="1150" spc="195">
                <a:solidFill>
                  <a:srgbClr val="0F0F0F"/>
                </a:solidFill>
                <a:latin typeface="Times New Roman"/>
                <a:cs typeface="Times New Roman"/>
              </a:rPr>
              <a:t>  </a:t>
            </a:r>
            <a:r>
              <a:rPr dirty="0" sz="1150" spc="-10" i="1">
                <a:solidFill>
                  <a:srgbClr val="0F0F0F"/>
                </a:solidFill>
                <a:latin typeface="Times New Roman"/>
                <a:cs typeface="Times New Roman"/>
              </a:rPr>
              <a:t>DeepCoder:</a:t>
            </a:r>
            <a:r>
              <a:rPr dirty="0" sz="1150" spc="-1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Learning</a:t>
            </a:r>
            <a:r>
              <a:rPr dirty="0" sz="1150" spc="19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to</a:t>
            </a:r>
            <a:r>
              <a:rPr dirty="0" sz="1150" spc="4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F1F1F"/>
                </a:solidFill>
                <a:latin typeface="Times New Roman"/>
                <a:cs typeface="Times New Roman"/>
              </a:rPr>
              <a:t>write</a:t>
            </a:r>
            <a:r>
              <a:rPr dirty="0" sz="1150" spc="145" i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programs.</a:t>
            </a:r>
            <a:r>
              <a:rPr dirty="0" sz="1150" spc="18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In</a:t>
            </a:r>
            <a:r>
              <a:rPr dirty="0" sz="1150" spc="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5th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International</a:t>
            </a:r>
            <a:r>
              <a:rPr dirty="0" sz="1150" spc="18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Conference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Leaming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Representations (ICLR).</a:t>
            </a: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Chen,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M.,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Tworek,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J.,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Jun,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F0F0F"/>
                </a:solidFill>
                <a:latin typeface="Arial"/>
                <a:cs typeface="Arial"/>
              </a:rPr>
              <a:t>H.,</a:t>
            </a:r>
            <a:r>
              <a:rPr dirty="0" sz="1100" spc="80" b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Yuan,</a:t>
            </a:r>
            <a:r>
              <a:rPr dirty="0" sz="1150" spc="1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Q.,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Ponde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de</a:t>
            </a:r>
            <a:r>
              <a:rPr dirty="0" sz="1150" spc="1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Oliveira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Pinto,</a:t>
            </a:r>
            <a:r>
              <a:rPr dirty="0" sz="1150" spc="1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H.,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...</a:t>
            </a:r>
            <a:r>
              <a:rPr dirty="0" sz="1150" spc="3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&amp;</a:t>
            </a:r>
            <a:r>
              <a:rPr dirty="0" sz="1150" spc="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Zaremba</a:t>
            </a:r>
            <a:r>
              <a:rPr dirty="0" sz="1150">
                <a:solidFill>
                  <a:srgbClr val="3A3A3A"/>
                </a:solidFill>
                <a:latin typeface="Times New Roman"/>
                <a:cs typeface="Times New Roman"/>
              </a:rPr>
              <a:t>,</a:t>
            </a:r>
            <a:r>
              <a:rPr dirty="0" sz="1150" spc="70">
                <a:solidFill>
                  <a:srgbClr val="3A3A3A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W.</a:t>
            </a:r>
            <a:r>
              <a:rPr dirty="0" sz="1150" spc="10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(2021).</a:t>
            </a:r>
            <a:endParaRPr sz="1150">
              <a:latin typeface="Times New Roman"/>
              <a:cs typeface="Times New Roman"/>
            </a:endParaRPr>
          </a:p>
          <a:p>
            <a:pPr marL="475615">
              <a:lnSpc>
                <a:spcPct val="100000"/>
              </a:lnSpc>
              <a:spcBef>
                <a:spcPts val="1019"/>
              </a:spcBef>
            </a:pP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Evaluating</a:t>
            </a:r>
            <a:r>
              <a:rPr dirty="0" sz="1150" spc="14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large</a:t>
            </a:r>
            <a:r>
              <a:rPr dirty="0" sz="1150" spc="15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35" i="1">
                <a:solidFill>
                  <a:srgbClr val="0F0F0F"/>
                </a:solidFill>
                <a:latin typeface="Times New Roman"/>
                <a:cs typeface="Times New Roman"/>
              </a:rPr>
              <a:t>Language</a:t>
            </a:r>
            <a:r>
              <a:rPr dirty="0" sz="1150" spc="9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models</a:t>
            </a:r>
            <a:r>
              <a:rPr dirty="0" sz="1150" spc="5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trained</a:t>
            </a:r>
            <a:r>
              <a:rPr dirty="0" sz="1150" spc="13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2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F1F1F"/>
                </a:solidFill>
                <a:latin typeface="Times New Roman"/>
                <a:cs typeface="Times New Roman"/>
              </a:rPr>
              <a:t>code.</a:t>
            </a:r>
            <a:r>
              <a:rPr dirty="0" sz="1150" spc="30" i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arXiv</a:t>
            </a:r>
            <a:r>
              <a:rPr dirty="0" sz="1150" spc="9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preprint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arXiv:2107.03374.</a:t>
            </a:r>
            <a:endParaRPr sz="1150">
              <a:latin typeface="Times New Roman"/>
              <a:cs typeface="Times New Roman"/>
            </a:endParaRPr>
          </a:p>
          <a:p>
            <a:pPr marL="479425" marR="19050" indent="-465455">
              <a:lnSpc>
                <a:spcPts val="2400"/>
              </a:lnSpc>
              <a:spcBef>
                <a:spcPts val="229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Lachaux,</a:t>
            </a:r>
            <a:r>
              <a:rPr dirty="0" sz="1150" spc="2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M.-A.,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Roziere,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F0F0F"/>
                </a:solidFill>
                <a:latin typeface="Arial"/>
                <a:cs typeface="Arial"/>
              </a:rPr>
              <a:t>B.,</a:t>
            </a:r>
            <a:r>
              <a:rPr dirty="0" sz="1100" spc="125" b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Chanussot,</a:t>
            </a:r>
            <a:r>
              <a:rPr dirty="0" sz="1150" spc="229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L.,</a:t>
            </a:r>
            <a:r>
              <a:rPr dirty="0" sz="1150" spc="1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&amp;</a:t>
            </a:r>
            <a:r>
              <a:rPr dirty="0" sz="115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Lample,</a:t>
            </a:r>
            <a:r>
              <a:rPr dirty="0" sz="1150" spc="21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G.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(2020).</a:t>
            </a:r>
            <a:r>
              <a:rPr dirty="0" sz="1150" spc="4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Unsupervised</a:t>
            </a:r>
            <a:r>
              <a:rPr dirty="0" sz="1150" spc="37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translation</a:t>
            </a:r>
            <a:r>
              <a:rPr dirty="0" sz="1150" spc="24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25" i="1">
                <a:solidFill>
                  <a:srgbClr val="0F0F0F"/>
                </a:solidFill>
                <a:latin typeface="Times New Roman"/>
                <a:cs typeface="Times New Roman"/>
              </a:rPr>
              <a:t>of</a:t>
            </a:r>
            <a:r>
              <a:rPr dirty="0" sz="1150" spc="-2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programming</a:t>
            </a:r>
            <a:r>
              <a:rPr dirty="0" sz="1150" spc="19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languages.</a:t>
            </a:r>
            <a:r>
              <a:rPr dirty="0" sz="1150" spc="10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arXiv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preprint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arXiv:2006.03511.</a:t>
            </a:r>
            <a:endParaRPr sz="115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75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Li,</a:t>
            </a:r>
            <a:r>
              <a:rPr dirty="0" sz="1150" spc="10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40">
                <a:solidFill>
                  <a:srgbClr val="0F0F0F"/>
                </a:solidFill>
                <a:latin typeface="Times New Roman"/>
                <a:cs typeface="Times New Roman"/>
              </a:rPr>
              <a:t>Y.,</a:t>
            </a:r>
            <a:r>
              <a:rPr dirty="0" sz="1150" spc="6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Choi, </a:t>
            </a:r>
            <a:r>
              <a:rPr dirty="0" sz="1100">
                <a:solidFill>
                  <a:srgbClr val="0F0F0F"/>
                </a:solidFill>
                <a:latin typeface="Arial"/>
                <a:cs typeface="Arial"/>
              </a:rPr>
              <a:t>D.,</a:t>
            </a:r>
            <a:r>
              <a:rPr dirty="0" sz="1100" spc="10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Chung,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 spc="-40" b="1">
                <a:solidFill>
                  <a:srgbClr val="0F0F0F"/>
                </a:solidFill>
                <a:latin typeface="Arial"/>
                <a:cs typeface="Arial"/>
              </a:rPr>
              <a:t>J.,</a:t>
            </a:r>
            <a:r>
              <a:rPr dirty="0" sz="1100" spc="40" b="1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Kushman,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N.,</a:t>
            </a:r>
            <a:r>
              <a:rPr dirty="0" sz="1150" spc="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Schrittwieser,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J.,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...</a:t>
            </a:r>
            <a:r>
              <a:rPr dirty="0" sz="1150" spc="28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 spc="50">
                <a:solidFill>
                  <a:srgbClr val="0F0F0F"/>
                </a:solidFill>
                <a:latin typeface="Times New Roman"/>
                <a:cs typeface="Times New Roman"/>
              </a:rPr>
              <a:t>&amp;</a:t>
            </a:r>
            <a:r>
              <a:rPr dirty="0" sz="1150" spc="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Vinyals,</a:t>
            </a:r>
            <a:r>
              <a:rPr dirty="0" sz="1150" spc="9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0F0F0F"/>
                </a:solidFill>
                <a:latin typeface="Arial"/>
                <a:cs typeface="Arial"/>
              </a:rPr>
              <a:t>0.</a:t>
            </a:r>
            <a:r>
              <a:rPr dirty="0" sz="1100" spc="29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(2022).</a:t>
            </a:r>
            <a:r>
              <a:rPr dirty="0" sz="1150" spc="15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 i="1">
                <a:solidFill>
                  <a:srgbClr val="0F0F0F"/>
                </a:solidFill>
                <a:latin typeface="Times New Roman"/>
                <a:cs typeface="Times New Roman"/>
              </a:rPr>
              <a:t>Competition­</a:t>
            </a:r>
            <a:endParaRPr sz="1150">
              <a:latin typeface="Times New Roman"/>
              <a:cs typeface="Times New Roman"/>
            </a:endParaRPr>
          </a:p>
          <a:p>
            <a:pPr marL="473075">
              <a:lnSpc>
                <a:spcPct val="100000"/>
              </a:lnSpc>
              <a:spcBef>
                <a:spcPts val="1019"/>
              </a:spcBef>
            </a:pP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level</a:t>
            </a:r>
            <a:r>
              <a:rPr dirty="0" sz="1150" spc="27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F1F1F"/>
                </a:solidFill>
                <a:latin typeface="Times New Roman"/>
                <a:cs typeface="Times New Roman"/>
              </a:rPr>
              <a:t>code</a:t>
            </a:r>
            <a:r>
              <a:rPr dirty="0" sz="1150" spc="310" i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F1F1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305" i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withAlphaCode.</a:t>
            </a:r>
            <a:r>
              <a:rPr dirty="0" sz="1150" spc="16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Science,</a:t>
            </a:r>
            <a:r>
              <a:rPr dirty="0" sz="1150" spc="16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378(6624),</a:t>
            </a:r>
            <a:r>
              <a:rPr dirty="0" sz="1150" spc="18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1092-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1097.</a:t>
            </a:r>
            <a:endParaRPr sz="1150">
              <a:latin typeface="Times New Roman"/>
              <a:cs typeface="Times New Roman"/>
            </a:endParaRPr>
          </a:p>
          <a:p>
            <a:pPr marL="482600" marR="17145" indent="-470534">
              <a:lnSpc>
                <a:spcPts val="2400"/>
              </a:lnSpc>
              <a:spcBef>
                <a:spcPts val="229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Murali,</a:t>
            </a:r>
            <a:r>
              <a:rPr dirty="0" sz="1150" spc="16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200" spc="-25">
                <a:solidFill>
                  <a:srgbClr val="0F0F0F"/>
                </a:solidFill>
                <a:latin typeface="Times New Roman"/>
                <a:cs typeface="Times New Roman"/>
              </a:rPr>
              <a:t>V.,</a:t>
            </a:r>
            <a:r>
              <a:rPr dirty="0" sz="1200" spc="1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Qi,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L.,</a:t>
            </a:r>
            <a:r>
              <a:rPr dirty="0" sz="1150" spc="1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Chaudhuri,</a:t>
            </a:r>
            <a:r>
              <a:rPr dirty="0" sz="1150" spc="20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S.,</a:t>
            </a:r>
            <a:r>
              <a:rPr dirty="0" sz="1150" spc="114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&amp;</a:t>
            </a:r>
            <a:r>
              <a:rPr dirty="0" sz="1150" spc="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Jermaine,</a:t>
            </a:r>
            <a:r>
              <a:rPr dirty="0" sz="1150" spc="17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C.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(2018).</a:t>
            </a:r>
            <a:r>
              <a:rPr dirty="0" sz="1150" spc="34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Neural</a:t>
            </a:r>
            <a:r>
              <a:rPr dirty="0" sz="1150" spc="22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F1F1F"/>
                </a:solidFill>
                <a:latin typeface="Times New Roman"/>
                <a:cs typeface="Times New Roman"/>
              </a:rPr>
              <a:t>sketch</a:t>
            </a:r>
            <a:r>
              <a:rPr dirty="0" sz="1150" spc="95" i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learning</a:t>
            </a:r>
            <a:r>
              <a:rPr dirty="0" sz="1150" spc="22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for</a:t>
            </a:r>
            <a:r>
              <a:rPr dirty="0" sz="1150" spc="8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 i="1">
                <a:solidFill>
                  <a:srgbClr val="1F1F1F"/>
                </a:solidFill>
                <a:latin typeface="Times New Roman"/>
                <a:cs typeface="Times New Roman"/>
              </a:rPr>
              <a:t>conditional</a:t>
            </a:r>
            <a:r>
              <a:rPr dirty="0" sz="1150" spc="-10" i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program</a:t>
            </a:r>
            <a:r>
              <a:rPr dirty="0" sz="1150" spc="20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 i="1">
                <a:solidFill>
                  <a:srgbClr val="0F0F0F"/>
                </a:solidFill>
                <a:latin typeface="Times New Roman"/>
                <a:cs typeface="Times New Roman"/>
              </a:rPr>
              <a:t>generation</a:t>
            </a:r>
            <a:r>
              <a:rPr dirty="0" sz="1150" spc="10" i="1">
                <a:solidFill>
                  <a:srgbClr val="3A3A3A"/>
                </a:solidFill>
                <a:latin typeface="Times New Roman"/>
                <a:cs typeface="Times New Roman"/>
              </a:rPr>
              <a:t>.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In</a:t>
            </a:r>
            <a:r>
              <a:rPr dirty="0" sz="1150" spc="-2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6th</a:t>
            </a:r>
            <a:r>
              <a:rPr dirty="0" sz="1150" spc="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International</a:t>
            </a:r>
            <a:r>
              <a:rPr dirty="0" sz="1150" spc="8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Conference</a:t>
            </a:r>
            <a:r>
              <a:rPr dirty="0" sz="1150" spc="8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on</a:t>
            </a:r>
            <a:r>
              <a:rPr dirty="0" sz="1150" spc="-2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F0F0F"/>
                </a:solidFill>
                <a:latin typeface="Times New Roman"/>
                <a:cs typeface="Times New Roman"/>
              </a:rPr>
              <a:t>Leaming</a:t>
            </a:r>
            <a:r>
              <a:rPr dirty="0" sz="1150" spc="3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10101"/>
                </a:solidFill>
                <a:latin typeface="Times New Roman"/>
                <a:cs typeface="Times New Roman"/>
              </a:rPr>
              <a:t>Representations</a:t>
            </a:r>
            <a:r>
              <a:rPr dirty="0" sz="1150" spc="-85">
                <a:solidFill>
                  <a:srgbClr val="010101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(ICLR).</a:t>
            </a:r>
            <a:endParaRPr sz="1150">
              <a:latin typeface="Times New Roman"/>
              <a:cs typeface="Times New Roman"/>
            </a:endParaRPr>
          </a:p>
          <a:p>
            <a:pPr marL="15875">
              <a:lnSpc>
                <a:spcPct val="100000"/>
              </a:lnSpc>
              <a:spcBef>
                <a:spcPts val="775"/>
              </a:spcBef>
            </a:pP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OpenAI.</a:t>
            </a:r>
            <a:r>
              <a:rPr dirty="0" sz="1150" spc="75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(2023).</a:t>
            </a:r>
            <a:r>
              <a:rPr dirty="0" sz="1150" spc="15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GPT-4</a:t>
            </a:r>
            <a:r>
              <a:rPr dirty="0" sz="1150" spc="6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1F1F1F"/>
                </a:solidFill>
                <a:latin typeface="Times New Roman"/>
                <a:cs typeface="Times New Roman"/>
              </a:rPr>
              <a:t>technical</a:t>
            </a:r>
            <a:r>
              <a:rPr dirty="0" sz="1150" spc="155" i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 i="1">
                <a:solidFill>
                  <a:srgbClr val="0F0F0F"/>
                </a:solidFill>
                <a:latin typeface="Times New Roman"/>
                <a:cs typeface="Times New Roman"/>
              </a:rPr>
              <a:t>report.</a:t>
            </a:r>
            <a:r>
              <a:rPr dirty="0" sz="1150" spc="55" i="1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arXiv</a:t>
            </a:r>
            <a:r>
              <a:rPr dirty="0" sz="1150" spc="14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F0F0F"/>
                </a:solidFill>
                <a:latin typeface="Times New Roman"/>
                <a:cs typeface="Times New Roman"/>
              </a:rPr>
              <a:t>preprint</a:t>
            </a:r>
            <a:r>
              <a:rPr dirty="0" sz="1150" spc="130">
                <a:solidFill>
                  <a:srgbClr val="0F0F0F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F0F0F"/>
                </a:solidFill>
                <a:latin typeface="Times New Roman"/>
                <a:cs typeface="Times New Roman"/>
              </a:rPr>
              <a:t>arXiv:2303.08774.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17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904547" y="824243"/>
            <a:ext cx="294132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0A0A0A"/>
                </a:solidFill>
                <a:latin typeface="Times New Roman"/>
                <a:cs typeface="Times New Roman"/>
              </a:rPr>
              <a:t>Annex</a:t>
            </a:r>
            <a:r>
              <a:rPr dirty="0" sz="1650" spc="16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650" b="1">
                <a:solidFill>
                  <a:srgbClr val="0A0A0A"/>
                </a:solidFill>
                <a:latin typeface="Times New Roman"/>
                <a:cs typeface="Times New Roman"/>
              </a:rPr>
              <a:t>A:</a:t>
            </a:r>
            <a:r>
              <a:rPr dirty="0" sz="1650" spc="60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650" b="1">
                <a:solidFill>
                  <a:srgbClr val="0A0A0A"/>
                </a:solidFill>
                <a:latin typeface="Times New Roman"/>
                <a:cs typeface="Times New Roman"/>
              </a:rPr>
              <a:t>Source</a:t>
            </a:r>
            <a:r>
              <a:rPr dirty="0" sz="1650" spc="210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650" b="1">
                <a:solidFill>
                  <a:srgbClr val="0A0A0A"/>
                </a:solidFill>
                <a:latin typeface="Times New Roman"/>
                <a:cs typeface="Times New Roman"/>
              </a:rPr>
              <a:t>Code</a:t>
            </a:r>
            <a:r>
              <a:rPr dirty="0" sz="1650" spc="190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650" spc="-10" b="1">
                <a:solidFill>
                  <a:srgbClr val="0A0A0A"/>
                </a:solidFill>
                <a:latin typeface="Times New Roman"/>
                <a:cs typeface="Times New Roman"/>
              </a:rPr>
              <a:t>Excerpt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6933" y="1358034"/>
            <a:ext cx="5987415" cy="7777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Below</a:t>
            </a:r>
            <a:r>
              <a:rPr dirty="0" sz="1100" spc="27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we</a:t>
            </a:r>
            <a:r>
              <a:rPr dirty="0" sz="1100" spc="15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include</a:t>
            </a:r>
            <a:r>
              <a:rPr dirty="0" sz="1100" spc="190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an</a:t>
            </a:r>
            <a:r>
              <a:rPr dirty="0" sz="1100" spc="150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excerpt</a:t>
            </a:r>
            <a:r>
              <a:rPr dirty="0" sz="1100" spc="19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from</a:t>
            </a:r>
            <a:r>
              <a:rPr dirty="0" sz="1100" spc="15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the</a:t>
            </a:r>
            <a:r>
              <a:rPr dirty="0" sz="1100" spc="16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EdgeCoder</a:t>
            </a:r>
            <a:r>
              <a:rPr dirty="0" sz="1100" spc="22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C</a:t>
            </a:r>
            <a:r>
              <a:rPr dirty="0" sz="1100" spc="160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232323"/>
                </a:solidFill>
                <a:latin typeface="Times New Roman"/>
                <a:cs typeface="Times New Roman"/>
              </a:rPr>
              <a:t>source</a:t>
            </a:r>
            <a:r>
              <a:rPr dirty="0" sz="1100" spc="204" b="1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232323"/>
                </a:solidFill>
                <a:latin typeface="Times New Roman"/>
                <a:cs typeface="Times New Roman"/>
              </a:rPr>
              <a:t>code,</a:t>
            </a:r>
            <a:r>
              <a:rPr dirty="0" sz="1100" spc="215" b="1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highlighting</a:t>
            </a:r>
            <a:r>
              <a:rPr dirty="0" sz="1100" spc="229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the</a:t>
            </a:r>
            <a:r>
              <a:rPr dirty="0" sz="1100" spc="14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232323"/>
                </a:solidFill>
                <a:latin typeface="Times New Roman"/>
                <a:cs typeface="Times New Roman"/>
              </a:rPr>
              <a:t>core</a:t>
            </a:r>
            <a:r>
              <a:rPr dirty="0" sz="1100" spc="150" b="1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>
                <a:solidFill>
                  <a:srgbClr val="0A0A0A"/>
                </a:solidFill>
                <a:latin typeface="Times New Roman"/>
                <a:cs typeface="Times New Roman"/>
              </a:rPr>
              <a:t>routine</a:t>
            </a:r>
            <a:endParaRPr sz="1100">
              <a:latin typeface="Times New Roman"/>
              <a:cs typeface="Times New Roman"/>
            </a:endParaRPr>
          </a:p>
          <a:p>
            <a:pPr marL="16510" marR="5080" indent="5715">
              <a:lnSpc>
                <a:spcPct val="180200"/>
              </a:lnSpc>
              <a:spcBef>
                <a:spcPts val="25"/>
              </a:spcBef>
            </a:pPr>
            <a:r>
              <a:rPr dirty="0" sz="1100" spc="-20" b="1">
                <a:solidFill>
                  <a:srgbClr val="0A0A0A"/>
                </a:solidFill>
                <a:latin typeface="Times New Roman"/>
                <a:cs typeface="Times New Roman"/>
              </a:rPr>
              <a:t>that</a:t>
            </a:r>
            <a:r>
              <a:rPr dirty="0" sz="1100" spc="3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maps</a:t>
            </a:r>
            <a:r>
              <a:rPr dirty="0" sz="1100" spc="30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232323"/>
                </a:solidFill>
                <a:latin typeface="Times New Roman"/>
                <a:cs typeface="Times New Roman"/>
              </a:rPr>
              <a:t>a</a:t>
            </a:r>
            <a:r>
              <a:rPr dirty="0" sz="1100" spc="-25" b="1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232323"/>
                </a:solidFill>
                <a:latin typeface="Times New Roman"/>
                <a:cs typeface="Times New Roman"/>
              </a:rPr>
              <a:t>recognized</a:t>
            </a:r>
            <a:r>
              <a:rPr dirty="0" sz="1100" spc="105" b="1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task</a:t>
            </a:r>
            <a:r>
              <a:rPr dirty="0" sz="1100" spc="8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to</a:t>
            </a:r>
            <a:r>
              <a:rPr dirty="0" sz="1100" spc="50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an</a:t>
            </a:r>
            <a:r>
              <a:rPr dirty="0" sz="1100" spc="2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>
                <a:solidFill>
                  <a:srgbClr val="232323"/>
                </a:solidFill>
                <a:latin typeface="Times New Roman"/>
                <a:cs typeface="Times New Roman"/>
              </a:rPr>
              <a:t>intermediate</a:t>
            </a:r>
            <a:r>
              <a:rPr dirty="0" sz="1100" spc="120" b="1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representation</a:t>
            </a:r>
            <a:r>
              <a:rPr dirty="0" sz="1100" spc="-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and</a:t>
            </a:r>
            <a:r>
              <a:rPr dirty="0" sz="1100" spc="6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then</a:t>
            </a:r>
            <a:r>
              <a:rPr dirty="0" sz="1100" spc="30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calls</a:t>
            </a:r>
            <a:r>
              <a:rPr dirty="0" sz="1100" spc="7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the</a:t>
            </a:r>
            <a:r>
              <a:rPr dirty="0" sz="1100" spc="50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language-</a:t>
            </a:r>
            <a:r>
              <a:rPr dirty="0" sz="1100" spc="-10" b="1">
                <a:solidFill>
                  <a:srgbClr val="0A0A0A"/>
                </a:solidFill>
                <a:latin typeface="Times New Roman"/>
                <a:cs typeface="Times New Roman"/>
              </a:rPr>
              <a:t>specific </a:t>
            </a:r>
            <a:r>
              <a:rPr dirty="0" sz="1100" b="1">
                <a:solidFill>
                  <a:srgbClr val="232323"/>
                </a:solidFill>
                <a:latin typeface="Times New Roman"/>
                <a:cs typeface="Times New Roman"/>
              </a:rPr>
              <a:t>generators.</a:t>
            </a:r>
            <a:r>
              <a:rPr dirty="0" sz="1100" spc="135" b="1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Comments</a:t>
            </a:r>
            <a:r>
              <a:rPr dirty="0" sz="1100" spc="4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are added</a:t>
            </a:r>
            <a:r>
              <a:rPr dirty="0" sz="1100" spc="-5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b="1">
                <a:solidFill>
                  <a:srgbClr val="0A0A0A"/>
                </a:solidFill>
                <a:latin typeface="Times New Roman"/>
                <a:cs typeface="Times New Roman"/>
              </a:rPr>
              <a:t>for</a:t>
            </a:r>
            <a:r>
              <a:rPr dirty="0" sz="1100" spc="-60" b="1">
                <a:solidFill>
                  <a:srgbClr val="0A0A0A"/>
                </a:solidFill>
                <a:latin typeface="Times New Roman"/>
                <a:cs typeface="Times New Roman"/>
              </a:rPr>
              <a:t> </a:t>
            </a:r>
            <a:r>
              <a:rPr dirty="0" sz="1100" spc="-10" b="1">
                <a:solidFill>
                  <a:srgbClr val="0A0A0A"/>
                </a:solidFill>
                <a:latin typeface="Times New Roman"/>
                <a:cs typeface="Times New Roman"/>
              </a:rPr>
              <a:t>clarity.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50" spc="-165" i="1">
                <a:solidFill>
                  <a:srgbClr val="363636"/>
                </a:solidFill>
                <a:latin typeface="Courier New"/>
                <a:cs typeface="Courier New"/>
              </a:rPr>
              <a:t>I*</a:t>
            </a:r>
            <a:r>
              <a:rPr dirty="0" sz="1350" spc="-45" i="1">
                <a:solidFill>
                  <a:srgbClr val="363636"/>
                </a:solidFill>
                <a:latin typeface="Courier New"/>
                <a:cs typeface="Courier New"/>
              </a:rPr>
              <a:t> </a:t>
            </a:r>
            <a:r>
              <a:rPr dirty="0" sz="1050" i="1">
                <a:solidFill>
                  <a:srgbClr val="232323"/>
                </a:solidFill>
                <a:latin typeface="Courier New"/>
                <a:cs typeface="Courier New"/>
              </a:rPr>
              <a:t>Excerpt</a:t>
            </a:r>
            <a:r>
              <a:rPr dirty="0" sz="1050" spc="200" i="1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1050" i="1">
                <a:solidFill>
                  <a:srgbClr val="232323"/>
                </a:solidFill>
                <a:latin typeface="Courier New"/>
                <a:cs typeface="Courier New"/>
              </a:rPr>
              <a:t>from</a:t>
            </a:r>
            <a:r>
              <a:rPr dirty="0" sz="1050" spc="105" i="1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1050" i="1">
                <a:solidFill>
                  <a:srgbClr val="232323"/>
                </a:solidFill>
                <a:latin typeface="Courier New"/>
                <a:cs typeface="Courier New"/>
              </a:rPr>
              <a:t>EdgeCoder</a:t>
            </a:r>
            <a:r>
              <a:rPr dirty="0" sz="1050" spc="195" i="1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1050" i="1">
                <a:solidFill>
                  <a:srgbClr val="232323"/>
                </a:solidFill>
                <a:latin typeface="Courier New"/>
                <a:cs typeface="Courier New"/>
              </a:rPr>
              <a:t>core</a:t>
            </a:r>
            <a:r>
              <a:rPr dirty="0" sz="1050" spc="110" i="1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1050" i="1">
                <a:solidFill>
                  <a:srgbClr val="363636"/>
                </a:solidFill>
                <a:latin typeface="Courier New"/>
                <a:cs typeface="Courier New"/>
              </a:rPr>
              <a:t>engine</a:t>
            </a:r>
            <a:r>
              <a:rPr dirty="0" sz="1050" spc="80" i="1">
                <a:solidFill>
                  <a:srgbClr val="363636"/>
                </a:solidFill>
                <a:latin typeface="Courier New"/>
                <a:cs typeface="Courier New"/>
              </a:rPr>
              <a:t> </a:t>
            </a:r>
            <a:r>
              <a:rPr dirty="0" sz="1350" spc="-25" i="1">
                <a:solidFill>
                  <a:srgbClr val="363636"/>
                </a:solidFill>
                <a:latin typeface="Courier New"/>
                <a:cs typeface="Courier New"/>
              </a:rPr>
              <a:t>*I</a:t>
            </a:r>
            <a:endParaRPr sz="1350">
              <a:latin typeface="Courier New"/>
              <a:cs typeface="Courier New"/>
            </a:endParaRPr>
          </a:p>
          <a:p>
            <a:pPr marL="18415">
              <a:lnSpc>
                <a:spcPct val="100000"/>
              </a:lnSpc>
              <a:spcBef>
                <a:spcPts val="50"/>
              </a:spcBef>
            </a:pP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void</a:t>
            </a:r>
            <a:r>
              <a:rPr dirty="0" sz="1000" spc="20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process_request(const</a:t>
            </a:r>
            <a:r>
              <a:rPr dirty="0" sz="950" spc="180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char*</a:t>
            </a:r>
            <a:r>
              <a:rPr dirty="0" sz="1000" spc="26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80">
                <a:solidFill>
                  <a:srgbClr val="0A0A0A"/>
                </a:solidFill>
                <a:latin typeface="Courier New"/>
                <a:cs typeface="Courier New"/>
              </a:rPr>
              <a:t>u</a:t>
            </a:r>
            <a:r>
              <a:rPr dirty="0" sz="950" spc="80">
                <a:solidFill>
                  <a:srgbClr val="363636"/>
                </a:solidFill>
                <a:latin typeface="Courier New"/>
                <a:cs typeface="Courier New"/>
              </a:rPr>
              <a:t>ser</a:t>
            </a:r>
            <a:r>
              <a:rPr dirty="0" sz="950" spc="80">
                <a:solidFill>
                  <a:srgbClr val="0A0A0A"/>
                </a:solidFill>
                <a:latin typeface="Courier New"/>
                <a:cs typeface="Courier New"/>
              </a:rPr>
              <a:t>_</a:t>
            </a:r>
            <a:r>
              <a:rPr dirty="0" sz="950" spc="80">
                <a:solidFill>
                  <a:srgbClr val="232323"/>
                </a:solidFill>
                <a:latin typeface="Courier New"/>
                <a:cs typeface="Courier New"/>
              </a:rPr>
              <a:t>request</a:t>
            </a:r>
            <a:r>
              <a:rPr dirty="0" sz="950" spc="80">
                <a:solidFill>
                  <a:srgbClr val="0A0A0A"/>
                </a:solidFill>
                <a:latin typeface="Courier New"/>
                <a:cs typeface="Courier New"/>
              </a:rPr>
              <a:t>,</a:t>
            </a:r>
            <a:r>
              <a:rPr dirty="0" sz="950" spc="13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canst</a:t>
            </a:r>
            <a:r>
              <a:rPr dirty="0" sz="1000" spc="31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char*</a:t>
            </a:r>
            <a:r>
              <a:rPr dirty="0" sz="1000" spc="20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0">
                <a:solidFill>
                  <a:srgbClr val="232323"/>
                </a:solidFill>
                <a:latin typeface="Courier New"/>
                <a:cs typeface="Courier New"/>
              </a:rPr>
              <a:t>target_lang)</a:t>
            </a:r>
            <a:endParaRPr sz="950">
              <a:latin typeface="Courier New"/>
              <a:cs typeface="Courier New"/>
            </a:endParaRPr>
          </a:p>
          <a:p>
            <a:pPr marL="367030">
              <a:lnSpc>
                <a:spcPct val="100000"/>
              </a:lnSpc>
              <a:spcBef>
                <a:spcPts val="300"/>
              </a:spcBef>
            </a:pPr>
            <a:r>
              <a:rPr dirty="0" sz="850" spc="-50">
                <a:solidFill>
                  <a:srgbClr val="363636"/>
                </a:solidFill>
                <a:latin typeface="Times New Roman"/>
                <a:cs typeface="Times New Roman"/>
              </a:rPr>
              <a:t>{</a:t>
            </a:r>
            <a:endParaRPr sz="850">
              <a:latin typeface="Times New Roman"/>
              <a:cs typeface="Times New Roman"/>
            </a:endParaRPr>
          </a:p>
          <a:p>
            <a:pPr marL="351790">
              <a:lnSpc>
                <a:spcPct val="100000"/>
              </a:lnSpc>
              <a:spcBef>
                <a:spcPts val="245"/>
              </a:spcBef>
            </a:pPr>
            <a:r>
              <a:rPr dirty="0" sz="950" spc="60">
                <a:solidFill>
                  <a:srgbClr val="0A0A0A"/>
                </a:solidFill>
                <a:latin typeface="Courier New"/>
                <a:cs typeface="Courier New"/>
              </a:rPr>
              <a:t>Taskintent</a:t>
            </a:r>
            <a:r>
              <a:rPr dirty="0" sz="950" spc="23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50">
                <a:solidFill>
                  <a:srgbClr val="0A0A0A"/>
                </a:solidFill>
                <a:latin typeface="Courier New"/>
                <a:cs typeface="Courier New"/>
              </a:rPr>
              <a:t>intent;</a:t>
            </a:r>
            <a:endParaRPr sz="950">
              <a:latin typeface="Courier New"/>
              <a:cs typeface="Courier New"/>
            </a:endParaRPr>
          </a:p>
          <a:p>
            <a:pPr marL="352425">
              <a:lnSpc>
                <a:spcPct val="100000"/>
              </a:lnSpc>
              <a:spcBef>
                <a:spcPts val="160"/>
              </a:spcBef>
            </a:pP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if</a:t>
            </a:r>
            <a:r>
              <a:rPr dirty="0" sz="1000" spc="145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(!NLU_parse(user_request,</a:t>
            </a:r>
            <a:r>
              <a:rPr dirty="0" sz="950" spc="5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0">
                <a:solidFill>
                  <a:srgbClr val="232323"/>
                </a:solidFill>
                <a:latin typeface="Courier New"/>
                <a:cs typeface="Courier New"/>
              </a:rPr>
              <a:t>&amp;intent))</a:t>
            </a:r>
            <a:endParaRPr sz="950">
              <a:latin typeface="Courier New"/>
              <a:cs typeface="Courier New"/>
            </a:endParaRPr>
          </a:p>
          <a:p>
            <a:pPr marL="684530">
              <a:lnSpc>
                <a:spcPct val="100000"/>
              </a:lnSpc>
              <a:spcBef>
                <a:spcPts val="219"/>
              </a:spcBef>
            </a:pPr>
            <a:r>
              <a:rPr dirty="0" sz="950" spc="-110">
                <a:solidFill>
                  <a:srgbClr val="232323"/>
                </a:solidFill>
                <a:latin typeface="Courier New"/>
                <a:cs typeface="Courier New"/>
              </a:rPr>
              <a:t>printf("Sorry,.</a:t>
            </a:r>
            <a:r>
              <a:rPr dirty="0" u="sng" sz="950" spc="95">
                <a:solidFill>
                  <a:srgbClr val="232323"/>
                </a:solidFill>
                <a:uFill>
                  <a:solidFill>
                    <a:srgbClr val="222222"/>
                  </a:solidFill>
                </a:uFill>
                <a:latin typeface="Courier New"/>
                <a:cs typeface="Courier New"/>
              </a:rPr>
              <a:t> </a:t>
            </a:r>
            <a:r>
              <a:rPr dirty="0" u="none" sz="950" spc="-114">
                <a:solidFill>
                  <a:srgbClr val="232323"/>
                </a:solidFill>
                <a:latin typeface="Courier New"/>
                <a:cs typeface="Courier New"/>
              </a:rPr>
              <a:t>,I.....,couldn't.....,understand.....,the.....,request.\n");</a:t>
            </a:r>
            <a:endParaRPr sz="950">
              <a:latin typeface="Courier New"/>
              <a:cs typeface="Courier New"/>
            </a:endParaRPr>
          </a:p>
          <a:p>
            <a:pPr marL="683895">
              <a:lnSpc>
                <a:spcPct val="100000"/>
              </a:lnSpc>
              <a:spcBef>
                <a:spcPts val="175"/>
              </a:spcBef>
            </a:pPr>
            <a:r>
              <a:rPr dirty="0" sz="1000" spc="-10" b="1">
                <a:solidFill>
                  <a:srgbClr val="0A0A0A"/>
                </a:solidFill>
                <a:latin typeface="Courier New"/>
                <a:cs typeface="Courier New"/>
              </a:rPr>
              <a:t>return;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000">
              <a:latin typeface="Courier New"/>
              <a:cs typeface="Courier New"/>
            </a:endParaRPr>
          </a:p>
          <a:p>
            <a:pPr marL="353060">
              <a:lnSpc>
                <a:spcPct val="100000"/>
              </a:lnSpc>
            </a:pPr>
            <a:r>
              <a:rPr dirty="0" sz="950" spc="70">
                <a:solidFill>
                  <a:srgbClr val="0A0A0A"/>
                </a:solidFill>
                <a:latin typeface="Courier New"/>
                <a:cs typeface="Courier New"/>
              </a:rPr>
              <a:t>IRNode*</a:t>
            </a:r>
            <a:r>
              <a:rPr dirty="0" sz="950" spc="10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0">
                <a:solidFill>
                  <a:srgbClr val="232323"/>
                </a:solidFill>
                <a:latin typeface="Courier New"/>
                <a:cs typeface="Courier New"/>
              </a:rPr>
              <a:t>ir_tree</a:t>
            </a:r>
            <a:r>
              <a:rPr dirty="0" sz="950" spc="135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70">
                <a:solidFill>
                  <a:srgbClr val="0A0A0A"/>
                </a:solidFill>
                <a:latin typeface="Courier New"/>
                <a:cs typeface="Courier New"/>
              </a:rPr>
              <a:t>=</a:t>
            </a:r>
            <a:r>
              <a:rPr dirty="0" sz="950" spc="9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0A0A0A"/>
                </a:solidFill>
                <a:latin typeface="Courier New"/>
                <a:cs typeface="Courier New"/>
              </a:rPr>
              <a:t>IR_construct(intent);</a:t>
            </a:r>
            <a:endParaRPr sz="950">
              <a:latin typeface="Courier New"/>
              <a:cs typeface="Courier New"/>
            </a:endParaRPr>
          </a:p>
          <a:p>
            <a:pPr marL="352425">
              <a:lnSpc>
                <a:spcPct val="100000"/>
              </a:lnSpc>
              <a:spcBef>
                <a:spcPts val="155"/>
              </a:spcBef>
            </a:pP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if</a:t>
            </a:r>
            <a:r>
              <a:rPr dirty="0" sz="1000" spc="165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spc="50">
                <a:solidFill>
                  <a:srgbClr val="0A0A0A"/>
                </a:solidFill>
                <a:latin typeface="Courier New"/>
                <a:cs typeface="Courier New"/>
              </a:rPr>
              <a:t>(</a:t>
            </a:r>
            <a:r>
              <a:rPr dirty="0" sz="950" spc="50">
                <a:solidFill>
                  <a:srgbClr val="0A0A0A"/>
                </a:solidFill>
                <a:latin typeface="Courier New"/>
                <a:cs typeface="Courier New"/>
              </a:rPr>
              <a:t>!ir_tree)</a:t>
            </a:r>
            <a:endParaRPr sz="950">
              <a:latin typeface="Courier New"/>
              <a:cs typeface="Courier New"/>
            </a:endParaRPr>
          </a:p>
          <a:p>
            <a:pPr marL="684530">
              <a:lnSpc>
                <a:spcPct val="100000"/>
              </a:lnSpc>
              <a:spcBef>
                <a:spcPts val="245"/>
              </a:spcBef>
            </a:pPr>
            <a:r>
              <a:rPr dirty="0" sz="950" spc="-135">
                <a:solidFill>
                  <a:srgbClr val="232323"/>
                </a:solidFill>
                <a:latin typeface="Courier New"/>
                <a:cs typeface="Courier New"/>
              </a:rPr>
              <a:t>printf("No.....,solution.....,template.....,available.....,for.....,this.....,request.\n");</a:t>
            </a:r>
            <a:endParaRPr sz="950">
              <a:latin typeface="Courier New"/>
              <a:cs typeface="Courier New"/>
            </a:endParaRPr>
          </a:p>
          <a:p>
            <a:pPr marL="683895">
              <a:lnSpc>
                <a:spcPct val="100000"/>
              </a:lnSpc>
              <a:spcBef>
                <a:spcPts val="155"/>
              </a:spcBef>
            </a:pPr>
            <a:r>
              <a:rPr dirty="0" sz="1000" spc="-10" b="1">
                <a:solidFill>
                  <a:srgbClr val="0A0A0A"/>
                </a:solidFill>
                <a:latin typeface="Courier New"/>
                <a:cs typeface="Courier New"/>
              </a:rPr>
              <a:t>return;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0">
              <a:latin typeface="Courier New"/>
              <a:cs typeface="Courier New"/>
            </a:endParaRPr>
          </a:p>
          <a:p>
            <a:pPr marL="342265">
              <a:lnSpc>
                <a:spcPct val="100000"/>
              </a:lnSpc>
              <a:spcBef>
                <a:spcPts val="5"/>
              </a:spcBef>
            </a:pPr>
            <a:r>
              <a:rPr dirty="0" sz="1350" spc="-155" i="1">
                <a:solidFill>
                  <a:srgbClr val="363636"/>
                </a:solidFill>
                <a:latin typeface="Courier New"/>
                <a:cs typeface="Courier New"/>
              </a:rPr>
              <a:t>I*</a:t>
            </a:r>
            <a:r>
              <a:rPr dirty="0" sz="1350" spc="-90" i="1">
                <a:solidFill>
                  <a:srgbClr val="363636"/>
                </a:solidFill>
                <a:latin typeface="Courier New"/>
                <a:cs typeface="Courier New"/>
              </a:rPr>
              <a:t> </a:t>
            </a:r>
            <a:r>
              <a:rPr dirty="0" sz="1050" i="1">
                <a:solidFill>
                  <a:srgbClr val="232323"/>
                </a:solidFill>
                <a:latin typeface="Courier New"/>
                <a:cs typeface="Courier New"/>
              </a:rPr>
              <a:t>Dispatch</a:t>
            </a:r>
            <a:r>
              <a:rPr dirty="0" sz="1050" spc="325" i="1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1000" spc="170">
                <a:solidFill>
                  <a:srgbClr val="0A0A0A"/>
                </a:solidFill>
                <a:latin typeface="Times New Roman"/>
                <a:cs typeface="Times New Roman"/>
              </a:rPr>
              <a:t>t</a:t>
            </a:r>
            <a:r>
              <a:rPr dirty="0" sz="1000" spc="170">
                <a:solidFill>
                  <a:srgbClr val="363636"/>
                </a:solidFill>
                <a:latin typeface="Times New Roman"/>
                <a:cs typeface="Times New Roman"/>
              </a:rPr>
              <a:t>o</a:t>
            </a:r>
            <a:r>
              <a:rPr dirty="0" sz="1000" spc="140">
                <a:solidFill>
                  <a:srgbClr val="363636"/>
                </a:solidFill>
                <a:latin typeface="Times New Roman"/>
                <a:cs typeface="Times New Roman"/>
              </a:rPr>
              <a:t>  </a:t>
            </a:r>
            <a:r>
              <a:rPr dirty="0" sz="1050" i="1">
                <a:solidFill>
                  <a:srgbClr val="363636"/>
                </a:solidFill>
                <a:latin typeface="Courier New"/>
                <a:cs typeface="Courier New"/>
              </a:rPr>
              <a:t>appropriate</a:t>
            </a:r>
            <a:r>
              <a:rPr dirty="0" sz="1050" spc="250" i="1">
                <a:solidFill>
                  <a:srgbClr val="363636"/>
                </a:solidFill>
                <a:latin typeface="Courier New"/>
                <a:cs typeface="Courier New"/>
              </a:rPr>
              <a:t> </a:t>
            </a:r>
            <a:r>
              <a:rPr dirty="0" sz="1050" i="1">
                <a:solidFill>
                  <a:srgbClr val="232323"/>
                </a:solidFill>
                <a:latin typeface="Courier New"/>
                <a:cs typeface="Courier New"/>
              </a:rPr>
              <a:t>code</a:t>
            </a:r>
            <a:r>
              <a:rPr dirty="0" sz="1050" spc="70" i="1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1050" i="1">
                <a:solidFill>
                  <a:srgbClr val="232323"/>
                </a:solidFill>
                <a:latin typeface="Courier New"/>
                <a:cs typeface="Courier New"/>
              </a:rPr>
              <a:t>generator</a:t>
            </a:r>
            <a:r>
              <a:rPr dirty="0" sz="1050" spc="160" i="1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1350" spc="-25" i="1">
                <a:solidFill>
                  <a:srgbClr val="232323"/>
                </a:solidFill>
                <a:latin typeface="Courier New"/>
                <a:cs typeface="Courier New"/>
              </a:rPr>
              <a:t>*I</a:t>
            </a:r>
            <a:endParaRPr sz="1350">
              <a:latin typeface="Courier New"/>
              <a:cs typeface="Courier New"/>
            </a:endParaRPr>
          </a:p>
          <a:p>
            <a:pPr marL="350520">
              <a:lnSpc>
                <a:spcPct val="100000"/>
              </a:lnSpc>
              <a:spcBef>
                <a:spcPts val="75"/>
              </a:spcBef>
            </a:pPr>
            <a:r>
              <a:rPr dirty="0" sz="1000" spc="50" b="1">
                <a:solidFill>
                  <a:srgbClr val="0A0A0A"/>
                </a:solidFill>
                <a:latin typeface="Courier New"/>
                <a:cs typeface="Courier New"/>
              </a:rPr>
              <a:t>char</a:t>
            </a:r>
            <a:r>
              <a:rPr dirty="0" sz="1000" spc="7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232323"/>
                </a:solidFill>
                <a:latin typeface="Courier New"/>
                <a:cs typeface="Courier New"/>
              </a:rPr>
              <a:t>code_output[MAX_CODE_SIZE];</a:t>
            </a:r>
            <a:endParaRPr sz="950">
              <a:latin typeface="Courier New"/>
              <a:cs typeface="Courier New"/>
            </a:endParaRPr>
          </a:p>
          <a:p>
            <a:pPr marL="685800" marR="2145665" indent="-333375">
              <a:lnSpc>
                <a:spcPts val="1370"/>
              </a:lnSpc>
              <a:spcBef>
                <a:spcPts val="50"/>
              </a:spcBef>
            </a:pP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if</a:t>
            </a:r>
            <a:r>
              <a:rPr dirty="0" sz="1000" spc="105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(strcmp(target_lang,</a:t>
            </a:r>
            <a:r>
              <a:rPr dirty="0" sz="950" spc="114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0A0A0A"/>
                </a:solidFill>
                <a:latin typeface="Courier New"/>
                <a:cs typeface="Courier New"/>
              </a:rPr>
              <a:t>"C")</a:t>
            </a:r>
            <a:r>
              <a:rPr dirty="0" sz="950" spc="10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0A0A0A"/>
                </a:solidFill>
                <a:latin typeface="Courier New"/>
                <a:cs typeface="Courier New"/>
              </a:rPr>
              <a:t>==</a:t>
            </a:r>
            <a:r>
              <a:rPr dirty="0" sz="950" spc="15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40">
                <a:solidFill>
                  <a:srgbClr val="232323"/>
                </a:solidFill>
                <a:latin typeface="Courier New"/>
                <a:cs typeface="Courier New"/>
              </a:rPr>
              <a:t>0)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generate_code_C(ir_tree,</a:t>
            </a:r>
            <a:r>
              <a:rPr dirty="0" sz="950" spc="80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50">
                <a:solidFill>
                  <a:srgbClr val="232323"/>
                </a:solidFill>
                <a:latin typeface="Courier New"/>
                <a:cs typeface="Courier New"/>
              </a:rPr>
              <a:t>code_output);</a:t>
            </a:r>
            <a:endParaRPr sz="950">
              <a:latin typeface="Courier New"/>
              <a:cs typeface="Courier New"/>
            </a:endParaRPr>
          </a:p>
          <a:p>
            <a:pPr marL="518159">
              <a:lnSpc>
                <a:spcPct val="100000"/>
              </a:lnSpc>
              <a:spcBef>
                <a:spcPts val="70"/>
              </a:spcBef>
            </a:pPr>
            <a:r>
              <a:rPr dirty="0" sz="1000" spc="50" b="1">
                <a:solidFill>
                  <a:srgbClr val="0A0A0A"/>
                </a:solidFill>
                <a:latin typeface="Courier New"/>
                <a:cs typeface="Courier New"/>
              </a:rPr>
              <a:t>else</a:t>
            </a:r>
            <a:r>
              <a:rPr dirty="0" sz="1000" spc="9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if</a:t>
            </a:r>
            <a:r>
              <a:rPr dirty="0" sz="1000" spc="125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(strcmp(target_lang,</a:t>
            </a:r>
            <a:r>
              <a:rPr dirty="0" sz="950" spc="85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60">
                <a:solidFill>
                  <a:srgbClr val="0A0A0A"/>
                </a:solidFill>
                <a:latin typeface="Courier New"/>
                <a:cs typeface="Courier New"/>
              </a:rPr>
              <a:t>"Python")</a:t>
            </a:r>
            <a:r>
              <a:rPr dirty="0" sz="950" spc="17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0A0A0A"/>
                </a:solidFill>
                <a:latin typeface="Courier New"/>
                <a:cs typeface="Courier New"/>
              </a:rPr>
              <a:t>==</a:t>
            </a:r>
            <a:r>
              <a:rPr dirty="0" sz="950" spc="15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40">
                <a:solidFill>
                  <a:srgbClr val="232323"/>
                </a:solidFill>
                <a:latin typeface="Courier New"/>
                <a:cs typeface="Courier New"/>
              </a:rPr>
              <a:t>0)</a:t>
            </a:r>
            <a:endParaRPr sz="950">
              <a:latin typeface="Courier New"/>
              <a:cs typeface="Courier New"/>
            </a:endParaRPr>
          </a:p>
          <a:p>
            <a:pPr marL="685800">
              <a:lnSpc>
                <a:spcPct val="100000"/>
              </a:lnSpc>
              <a:spcBef>
                <a:spcPts val="220"/>
              </a:spcBef>
            </a:pP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generate_code_Python(ir_tree,</a:t>
            </a:r>
            <a:r>
              <a:rPr dirty="0" sz="950" spc="70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50">
                <a:solidFill>
                  <a:srgbClr val="232323"/>
                </a:solidFill>
                <a:latin typeface="Courier New"/>
                <a:cs typeface="Courier New"/>
              </a:rPr>
              <a:t>code_output);</a:t>
            </a:r>
            <a:endParaRPr sz="950">
              <a:latin typeface="Courier New"/>
              <a:cs typeface="Courier New"/>
            </a:endParaRPr>
          </a:p>
          <a:p>
            <a:pPr marL="685800" marR="1795780" indent="-168275">
              <a:lnSpc>
                <a:spcPts val="1370"/>
              </a:lnSpc>
              <a:spcBef>
                <a:spcPts val="60"/>
              </a:spcBef>
            </a:pP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else</a:t>
            </a:r>
            <a:r>
              <a:rPr dirty="0" sz="1000" spc="14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if</a:t>
            </a:r>
            <a:r>
              <a:rPr dirty="0" sz="1000" spc="14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(strcmp(target_lang,</a:t>
            </a:r>
            <a:r>
              <a:rPr dirty="0" sz="950" spc="105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70">
                <a:solidFill>
                  <a:srgbClr val="0A0A0A"/>
                </a:solidFill>
                <a:latin typeface="Courier New"/>
                <a:cs typeface="Courier New"/>
              </a:rPr>
              <a:t>"Java")</a:t>
            </a:r>
            <a:r>
              <a:rPr dirty="0" sz="950" spc="14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0">
                <a:solidFill>
                  <a:srgbClr val="0A0A0A"/>
                </a:solidFill>
                <a:latin typeface="Courier New"/>
                <a:cs typeface="Courier New"/>
              </a:rPr>
              <a:t>==</a:t>
            </a:r>
            <a:r>
              <a:rPr dirty="0" sz="950" spc="13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0">
                <a:solidFill>
                  <a:srgbClr val="232323"/>
                </a:solidFill>
                <a:latin typeface="Courier New"/>
                <a:cs typeface="Courier New"/>
              </a:rPr>
              <a:t>0)</a:t>
            </a:r>
            <a:r>
              <a:rPr dirty="0" sz="950" spc="160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20">
                <a:solidFill>
                  <a:srgbClr val="0A0A0A"/>
                </a:solidFill>
                <a:latin typeface="Courier New"/>
                <a:cs typeface="Courier New"/>
              </a:rPr>
              <a:t>{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generate_code_Java(ir_tree,</a:t>
            </a:r>
            <a:r>
              <a:rPr dirty="0" sz="950" spc="85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50">
                <a:solidFill>
                  <a:srgbClr val="232323"/>
                </a:solidFill>
                <a:latin typeface="Courier New"/>
                <a:cs typeface="Courier New"/>
              </a:rPr>
              <a:t>code_output);</a:t>
            </a:r>
            <a:endParaRPr sz="950">
              <a:latin typeface="Courier New"/>
              <a:cs typeface="Courier New"/>
            </a:endParaRPr>
          </a:p>
          <a:p>
            <a:pPr marL="518159">
              <a:lnSpc>
                <a:spcPct val="100000"/>
              </a:lnSpc>
              <a:spcBef>
                <a:spcPts val="70"/>
              </a:spcBef>
            </a:pP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else</a:t>
            </a:r>
            <a:r>
              <a:rPr dirty="0" sz="1000" spc="155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if</a:t>
            </a:r>
            <a:r>
              <a:rPr dirty="0" sz="1000" spc="16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(strcmp(target_lang,</a:t>
            </a:r>
            <a:r>
              <a:rPr dirty="0" sz="950" spc="120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60">
                <a:solidFill>
                  <a:srgbClr val="0A0A0A"/>
                </a:solidFill>
                <a:latin typeface="Courier New"/>
                <a:cs typeface="Courier New"/>
              </a:rPr>
              <a:t>"JavaScript")</a:t>
            </a:r>
            <a:r>
              <a:rPr dirty="0" sz="950" spc="254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0A0A0A"/>
                </a:solidFill>
                <a:latin typeface="Courier New"/>
                <a:cs typeface="Courier New"/>
              </a:rPr>
              <a:t>==</a:t>
            </a:r>
            <a:r>
              <a:rPr dirty="0" sz="950" spc="19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363636"/>
                </a:solidFill>
                <a:latin typeface="Courier New"/>
                <a:cs typeface="Courier New"/>
              </a:rPr>
              <a:t>0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)</a:t>
            </a:r>
            <a:endParaRPr sz="950">
              <a:latin typeface="Courier New"/>
              <a:cs typeface="Courier New"/>
            </a:endParaRPr>
          </a:p>
          <a:p>
            <a:pPr marL="685800">
              <a:lnSpc>
                <a:spcPct val="100000"/>
              </a:lnSpc>
              <a:spcBef>
                <a:spcPts val="195"/>
              </a:spcBef>
            </a:pP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generate_code_JavaScript(ir_tree,</a:t>
            </a:r>
            <a:r>
              <a:rPr dirty="0" sz="950" spc="65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70">
                <a:solidFill>
                  <a:srgbClr val="363636"/>
                </a:solidFill>
                <a:latin typeface="Courier New"/>
                <a:cs typeface="Courier New"/>
              </a:rPr>
              <a:t>code</a:t>
            </a:r>
            <a:r>
              <a:rPr dirty="0" sz="950" spc="70">
                <a:solidFill>
                  <a:srgbClr val="0A0A0A"/>
                </a:solidFill>
                <a:latin typeface="Courier New"/>
                <a:cs typeface="Courier New"/>
              </a:rPr>
              <a:t>_</a:t>
            </a:r>
            <a:r>
              <a:rPr dirty="0" sz="950" spc="70">
                <a:solidFill>
                  <a:srgbClr val="363636"/>
                </a:solidFill>
                <a:latin typeface="Courier New"/>
                <a:cs typeface="Courier New"/>
              </a:rPr>
              <a:t>output</a:t>
            </a:r>
            <a:r>
              <a:rPr dirty="0" sz="950" spc="70">
                <a:solidFill>
                  <a:srgbClr val="0A0A0A"/>
                </a:solidFill>
                <a:latin typeface="Courier New"/>
                <a:cs typeface="Courier New"/>
              </a:rPr>
              <a:t>);</a:t>
            </a:r>
            <a:endParaRPr sz="950">
              <a:latin typeface="Courier New"/>
              <a:cs typeface="Courier New"/>
            </a:endParaRPr>
          </a:p>
          <a:p>
            <a:pPr marL="685800" marR="1981200" indent="-168275">
              <a:lnSpc>
                <a:spcPts val="1350"/>
              </a:lnSpc>
              <a:spcBef>
                <a:spcPts val="100"/>
              </a:spcBef>
            </a:pPr>
            <a:r>
              <a:rPr dirty="0" sz="1000" spc="50" b="1">
                <a:solidFill>
                  <a:srgbClr val="0A0A0A"/>
                </a:solidFill>
                <a:latin typeface="Courier New"/>
                <a:cs typeface="Courier New"/>
              </a:rPr>
              <a:t>else</a:t>
            </a:r>
            <a:r>
              <a:rPr dirty="0" sz="1000" spc="9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if</a:t>
            </a:r>
            <a:r>
              <a:rPr dirty="0" sz="1000" spc="13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(</a:t>
            </a:r>
            <a:r>
              <a:rPr dirty="0" sz="950" spc="75">
                <a:solidFill>
                  <a:srgbClr val="363636"/>
                </a:solidFill>
                <a:latin typeface="Courier New"/>
                <a:cs typeface="Courier New"/>
              </a:rPr>
              <a:t>strcmp(target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_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lang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,</a:t>
            </a:r>
            <a:r>
              <a:rPr dirty="0" sz="950" spc="10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0">
                <a:solidFill>
                  <a:srgbClr val="0A0A0A"/>
                </a:solidFill>
                <a:latin typeface="Courier New"/>
                <a:cs typeface="Courier New"/>
              </a:rPr>
              <a:t>"C++")</a:t>
            </a:r>
            <a:r>
              <a:rPr dirty="0" sz="950" spc="13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0">
                <a:solidFill>
                  <a:srgbClr val="363636"/>
                </a:solidFill>
                <a:latin typeface="Courier New"/>
                <a:cs typeface="Courier New"/>
              </a:rPr>
              <a:t>==</a:t>
            </a:r>
            <a:r>
              <a:rPr dirty="0" sz="950" spc="125">
                <a:solidFill>
                  <a:srgbClr val="363636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363636"/>
                </a:solidFill>
                <a:latin typeface="Courier New"/>
                <a:cs typeface="Courier New"/>
              </a:rPr>
              <a:t>0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)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generate_code_Cpp(ir_tree,</a:t>
            </a:r>
            <a:r>
              <a:rPr dirty="0" sz="950" spc="65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50">
                <a:solidFill>
                  <a:srgbClr val="232323"/>
                </a:solidFill>
                <a:latin typeface="Courier New"/>
                <a:cs typeface="Courier New"/>
              </a:rPr>
              <a:t>code_output);</a:t>
            </a:r>
            <a:endParaRPr sz="950">
              <a:latin typeface="Courier New"/>
              <a:cs typeface="Courier New"/>
            </a:endParaRPr>
          </a:p>
          <a:p>
            <a:pPr marL="685800" marR="1730375" indent="-168275">
              <a:lnSpc>
                <a:spcPts val="1350"/>
              </a:lnSpc>
              <a:spcBef>
                <a:spcPts val="15"/>
              </a:spcBef>
            </a:pPr>
            <a:r>
              <a:rPr dirty="0" sz="1000" spc="50" b="1">
                <a:solidFill>
                  <a:srgbClr val="0A0A0A"/>
                </a:solidFill>
                <a:latin typeface="Courier New"/>
                <a:cs typeface="Courier New"/>
              </a:rPr>
              <a:t>else</a:t>
            </a:r>
            <a:r>
              <a:rPr dirty="0" sz="1000" spc="8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if</a:t>
            </a:r>
            <a:r>
              <a:rPr dirty="0" sz="1000" spc="11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(strcmp(target_lang,</a:t>
            </a:r>
            <a:r>
              <a:rPr dirty="0" sz="950" spc="80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0A0A0A"/>
                </a:solidFill>
                <a:latin typeface="Courier New"/>
                <a:cs typeface="Courier New"/>
              </a:rPr>
              <a:t>"C#")</a:t>
            </a:r>
            <a:r>
              <a:rPr dirty="0" sz="950" spc="114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0A0A0A"/>
                </a:solidFill>
                <a:latin typeface="Courier New"/>
                <a:cs typeface="Courier New"/>
              </a:rPr>
              <a:t>==</a:t>
            </a:r>
            <a:r>
              <a:rPr dirty="0" sz="950" spc="14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232323"/>
                </a:solidFill>
                <a:latin typeface="Courier New"/>
                <a:cs typeface="Courier New"/>
              </a:rPr>
              <a:t>0)</a:t>
            </a:r>
            <a:r>
              <a:rPr dirty="0" sz="950" spc="145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15">
                <a:solidFill>
                  <a:srgbClr val="0A0A0A"/>
                </a:solidFill>
                <a:latin typeface="Courier New"/>
                <a:cs typeface="Courier New"/>
              </a:rPr>
              <a:t>{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generate_code_CSharp(ir_tree,</a:t>
            </a:r>
            <a:r>
              <a:rPr dirty="0" sz="950" spc="70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50">
                <a:solidFill>
                  <a:srgbClr val="232323"/>
                </a:solidFill>
                <a:latin typeface="Courier New"/>
                <a:cs typeface="Courier New"/>
              </a:rPr>
              <a:t>code_output);</a:t>
            </a:r>
            <a:endParaRPr sz="950">
              <a:latin typeface="Courier New"/>
              <a:cs typeface="Courier New"/>
            </a:endParaRPr>
          </a:p>
          <a:p>
            <a:pPr marL="685800" marR="1962150" indent="-168275">
              <a:lnSpc>
                <a:spcPts val="1350"/>
              </a:lnSpc>
              <a:spcBef>
                <a:spcPts val="15"/>
              </a:spcBef>
            </a:pPr>
            <a:r>
              <a:rPr dirty="0" sz="1000" spc="50" b="1">
                <a:solidFill>
                  <a:srgbClr val="0A0A0A"/>
                </a:solidFill>
                <a:latin typeface="Courier New"/>
                <a:cs typeface="Courier New"/>
              </a:rPr>
              <a:t>else</a:t>
            </a:r>
            <a:r>
              <a:rPr dirty="0" sz="1000" spc="8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if</a:t>
            </a:r>
            <a:r>
              <a:rPr dirty="0" sz="1000" spc="11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(strcmp(target_lang,</a:t>
            </a:r>
            <a:r>
              <a:rPr dirty="0" sz="950" spc="80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0A0A0A"/>
                </a:solidFill>
                <a:latin typeface="Courier New"/>
                <a:cs typeface="Courier New"/>
              </a:rPr>
              <a:t>"Go")</a:t>
            </a:r>
            <a:r>
              <a:rPr dirty="0" sz="950" spc="114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0A0A0A"/>
                </a:solidFill>
                <a:latin typeface="Courier New"/>
                <a:cs typeface="Courier New"/>
              </a:rPr>
              <a:t>==</a:t>
            </a:r>
            <a:r>
              <a:rPr dirty="0" sz="950" spc="14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232323"/>
                </a:solidFill>
                <a:latin typeface="Courier New"/>
                <a:cs typeface="Courier New"/>
              </a:rPr>
              <a:t>0)</a:t>
            </a:r>
            <a:r>
              <a:rPr dirty="0" sz="950" spc="145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15">
                <a:solidFill>
                  <a:srgbClr val="0A0A0A"/>
                </a:solidFill>
                <a:latin typeface="Courier New"/>
                <a:cs typeface="Courier New"/>
              </a:rPr>
              <a:t>{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generate_code_Go(ir_tree, </a:t>
            </a:r>
            <a:r>
              <a:rPr dirty="0" sz="950" spc="50">
                <a:solidFill>
                  <a:srgbClr val="232323"/>
                </a:solidFill>
                <a:latin typeface="Courier New"/>
                <a:cs typeface="Courier New"/>
              </a:rPr>
              <a:t>code_output);</a:t>
            </a:r>
            <a:endParaRPr sz="950">
              <a:latin typeface="Courier New"/>
              <a:cs typeface="Courier New"/>
            </a:endParaRPr>
          </a:p>
          <a:p>
            <a:pPr marL="685800" marR="1895475" indent="-168275">
              <a:lnSpc>
                <a:spcPts val="1350"/>
              </a:lnSpc>
              <a:spcBef>
                <a:spcPts val="15"/>
              </a:spcBef>
            </a:pPr>
            <a:r>
              <a:rPr dirty="0" sz="1000" spc="50" b="1">
                <a:solidFill>
                  <a:srgbClr val="0A0A0A"/>
                </a:solidFill>
                <a:latin typeface="Courier New"/>
                <a:cs typeface="Courier New"/>
              </a:rPr>
              <a:t>else</a:t>
            </a:r>
            <a:r>
              <a:rPr dirty="0" sz="1000" spc="10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if</a:t>
            </a:r>
            <a:r>
              <a:rPr dirty="0" sz="1000" spc="13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(</a:t>
            </a:r>
            <a:r>
              <a:rPr dirty="0" sz="950" spc="75">
                <a:solidFill>
                  <a:srgbClr val="363636"/>
                </a:solidFill>
                <a:latin typeface="Courier New"/>
                <a:cs typeface="Courier New"/>
              </a:rPr>
              <a:t>s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tr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cmp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(t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a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r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ge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t_l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a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n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g</a:t>
            </a:r>
            <a:r>
              <a:rPr dirty="0" sz="950" spc="75">
                <a:solidFill>
                  <a:srgbClr val="0A0A0A"/>
                </a:solidFill>
                <a:latin typeface="Courier New"/>
                <a:cs typeface="Courier New"/>
              </a:rPr>
              <a:t>,</a:t>
            </a:r>
            <a:r>
              <a:rPr dirty="0" sz="950" spc="10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0">
                <a:solidFill>
                  <a:srgbClr val="0A0A0A"/>
                </a:solidFill>
                <a:latin typeface="Courier New"/>
                <a:cs typeface="Courier New"/>
              </a:rPr>
              <a:t>"Ruby")</a:t>
            </a:r>
            <a:r>
              <a:rPr dirty="0" sz="950" spc="13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0">
                <a:solidFill>
                  <a:srgbClr val="0A0A0A"/>
                </a:solidFill>
                <a:latin typeface="Courier New"/>
                <a:cs typeface="Courier New"/>
              </a:rPr>
              <a:t>==</a:t>
            </a:r>
            <a:r>
              <a:rPr dirty="0" sz="950" spc="12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45">
                <a:solidFill>
                  <a:srgbClr val="232323"/>
                </a:solidFill>
                <a:latin typeface="Courier New"/>
                <a:cs typeface="Courier New"/>
              </a:rPr>
              <a:t>0)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generate_code_Ruby(ir_tree,</a:t>
            </a:r>
            <a:r>
              <a:rPr dirty="0" sz="950" spc="85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50">
                <a:solidFill>
                  <a:srgbClr val="232323"/>
                </a:solidFill>
                <a:latin typeface="Courier New"/>
                <a:cs typeface="Courier New"/>
              </a:rPr>
              <a:t>code_output);</a:t>
            </a:r>
            <a:endParaRPr sz="950">
              <a:latin typeface="Courier New"/>
              <a:cs typeface="Courier New"/>
            </a:endParaRPr>
          </a:p>
          <a:p>
            <a:pPr algn="ctr" marL="518159" marR="1874520">
              <a:lnSpc>
                <a:spcPts val="1350"/>
              </a:lnSpc>
              <a:spcBef>
                <a:spcPts val="15"/>
              </a:spcBef>
            </a:pPr>
            <a:r>
              <a:rPr dirty="0" sz="1000" spc="50" b="1">
                <a:solidFill>
                  <a:srgbClr val="0A0A0A"/>
                </a:solidFill>
                <a:latin typeface="Courier New"/>
                <a:cs typeface="Courier New"/>
              </a:rPr>
              <a:t>else</a:t>
            </a:r>
            <a:r>
              <a:rPr dirty="0" sz="1000" spc="95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if</a:t>
            </a:r>
            <a:r>
              <a:rPr dirty="0" sz="1000" spc="12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0A0A0A"/>
                </a:solidFill>
                <a:latin typeface="Courier New"/>
                <a:cs typeface="Courier New"/>
              </a:rPr>
              <a:t>(strcmp(target_lang,</a:t>
            </a:r>
            <a:r>
              <a:rPr dirty="0" sz="950" spc="25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0">
                <a:solidFill>
                  <a:srgbClr val="0A0A0A"/>
                </a:solidFill>
                <a:latin typeface="Courier New"/>
                <a:cs typeface="Courier New"/>
              </a:rPr>
              <a:t>"PHP")</a:t>
            </a:r>
            <a:r>
              <a:rPr dirty="0" sz="950" spc="16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0A0A0A"/>
                </a:solidFill>
                <a:latin typeface="Courier New"/>
                <a:cs typeface="Courier New"/>
              </a:rPr>
              <a:t>==</a:t>
            </a:r>
            <a:r>
              <a:rPr dirty="0" sz="950" spc="13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100">
                <a:solidFill>
                  <a:srgbClr val="363636"/>
                </a:solidFill>
                <a:latin typeface="Courier New"/>
                <a:cs typeface="Courier New"/>
              </a:rPr>
              <a:t>0</a:t>
            </a:r>
            <a:r>
              <a:rPr dirty="0" sz="950" spc="100">
                <a:solidFill>
                  <a:srgbClr val="0A0A0A"/>
                </a:solidFill>
                <a:latin typeface="Courier New"/>
                <a:cs typeface="Courier New"/>
              </a:rPr>
              <a:t>)</a:t>
            </a:r>
            <a:r>
              <a:rPr dirty="0" sz="950" spc="8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50">
                <a:solidFill>
                  <a:srgbClr val="0A0A0A"/>
                </a:solidFill>
                <a:latin typeface="Courier New"/>
                <a:cs typeface="Courier New"/>
              </a:rPr>
              <a:t>{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generate_code_PHP(ir_tree,</a:t>
            </a:r>
            <a:r>
              <a:rPr dirty="0" sz="950" spc="65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50">
                <a:solidFill>
                  <a:srgbClr val="232323"/>
                </a:solidFill>
                <a:latin typeface="Courier New"/>
                <a:cs typeface="Courier New"/>
              </a:rPr>
              <a:t>code_output); </a:t>
            </a:r>
            <a:r>
              <a:rPr dirty="0" sz="1000" spc="50" b="1">
                <a:solidFill>
                  <a:srgbClr val="0A0A0A"/>
                </a:solidFill>
                <a:latin typeface="Courier New"/>
                <a:cs typeface="Courier New"/>
              </a:rPr>
              <a:t>else</a:t>
            </a:r>
            <a:r>
              <a:rPr dirty="0" sz="1000" spc="9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if</a:t>
            </a:r>
            <a:r>
              <a:rPr dirty="0" sz="1000" spc="12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5">
                <a:solidFill>
                  <a:srgbClr val="232323"/>
                </a:solidFill>
                <a:latin typeface="Courier New"/>
                <a:cs typeface="Courier New"/>
              </a:rPr>
              <a:t>(strcmp(target_lang,</a:t>
            </a:r>
            <a:r>
              <a:rPr dirty="0" sz="950" spc="90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60">
                <a:solidFill>
                  <a:srgbClr val="0A0A0A"/>
                </a:solidFill>
                <a:latin typeface="Courier New"/>
                <a:cs typeface="Courier New"/>
              </a:rPr>
              <a:t>"Swift")</a:t>
            </a:r>
            <a:r>
              <a:rPr dirty="0" sz="950" spc="165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65">
                <a:solidFill>
                  <a:srgbClr val="363636"/>
                </a:solidFill>
                <a:latin typeface="Courier New"/>
                <a:cs typeface="Courier New"/>
              </a:rPr>
              <a:t>==</a:t>
            </a:r>
            <a:r>
              <a:rPr dirty="0" sz="950" spc="150">
                <a:solidFill>
                  <a:srgbClr val="363636"/>
                </a:solidFill>
                <a:latin typeface="Courier New"/>
                <a:cs typeface="Courier New"/>
              </a:rPr>
              <a:t> </a:t>
            </a:r>
            <a:r>
              <a:rPr dirty="0" sz="950" spc="40">
                <a:solidFill>
                  <a:srgbClr val="232323"/>
                </a:solidFill>
                <a:latin typeface="Courier New"/>
                <a:cs typeface="Courier New"/>
              </a:rPr>
              <a:t>0)</a:t>
            </a:r>
            <a:endParaRPr sz="950">
              <a:latin typeface="Courier New"/>
              <a:cs typeface="Courier New"/>
            </a:endParaRPr>
          </a:p>
          <a:p>
            <a:pPr algn="ctr" marR="1103630">
              <a:lnSpc>
                <a:spcPct val="100000"/>
              </a:lnSpc>
              <a:spcBef>
                <a:spcPts val="145"/>
              </a:spcBef>
            </a:pPr>
            <a:r>
              <a:rPr dirty="0" sz="950" spc="80">
                <a:solidFill>
                  <a:srgbClr val="363636"/>
                </a:solidFill>
                <a:latin typeface="Courier New"/>
                <a:cs typeface="Courier New"/>
              </a:rPr>
              <a:t>generate</a:t>
            </a:r>
            <a:r>
              <a:rPr dirty="0" sz="950" spc="80">
                <a:solidFill>
                  <a:srgbClr val="0A0A0A"/>
                </a:solidFill>
                <a:latin typeface="Courier New"/>
                <a:cs typeface="Courier New"/>
              </a:rPr>
              <a:t>_</a:t>
            </a:r>
            <a:r>
              <a:rPr dirty="0" sz="950" spc="80">
                <a:solidFill>
                  <a:srgbClr val="363636"/>
                </a:solidFill>
                <a:latin typeface="Courier New"/>
                <a:cs typeface="Courier New"/>
              </a:rPr>
              <a:t>code</a:t>
            </a:r>
            <a:r>
              <a:rPr dirty="0" sz="950" spc="80">
                <a:solidFill>
                  <a:srgbClr val="0A0A0A"/>
                </a:solidFill>
                <a:latin typeface="Courier New"/>
                <a:cs typeface="Courier New"/>
              </a:rPr>
              <a:t>_</a:t>
            </a:r>
            <a:r>
              <a:rPr dirty="0" sz="950" spc="80">
                <a:solidFill>
                  <a:srgbClr val="232323"/>
                </a:solidFill>
                <a:latin typeface="Courier New"/>
                <a:cs typeface="Courier New"/>
              </a:rPr>
              <a:t>Swift</a:t>
            </a:r>
            <a:r>
              <a:rPr dirty="0" sz="950" spc="80">
                <a:solidFill>
                  <a:srgbClr val="0A0A0A"/>
                </a:solidFill>
                <a:latin typeface="Courier New"/>
                <a:cs typeface="Courier New"/>
              </a:rPr>
              <a:t>(</a:t>
            </a:r>
            <a:r>
              <a:rPr dirty="0" sz="950" spc="80">
                <a:solidFill>
                  <a:srgbClr val="232323"/>
                </a:solidFill>
                <a:latin typeface="Courier New"/>
                <a:cs typeface="Courier New"/>
              </a:rPr>
              <a:t>ir</a:t>
            </a:r>
            <a:r>
              <a:rPr dirty="0" sz="950" spc="80">
                <a:solidFill>
                  <a:srgbClr val="0A0A0A"/>
                </a:solidFill>
                <a:latin typeface="Courier New"/>
                <a:cs typeface="Courier New"/>
              </a:rPr>
              <a:t>_</a:t>
            </a:r>
            <a:r>
              <a:rPr dirty="0" sz="950" spc="80">
                <a:solidFill>
                  <a:srgbClr val="232323"/>
                </a:solidFill>
                <a:latin typeface="Courier New"/>
                <a:cs typeface="Courier New"/>
              </a:rPr>
              <a:t>tree</a:t>
            </a:r>
            <a:r>
              <a:rPr dirty="0" sz="950" spc="80">
                <a:solidFill>
                  <a:srgbClr val="0A0A0A"/>
                </a:solidFill>
                <a:latin typeface="Courier New"/>
                <a:cs typeface="Courier New"/>
              </a:rPr>
              <a:t>,</a:t>
            </a:r>
            <a:r>
              <a:rPr dirty="0" sz="950" spc="50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950" spc="70">
                <a:solidFill>
                  <a:srgbClr val="363636"/>
                </a:solidFill>
                <a:latin typeface="Courier New"/>
                <a:cs typeface="Courier New"/>
              </a:rPr>
              <a:t>code</a:t>
            </a:r>
            <a:r>
              <a:rPr dirty="0" sz="950" spc="70">
                <a:solidFill>
                  <a:srgbClr val="0A0A0A"/>
                </a:solidFill>
                <a:latin typeface="Courier New"/>
                <a:cs typeface="Courier New"/>
              </a:rPr>
              <a:t>_</a:t>
            </a:r>
            <a:r>
              <a:rPr dirty="0" sz="950" spc="70">
                <a:solidFill>
                  <a:srgbClr val="363636"/>
                </a:solidFill>
                <a:latin typeface="Courier New"/>
                <a:cs typeface="Courier New"/>
              </a:rPr>
              <a:t>output</a:t>
            </a:r>
            <a:r>
              <a:rPr dirty="0" sz="950" spc="70">
                <a:solidFill>
                  <a:srgbClr val="0A0A0A"/>
                </a:solidFill>
                <a:latin typeface="Courier New"/>
                <a:cs typeface="Courier New"/>
              </a:rPr>
              <a:t>);</a:t>
            </a:r>
            <a:endParaRPr sz="950">
              <a:latin typeface="Courier New"/>
              <a:cs typeface="Courier New"/>
            </a:endParaRPr>
          </a:p>
          <a:p>
            <a:pPr algn="ctr" marR="4441190">
              <a:lnSpc>
                <a:spcPct val="100000"/>
              </a:lnSpc>
              <a:spcBef>
                <a:spcPts val="155"/>
              </a:spcBef>
            </a:pPr>
            <a:r>
              <a:rPr dirty="0" sz="1000" b="1">
                <a:solidFill>
                  <a:srgbClr val="0A0A0A"/>
                </a:solidFill>
                <a:latin typeface="Courier New"/>
                <a:cs typeface="Courier New"/>
              </a:rPr>
              <a:t>else</a:t>
            </a:r>
            <a:r>
              <a:rPr dirty="0" sz="1000" spc="270" b="1">
                <a:solidFill>
                  <a:srgbClr val="0A0A0A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0A0A0A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86435" marR="568960" indent="-2540">
              <a:lnSpc>
                <a:spcPct val="118000"/>
              </a:lnSpc>
              <a:spcBef>
                <a:spcPts val="15"/>
              </a:spcBef>
            </a:pPr>
            <a:r>
              <a:rPr dirty="0" sz="950" spc="-100">
                <a:solidFill>
                  <a:srgbClr val="232323"/>
                </a:solidFill>
                <a:latin typeface="Courier New"/>
                <a:cs typeface="Courier New"/>
              </a:rPr>
              <a:t>printf("Unsupported.....,target.....,language:.....,%s\n",</a:t>
            </a:r>
            <a:r>
              <a:rPr dirty="0" sz="950" spc="280">
                <a:solidFill>
                  <a:srgbClr val="232323"/>
                </a:solidFill>
                <a:latin typeface="Courier New"/>
                <a:cs typeface="Courier New"/>
              </a:rPr>
              <a:t> </a:t>
            </a:r>
            <a:r>
              <a:rPr dirty="0" sz="950" spc="50">
                <a:solidFill>
                  <a:srgbClr val="232323"/>
                </a:solidFill>
                <a:latin typeface="Courier New"/>
                <a:cs typeface="Courier New"/>
              </a:rPr>
              <a:t>target_lang); </a:t>
            </a:r>
            <a:r>
              <a:rPr dirty="0" sz="950" spc="65">
                <a:solidFill>
                  <a:srgbClr val="0A0A0A"/>
                </a:solidFill>
                <a:latin typeface="Courier New"/>
                <a:cs typeface="Courier New"/>
              </a:rPr>
              <a:t>free_ir(ir_tree);</a:t>
            </a:r>
            <a:endParaRPr sz="950">
              <a:latin typeface="Courier New"/>
              <a:cs typeface="Courier New"/>
            </a:endParaRPr>
          </a:p>
          <a:p>
            <a:pPr marL="687070">
              <a:lnSpc>
                <a:spcPct val="100000"/>
              </a:lnSpc>
              <a:spcBef>
                <a:spcPts val="175"/>
              </a:spcBef>
            </a:pPr>
            <a:r>
              <a:rPr dirty="0" sz="1000" spc="-10" b="1">
                <a:solidFill>
                  <a:srgbClr val="0A0A0A"/>
                </a:solidFill>
                <a:latin typeface="Courier New"/>
                <a:cs typeface="Courier New"/>
              </a:rPr>
              <a:t>return;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18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98746" y="1062531"/>
            <a:ext cx="5981700" cy="2748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1155" marR="564515" indent="-1905">
              <a:lnSpc>
                <a:spcPct val="112100"/>
              </a:lnSpc>
              <a:spcBef>
                <a:spcPts val="100"/>
              </a:spcBef>
            </a:pPr>
            <a:r>
              <a:rPr dirty="0" sz="1000" spc="-20">
                <a:solidFill>
                  <a:srgbClr val="1F1F1F"/>
                </a:solidFill>
                <a:latin typeface="Courier New"/>
                <a:cs typeface="Courier New"/>
              </a:rPr>
              <a:t>printf</a:t>
            </a:r>
            <a:r>
              <a:rPr dirty="0" sz="1000" spc="-20">
                <a:solidFill>
                  <a:srgbClr val="0C0C0C"/>
                </a:solidFill>
                <a:latin typeface="Courier New"/>
                <a:cs typeface="Courier New"/>
              </a:rPr>
              <a:t>("Generated._.%s._.code:</a:t>
            </a:r>
            <a:r>
              <a:rPr dirty="0" sz="1000" spc="-20">
                <a:solidFill>
                  <a:srgbClr val="333333"/>
                </a:solidFill>
                <a:latin typeface="Courier New"/>
                <a:cs typeface="Courier New"/>
              </a:rPr>
              <a:t>\n%s\n",</a:t>
            </a:r>
            <a:r>
              <a:rPr dirty="0" sz="1000" spc="29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F1F1F"/>
                </a:solidFill>
                <a:latin typeface="Courier New"/>
                <a:cs typeface="Courier New"/>
              </a:rPr>
              <a:t>target_lang,</a:t>
            </a:r>
            <a:r>
              <a:rPr dirty="0" sz="1000" spc="459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333333"/>
                </a:solidFill>
                <a:latin typeface="Courier New"/>
                <a:cs typeface="Courier New"/>
              </a:rPr>
              <a:t>code_output); </a:t>
            </a:r>
            <a:r>
              <a:rPr dirty="0" sz="1000" spc="-10">
                <a:solidFill>
                  <a:srgbClr val="1F1F1F"/>
                </a:solidFill>
                <a:latin typeface="Courier New"/>
                <a:cs typeface="Courier New"/>
              </a:rPr>
              <a:t>free_ir(ir_tree);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000">
              <a:latin typeface="Courier New"/>
              <a:cs typeface="Courier New"/>
            </a:endParaRPr>
          </a:p>
          <a:p>
            <a:pPr algn="just" marL="12700" marR="5080" indent="3175">
              <a:lnSpc>
                <a:spcPct val="169900"/>
              </a:lnSpc>
            </a:pP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dirty="0" sz="1150" spc="2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2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above</a:t>
            </a:r>
            <a:r>
              <a:rPr dirty="0" sz="1150" spc="2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code,</a:t>
            </a:r>
            <a:r>
              <a:rPr dirty="0" sz="1150" spc="2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 spc="90">
                <a:solidFill>
                  <a:srgbClr val="0C0C0C"/>
                </a:solidFill>
                <a:latin typeface="Times New Roman"/>
                <a:cs typeface="Times New Roman"/>
              </a:rPr>
              <a:t>NLU_parse</a:t>
            </a:r>
            <a:r>
              <a:rPr dirty="0" sz="1100" spc="3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fills</a:t>
            </a:r>
            <a:r>
              <a:rPr dirty="0" sz="1150" spc="2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</a:t>
            </a:r>
            <a:r>
              <a:rPr dirty="0" sz="1150" spc="2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 spc="225">
                <a:solidFill>
                  <a:srgbClr val="333333"/>
                </a:solidFill>
                <a:latin typeface="Times New Roman"/>
                <a:cs typeface="Times New Roman"/>
              </a:rPr>
              <a:t>Taskintent</a:t>
            </a:r>
            <a:r>
              <a:rPr dirty="0" sz="1100" spc="375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structure</a:t>
            </a:r>
            <a:r>
              <a:rPr dirty="0" sz="1150" spc="2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by</a:t>
            </a:r>
            <a:r>
              <a:rPr dirty="0" sz="1150" spc="229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analyzing</a:t>
            </a:r>
            <a:r>
              <a:rPr dirty="0" sz="1150" spc="2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2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user</a:t>
            </a:r>
            <a:r>
              <a:rPr dirty="0" sz="1150" spc="1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request.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1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 spc="185">
                <a:solidFill>
                  <a:srgbClr val="1F1F1F"/>
                </a:solidFill>
                <a:latin typeface="Times New Roman"/>
                <a:cs typeface="Times New Roman"/>
              </a:rPr>
              <a:t>IR_construct</a:t>
            </a:r>
            <a:r>
              <a:rPr dirty="0" sz="1100" spc="254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function</a:t>
            </a:r>
            <a:r>
              <a:rPr dirty="0" sz="1150" spc="1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either</a:t>
            </a:r>
            <a:r>
              <a:rPr dirty="0" sz="1150" spc="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retrieves</a:t>
            </a:r>
            <a:r>
              <a:rPr dirty="0" sz="1150" spc="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</a:t>
            </a:r>
            <a:r>
              <a:rPr dirty="0" sz="1150" spc="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template</a:t>
            </a:r>
            <a:r>
              <a:rPr dirty="0" sz="1150" spc="1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or</a:t>
            </a:r>
            <a:r>
              <a:rPr dirty="0" sz="1150" spc="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builds</a:t>
            </a:r>
            <a:r>
              <a:rPr dirty="0" sz="1150" spc="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an</a:t>
            </a:r>
            <a:r>
              <a:rPr dirty="0" sz="1150" spc="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200" spc="-45" b="1">
                <a:solidFill>
                  <a:srgbClr val="0C0C0C"/>
                </a:solidFill>
                <a:latin typeface="Times New Roman"/>
                <a:cs typeface="Times New Roman"/>
              </a:rPr>
              <a:t>IR</a:t>
            </a:r>
            <a:r>
              <a:rPr dirty="0" sz="1200" spc="80" b="1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tree</a:t>
            </a:r>
            <a:r>
              <a:rPr dirty="0" sz="1150" spc="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dirty="0" sz="1150" spc="1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on</a:t>
            </a:r>
            <a:r>
              <a:rPr dirty="0" sz="1150" spc="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intent.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Then,</a:t>
            </a:r>
            <a:r>
              <a:rPr dirty="0" sz="1150" spc="3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depending</a:t>
            </a:r>
            <a:r>
              <a:rPr dirty="0" sz="1150" spc="30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on</a:t>
            </a:r>
            <a:r>
              <a:rPr dirty="0" sz="1150" spc="2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2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 spc="270">
                <a:solidFill>
                  <a:srgbClr val="1F1F1F"/>
                </a:solidFill>
                <a:latin typeface="Times New Roman"/>
                <a:cs typeface="Times New Roman"/>
              </a:rPr>
              <a:t>targeLlang</a:t>
            </a:r>
            <a:r>
              <a:rPr dirty="0" sz="1100" spc="35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string,</a:t>
            </a:r>
            <a:r>
              <a:rPr dirty="0" sz="1150" spc="3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2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corresponding</a:t>
            </a:r>
            <a:r>
              <a:rPr dirty="0" sz="1150" spc="3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generator</a:t>
            </a:r>
            <a:r>
              <a:rPr dirty="0" sz="1150" spc="2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function</a:t>
            </a:r>
            <a:r>
              <a:rPr dirty="0" sz="1150" spc="2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is</a:t>
            </a:r>
            <a:r>
              <a:rPr dirty="0" sz="1150" spc="1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called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(e.g.,</a:t>
            </a:r>
            <a:r>
              <a:rPr dirty="0" sz="1150" spc="2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 spc="185">
                <a:solidFill>
                  <a:srgbClr val="0C0C0C"/>
                </a:solidFill>
                <a:latin typeface="Times New Roman"/>
                <a:cs typeface="Times New Roman"/>
              </a:rPr>
              <a:t>generate_code_Python</a:t>
            </a:r>
            <a:r>
              <a:rPr dirty="0" sz="1100" spc="1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dirty="0" sz="1150" spc="1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Python).</a:t>
            </a:r>
            <a:r>
              <a:rPr dirty="0" sz="1150" spc="4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1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output</a:t>
            </a:r>
            <a:r>
              <a:rPr dirty="0" sz="1150" spc="2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is</a:t>
            </a:r>
            <a:r>
              <a:rPr dirty="0" sz="1150" spc="1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collected</a:t>
            </a:r>
            <a:r>
              <a:rPr dirty="0" sz="1150" spc="2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200" b="1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dirty="0" sz="1200" spc="125" b="1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</a:t>
            </a:r>
            <a:r>
              <a:rPr dirty="0" sz="1150" spc="2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buffer</a:t>
            </a:r>
            <a:r>
              <a:rPr dirty="0" sz="1150" spc="1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dirty="0" sz="1150" spc="1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printed.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Each</a:t>
            </a:r>
            <a:r>
              <a:rPr dirty="0" sz="1150" spc="1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 spc="175">
                <a:solidFill>
                  <a:srgbClr val="1F1F1F"/>
                </a:solidFill>
                <a:latin typeface="Times New Roman"/>
                <a:cs typeface="Times New Roman"/>
              </a:rPr>
              <a:t>generate_code_*</a:t>
            </a:r>
            <a:r>
              <a:rPr dirty="0" sz="1100" spc="9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function</a:t>
            </a:r>
            <a:r>
              <a:rPr dirty="0" sz="1150" spc="1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is</a:t>
            </a:r>
            <a:r>
              <a:rPr dirty="0" sz="1150" spc="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responsible</a:t>
            </a:r>
            <a:r>
              <a:rPr dirty="0" sz="1150" spc="1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dirty="0" sz="1150" spc="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walking</a:t>
            </a:r>
            <a:r>
              <a:rPr dirty="0" sz="1150" spc="1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200" spc="-20" b="1">
                <a:solidFill>
                  <a:srgbClr val="0C0C0C"/>
                </a:solidFill>
                <a:latin typeface="Times New Roman"/>
                <a:cs typeface="Times New Roman"/>
              </a:rPr>
              <a:t>IR</a:t>
            </a:r>
            <a:r>
              <a:rPr dirty="0" sz="1200" spc="114" b="1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tree</a:t>
            </a:r>
            <a:r>
              <a:rPr dirty="0" sz="1150" spc="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dirty="0" sz="1150" spc="1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producing</a:t>
            </a:r>
            <a:r>
              <a:rPr dirty="0" sz="1150" spc="1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code</a:t>
            </a:r>
            <a:r>
              <a:rPr dirty="0" sz="1150" spc="1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C0C0C"/>
                </a:solidFill>
                <a:latin typeface="Times New Roman"/>
                <a:cs typeface="Times New Roman"/>
              </a:rPr>
              <a:t>in </a:t>
            </a:r>
            <a:r>
              <a:rPr dirty="0" sz="1150" spc="1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-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specified</a:t>
            </a:r>
            <a:r>
              <a:rPr dirty="0" sz="1150" spc="-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C0C0C"/>
                </a:solidFill>
                <a:latin typeface="Times New Roman"/>
                <a:cs typeface="Times New Roman"/>
              </a:rPr>
              <a:t>language.</a:t>
            </a:r>
            <a:r>
              <a:rPr dirty="0" sz="1150" spc="10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C0C0C"/>
                </a:solidFill>
                <a:latin typeface="Times New Roman"/>
                <a:cs typeface="Times New Roman"/>
              </a:rPr>
              <a:t>Finally,</a:t>
            </a:r>
            <a:r>
              <a:rPr dirty="0" sz="1150" spc="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00" spc="235">
                <a:solidFill>
                  <a:srgbClr val="1F1F1F"/>
                </a:solidFill>
                <a:latin typeface="Times New Roman"/>
                <a:cs typeface="Times New Roman"/>
              </a:rPr>
              <a:t>free_ir</a:t>
            </a:r>
            <a:r>
              <a:rPr dirty="0" sz="1100" spc="3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C0C0C"/>
                </a:solidFill>
                <a:latin typeface="Times New Roman"/>
                <a:cs typeface="Times New Roman"/>
              </a:rPr>
              <a:t>deallocates</a:t>
            </a:r>
            <a:r>
              <a:rPr dirty="0" sz="1150" spc="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-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C0C0C"/>
                </a:solidFill>
                <a:latin typeface="Times New Roman"/>
                <a:cs typeface="Times New Roman"/>
              </a:rPr>
              <a:t>intermediate</a:t>
            </a:r>
            <a:r>
              <a:rPr dirty="0" sz="1150" spc="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C0C0C"/>
                </a:solidFill>
                <a:latin typeface="Times New Roman"/>
                <a:cs typeface="Times New Roman"/>
              </a:rPr>
              <a:t>representation.</a:t>
            </a:r>
            <a:r>
              <a:rPr dirty="0" sz="1150" spc="-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10">
                <a:solidFill>
                  <a:srgbClr val="0C0C0C"/>
                </a:solidFill>
                <a:latin typeface="Times New Roman"/>
                <a:cs typeface="Times New Roman"/>
              </a:rPr>
              <a:t>This</a:t>
            </a:r>
            <a:r>
              <a:rPr dirty="0" sz="1150" spc="-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F1F1F"/>
                </a:solidFill>
                <a:latin typeface="Times New Roman"/>
                <a:cs typeface="Times New Roman"/>
              </a:rPr>
              <a:t>snippet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shows</a:t>
            </a:r>
            <a:r>
              <a:rPr dirty="0" sz="1150" spc="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modular</a:t>
            </a:r>
            <a:r>
              <a:rPr dirty="0" sz="1150" spc="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design</a:t>
            </a:r>
            <a:r>
              <a:rPr dirty="0" sz="1150" spc="1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that</a:t>
            </a:r>
            <a:r>
              <a:rPr dirty="0" sz="1150" spc="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allows</a:t>
            </a:r>
            <a:r>
              <a:rPr dirty="0" sz="1150" spc="4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easy</a:t>
            </a:r>
            <a:r>
              <a:rPr dirty="0" sz="1150" spc="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extension</a:t>
            </a:r>
            <a:r>
              <a:rPr dirty="0" sz="1150" spc="1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to</a:t>
            </a:r>
            <a:r>
              <a:rPr dirty="0" sz="1150" spc="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new</a:t>
            </a:r>
            <a:r>
              <a:rPr dirty="0" sz="1150" spc="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languages.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8746" y="4248243"/>
            <a:ext cx="5983605" cy="4836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8415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0C0C0C"/>
                </a:solidFill>
                <a:latin typeface="Times New Roman"/>
                <a:cs typeface="Times New Roman"/>
              </a:rPr>
              <a:t>Annex</a:t>
            </a:r>
            <a:r>
              <a:rPr dirty="0" sz="1650" spc="155" b="1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650" b="1">
                <a:solidFill>
                  <a:srgbClr val="0C0C0C"/>
                </a:solidFill>
                <a:latin typeface="Times New Roman"/>
                <a:cs typeface="Times New Roman"/>
              </a:rPr>
              <a:t>B:</a:t>
            </a:r>
            <a:r>
              <a:rPr dirty="0" sz="1650" spc="114" b="1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650" b="1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dirty="0" sz="1650" spc="254" b="1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650" b="1">
                <a:solidFill>
                  <a:srgbClr val="0C0C0C"/>
                </a:solidFill>
                <a:latin typeface="Times New Roman"/>
                <a:cs typeface="Times New Roman"/>
              </a:rPr>
              <a:t>Outputs</a:t>
            </a:r>
            <a:r>
              <a:rPr dirty="0" sz="1650" spc="190" b="1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650" b="1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dirty="0" sz="1650" spc="110" b="1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650" b="1">
                <a:solidFill>
                  <a:srgbClr val="0C0C0C"/>
                </a:solidFill>
                <a:latin typeface="Times New Roman"/>
                <a:cs typeface="Times New Roman"/>
              </a:rPr>
              <a:t>Multiple</a:t>
            </a:r>
            <a:r>
              <a:rPr dirty="0" sz="1650" spc="229" b="1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650" spc="-10" b="1">
                <a:solidFill>
                  <a:srgbClr val="0C0C0C"/>
                </a:solidFill>
                <a:latin typeface="Times New Roman"/>
                <a:cs typeface="Times New Roman"/>
              </a:rPr>
              <a:t>Languages</a:t>
            </a:r>
            <a:endParaRPr sz="1650">
              <a:latin typeface="Times New Roman"/>
              <a:cs typeface="Times New Roman"/>
            </a:endParaRPr>
          </a:p>
          <a:p>
            <a:pPr algn="just" marL="14604" marR="5080" indent="-2540">
              <a:lnSpc>
                <a:spcPct val="172300"/>
              </a:lnSpc>
              <a:spcBef>
                <a:spcPts val="1150"/>
              </a:spcBef>
            </a:pP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To</a:t>
            </a:r>
            <a:r>
              <a:rPr dirty="0" sz="1150" spc="1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demonstrate</a:t>
            </a:r>
            <a:r>
              <a:rPr dirty="0" sz="1150" spc="204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EdgeCoder's</a:t>
            </a:r>
            <a:r>
              <a:rPr dirty="0" sz="1150" spc="1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multi-language</a:t>
            </a:r>
            <a:r>
              <a:rPr dirty="0" sz="1150" spc="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capabilities,</a:t>
            </a:r>
            <a:r>
              <a:rPr dirty="0" sz="1150" spc="2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we</a:t>
            </a:r>
            <a:r>
              <a:rPr dirty="0" sz="1150" spc="12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present</a:t>
            </a:r>
            <a:r>
              <a:rPr dirty="0" sz="1150" spc="2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code</a:t>
            </a:r>
            <a:r>
              <a:rPr dirty="0" sz="1150" spc="10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it</a:t>
            </a:r>
            <a:r>
              <a:rPr dirty="0" sz="1150" spc="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generates</a:t>
            </a:r>
            <a:r>
              <a:rPr dirty="0" sz="1150" spc="1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dirty="0" sz="1150" spc="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C0C0C"/>
                </a:solidFill>
                <a:latin typeface="Times New Roman"/>
                <a:cs typeface="Times New Roman"/>
              </a:rPr>
              <a:t>the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example</a:t>
            </a:r>
            <a:r>
              <a:rPr dirty="0" sz="1150" spc="11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task:</a:t>
            </a:r>
            <a:r>
              <a:rPr dirty="0" sz="1150" spc="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"Write</a:t>
            </a:r>
            <a:r>
              <a:rPr dirty="0" sz="1150" spc="6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</a:t>
            </a:r>
            <a:r>
              <a:rPr dirty="0" sz="1150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function</a:t>
            </a:r>
            <a:r>
              <a:rPr dirty="0" sz="1150" spc="1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to</a:t>
            </a:r>
            <a:r>
              <a:rPr dirty="0" sz="1150" spc="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determine</a:t>
            </a:r>
            <a:r>
              <a:rPr dirty="0" sz="1150" spc="114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whether</a:t>
            </a:r>
            <a:r>
              <a:rPr dirty="0" sz="1150" spc="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</a:t>
            </a:r>
            <a:r>
              <a:rPr dirty="0" sz="1150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given</a:t>
            </a:r>
            <a:r>
              <a:rPr dirty="0" sz="1150" spc="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integer</a:t>
            </a:r>
            <a:r>
              <a:rPr dirty="0" sz="1150" spc="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is</a:t>
            </a:r>
            <a:r>
              <a:rPr dirty="0" sz="1150" spc="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prime."</a:t>
            </a:r>
            <a:r>
              <a:rPr dirty="0" sz="1150" spc="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Below</a:t>
            </a:r>
            <a:r>
              <a:rPr dirty="0" sz="1150" spc="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are</a:t>
            </a:r>
            <a:r>
              <a:rPr dirty="0" sz="1150" spc="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1F1F1F"/>
                </a:solidFill>
                <a:latin typeface="Times New Roman"/>
                <a:cs typeface="Times New Roman"/>
              </a:rPr>
              <a:t>outputs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dirty="0" sz="1150" spc="10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each</a:t>
            </a:r>
            <a:r>
              <a:rPr dirty="0" sz="1150" spc="1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dirty="0" sz="1150" spc="114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ten</a:t>
            </a:r>
            <a:r>
              <a:rPr dirty="0" sz="1150" spc="1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supported</a:t>
            </a:r>
            <a:r>
              <a:rPr dirty="0" sz="1150" spc="1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languages,</a:t>
            </a:r>
            <a:r>
              <a:rPr dirty="0" sz="1150" spc="1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as</a:t>
            </a:r>
            <a:r>
              <a:rPr dirty="0" sz="1150" spc="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produced</a:t>
            </a:r>
            <a:r>
              <a:rPr dirty="0" sz="1150" spc="1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by</a:t>
            </a:r>
            <a:r>
              <a:rPr dirty="0" sz="1150" spc="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system.</a:t>
            </a:r>
            <a:r>
              <a:rPr dirty="0" sz="1150" spc="1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All</a:t>
            </a:r>
            <a:r>
              <a:rPr dirty="0" sz="1150" spc="1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implementations</a:t>
            </a:r>
            <a:r>
              <a:rPr dirty="0" sz="1150" spc="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correctly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determine</a:t>
            </a:r>
            <a:r>
              <a:rPr dirty="0" sz="1150" spc="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if</a:t>
            </a:r>
            <a:r>
              <a:rPr dirty="0" sz="1150" spc="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an</a:t>
            </a:r>
            <a:r>
              <a:rPr dirty="0" sz="1150" spc="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integer</a:t>
            </a:r>
            <a:r>
              <a:rPr dirty="0" sz="1150" spc="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200" i="1">
                <a:solidFill>
                  <a:srgbClr val="1F1F1F"/>
                </a:solidFill>
                <a:latin typeface="Times New Roman"/>
                <a:cs typeface="Times New Roman"/>
              </a:rPr>
              <a:t>n</a:t>
            </a:r>
            <a:r>
              <a:rPr dirty="0" sz="1200" spc="105" i="1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is</a:t>
            </a:r>
            <a:r>
              <a:rPr dirty="0" sz="1150" spc="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prime</a:t>
            </a:r>
            <a:r>
              <a:rPr dirty="0" sz="1150" spc="6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(returning</a:t>
            </a:r>
            <a:r>
              <a:rPr dirty="0" sz="1150" spc="1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true/false</a:t>
            </a:r>
            <a:r>
              <a:rPr dirty="0" sz="1150" spc="13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or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equivalent).</a:t>
            </a:r>
            <a:endParaRPr sz="1150">
              <a:latin typeface="Times New Roman"/>
              <a:cs typeface="Times New Roman"/>
            </a:endParaRPr>
          </a:p>
          <a:p>
            <a:pPr marL="20955">
              <a:lnSpc>
                <a:spcPts val="1485"/>
              </a:lnSpc>
            </a:pPr>
            <a:r>
              <a:rPr dirty="0" sz="1300" spc="-25" b="1">
                <a:solidFill>
                  <a:srgbClr val="0C0C0C"/>
                </a:solidFill>
                <a:latin typeface="Courier New"/>
                <a:cs typeface="Courier New"/>
              </a:rPr>
              <a:t>C:</a:t>
            </a:r>
            <a:endParaRPr sz="13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300">
              <a:latin typeface="Courier New"/>
              <a:cs typeface="Courier New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#include</a:t>
            </a:r>
            <a:r>
              <a:rPr dirty="0" sz="1050" spc="210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333333"/>
                </a:solidFill>
                <a:latin typeface="Courier New"/>
                <a:cs typeface="Courier New"/>
              </a:rPr>
              <a:t>&lt;math.h&gt;</a:t>
            </a:r>
            <a:endParaRPr sz="1000">
              <a:latin typeface="Courier New"/>
              <a:cs typeface="Courier New"/>
            </a:endParaRPr>
          </a:p>
          <a:p>
            <a:pPr marL="17780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#include</a:t>
            </a:r>
            <a:r>
              <a:rPr dirty="0" sz="1050" spc="210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333333"/>
                </a:solidFill>
                <a:latin typeface="Courier New"/>
                <a:cs typeface="Courier New"/>
              </a:rPr>
              <a:t>&lt;stdbool.h&gt;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000">
              <a:latin typeface="Courier New"/>
              <a:cs typeface="Courier New"/>
            </a:endParaRPr>
          </a:p>
          <a:p>
            <a:pPr marL="17145">
              <a:lnSpc>
                <a:spcPct val="100000"/>
              </a:lnSpc>
            </a:pPr>
            <a:r>
              <a:rPr dirty="0" sz="1000">
                <a:solidFill>
                  <a:srgbClr val="1F1F1F"/>
                </a:solidFill>
                <a:latin typeface="Courier New"/>
                <a:cs typeface="Courier New"/>
              </a:rPr>
              <a:t>bool</a:t>
            </a:r>
            <a:r>
              <a:rPr dirty="0" sz="1000" spc="29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0C0C0C"/>
                </a:solidFill>
                <a:latin typeface="Courier New"/>
                <a:cs typeface="Courier New"/>
              </a:rPr>
              <a:t>isPrime(int</a:t>
            </a:r>
            <a:r>
              <a:rPr dirty="0" sz="1000" spc="39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 spc="55">
                <a:solidFill>
                  <a:srgbClr val="0C0C0C"/>
                </a:solidFill>
                <a:latin typeface="Courier New"/>
                <a:cs typeface="Courier New"/>
              </a:rPr>
              <a:t>n)</a:t>
            </a:r>
            <a:r>
              <a:rPr dirty="0" sz="1000" spc="22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 spc="10">
                <a:solidFill>
                  <a:srgbClr val="1F1F1F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50520">
              <a:lnSpc>
                <a:spcPct val="100000"/>
              </a:lnSpc>
              <a:spcBef>
                <a:spcPts val="120"/>
              </a:spcBef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if</a:t>
            </a:r>
            <a:r>
              <a:rPr dirty="0" sz="1050" spc="65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0C0C0C"/>
                </a:solidFill>
                <a:latin typeface="Courier New"/>
                <a:cs typeface="Courier New"/>
              </a:rPr>
              <a:t>(n</a:t>
            </a:r>
            <a:r>
              <a:rPr dirty="0" sz="1000" spc="17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333333"/>
                </a:solidFill>
                <a:latin typeface="Courier New"/>
                <a:cs typeface="Courier New"/>
              </a:rPr>
              <a:t>&lt;</a:t>
            </a:r>
            <a:r>
              <a:rPr dirty="0" sz="1000" spc="85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F1F1F"/>
                </a:solidFill>
                <a:latin typeface="Courier New"/>
                <a:cs typeface="Courier New"/>
              </a:rPr>
              <a:t>2)</a:t>
            </a:r>
            <a:r>
              <a:rPr dirty="0" sz="1000" spc="19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return</a:t>
            </a:r>
            <a:r>
              <a:rPr dirty="0" sz="1050" spc="135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0C0C0C"/>
                </a:solidFill>
                <a:latin typeface="Courier New"/>
                <a:cs typeface="Courier New"/>
              </a:rPr>
              <a:t>false;</a:t>
            </a:r>
            <a:endParaRPr sz="1000">
              <a:latin typeface="Courier New"/>
              <a:cs typeface="Courier New"/>
            </a:endParaRPr>
          </a:p>
          <a:p>
            <a:pPr marL="349250">
              <a:lnSpc>
                <a:spcPct val="100000"/>
              </a:lnSpc>
              <a:spcBef>
                <a:spcPts val="85"/>
              </a:spcBef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for</a:t>
            </a:r>
            <a:r>
              <a:rPr dirty="0" sz="1050" spc="145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 spc="235" b="1">
                <a:solidFill>
                  <a:srgbClr val="1F1F1F"/>
                </a:solidFill>
                <a:latin typeface="Courier New"/>
                <a:cs typeface="Courier New"/>
              </a:rPr>
              <a:t>(inti=</a:t>
            </a:r>
            <a:r>
              <a:rPr dirty="0" sz="1050" spc="45" b="1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00" spc="50">
                <a:solidFill>
                  <a:srgbClr val="333333"/>
                </a:solidFill>
                <a:latin typeface="Courier New"/>
                <a:cs typeface="Courier New"/>
              </a:rPr>
              <a:t>2;</a:t>
            </a:r>
            <a:r>
              <a:rPr dirty="0" sz="1000" spc="14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0C0C0C"/>
                </a:solidFill>
                <a:latin typeface="Courier New"/>
                <a:cs typeface="Courier New"/>
              </a:rPr>
              <a:t>i</a:t>
            </a:r>
            <a:r>
              <a:rPr dirty="0" sz="1000" spc="12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F1F1F"/>
                </a:solidFill>
                <a:latin typeface="Courier New"/>
                <a:cs typeface="Courier New"/>
              </a:rPr>
              <a:t>*</a:t>
            </a:r>
            <a:r>
              <a:rPr dirty="0" sz="1000" spc="13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0C0C0C"/>
                </a:solidFill>
                <a:latin typeface="Courier New"/>
                <a:cs typeface="Courier New"/>
              </a:rPr>
              <a:t>i</a:t>
            </a:r>
            <a:r>
              <a:rPr dirty="0" sz="1000" spc="16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333333"/>
                </a:solidFill>
                <a:latin typeface="Courier New"/>
                <a:cs typeface="Courier New"/>
              </a:rPr>
              <a:t>&lt;=</a:t>
            </a:r>
            <a:r>
              <a:rPr dirty="0" sz="1000" spc="90">
                <a:solidFill>
                  <a:srgbClr val="333333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0C0C0C"/>
                </a:solidFill>
                <a:latin typeface="Courier New"/>
                <a:cs typeface="Courier New"/>
              </a:rPr>
              <a:t>n;</a:t>
            </a:r>
            <a:r>
              <a:rPr dirty="0" sz="1000" spc="15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F1F1F"/>
                </a:solidFill>
                <a:latin typeface="Courier New"/>
                <a:cs typeface="Courier New"/>
              </a:rPr>
              <a:t>++i)</a:t>
            </a:r>
            <a:r>
              <a:rPr dirty="0" sz="1000" spc="15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00" spc="-50">
                <a:solidFill>
                  <a:srgbClr val="0C0C0C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algn="r" marR="3876675">
              <a:lnSpc>
                <a:spcPct val="100000"/>
              </a:lnSpc>
              <a:spcBef>
                <a:spcPts val="85"/>
              </a:spcBef>
              <a:tabLst>
                <a:tab pos="831850" algn="l"/>
              </a:tabLst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if</a:t>
            </a:r>
            <a:r>
              <a:rPr dirty="0" sz="1050" spc="310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0C0C0C"/>
                </a:solidFill>
                <a:latin typeface="Arial"/>
                <a:cs typeface="Arial"/>
              </a:rPr>
              <a:t>(n</a:t>
            </a:r>
            <a:r>
              <a:rPr dirty="0" sz="850" spc="260">
                <a:solidFill>
                  <a:srgbClr val="0C0C0C"/>
                </a:solidFill>
                <a:latin typeface="Arial"/>
                <a:cs typeface="Arial"/>
              </a:rPr>
              <a:t>  </a:t>
            </a:r>
            <a:r>
              <a:rPr dirty="0" sz="900" spc="-265">
                <a:solidFill>
                  <a:srgbClr val="333333"/>
                </a:solidFill>
                <a:latin typeface="Arial"/>
                <a:cs typeface="Arial"/>
              </a:rPr>
              <a:t>%</a:t>
            </a:r>
            <a:r>
              <a:rPr dirty="0" sz="900" spc="150">
                <a:solidFill>
                  <a:srgbClr val="333333"/>
                </a:solidFill>
                <a:latin typeface="Arial"/>
                <a:cs typeface="Arial"/>
              </a:rPr>
              <a:t>  </a:t>
            </a:r>
            <a:r>
              <a:rPr dirty="0" sz="1000" spc="-50">
                <a:solidFill>
                  <a:srgbClr val="0C0C0C"/>
                </a:solidFill>
                <a:latin typeface="Times New Roman"/>
                <a:cs typeface="Times New Roman"/>
              </a:rPr>
              <a:t>i</a:t>
            </a:r>
            <a:r>
              <a:rPr dirty="0" sz="100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dirty="0" sz="1000" spc="50">
                <a:solidFill>
                  <a:srgbClr val="0C0C0C"/>
                </a:solidFill>
                <a:latin typeface="Courier New"/>
                <a:cs typeface="Courier New"/>
              </a:rPr>
              <a:t>==</a:t>
            </a:r>
            <a:r>
              <a:rPr dirty="0" sz="1000" spc="6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 spc="50">
                <a:solidFill>
                  <a:srgbClr val="333333"/>
                </a:solidFill>
                <a:latin typeface="Courier New"/>
                <a:cs typeface="Courier New"/>
              </a:rPr>
              <a:t>0) </a:t>
            </a:r>
            <a:r>
              <a:rPr dirty="0" sz="1000">
                <a:solidFill>
                  <a:srgbClr val="0C0C0C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algn="r" marR="3885565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return</a:t>
            </a:r>
            <a:r>
              <a:rPr dirty="0" sz="1050" spc="204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1F1F1F"/>
                </a:solidFill>
                <a:latin typeface="Courier New"/>
                <a:cs typeface="Courier New"/>
              </a:rPr>
              <a:t>false;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1000">
              <a:latin typeface="Courier New"/>
              <a:cs typeface="Courier New"/>
            </a:endParaRPr>
          </a:p>
          <a:p>
            <a:pPr marL="351790">
              <a:lnSpc>
                <a:spcPct val="100000"/>
              </a:lnSpc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return</a:t>
            </a:r>
            <a:r>
              <a:rPr dirty="0" sz="1050" spc="105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 spc="-20">
                <a:solidFill>
                  <a:srgbClr val="1F1F1F"/>
                </a:solidFill>
                <a:latin typeface="Courier New"/>
                <a:cs typeface="Courier New"/>
              </a:rPr>
              <a:t>true;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050">
              <a:latin typeface="Courier New"/>
              <a:cs typeface="Courier New"/>
            </a:endParaRPr>
          </a:p>
          <a:p>
            <a:pPr marL="20320">
              <a:lnSpc>
                <a:spcPct val="100000"/>
              </a:lnSpc>
            </a:pPr>
            <a:r>
              <a:rPr dirty="0" sz="1150" spc="-20" b="1">
                <a:solidFill>
                  <a:srgbClr val="0C0C0C"/>
                </a:solidFill>
                <a:latin typeface="Times New Roman"/>
                <a:cs typeface="Times New Roman"/>
              </a:rPr>
              <a:t>C++: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1150">
              <a:latin typeface="Times New Roman"/>
              <a:cs typeface="Times New Roman"/>
            </a:endParaRPr>
          </a:p>
          <a:p>
            <a:pPr marL="17780">
              <a:lnSpc>
                <a:spcPct val="100000"/>
              </a:lnSpc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#include</a:t>
            </a:r>
            <a:r>
              <a:rPr dirty="0" sz="1050" spc="210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 spc="-10">
                <a:solidFill>
                  <a:srgbClr val="333333"/>
                </a:solidFill>
                <a:latin typeface="Courier New"/>
                <a:cs typeface="Courier New"/>
              </a:rPr>
              <a:t>&lt;cmath&gt;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19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901525" y="1060750"/>
            <a:ext cx="3355340" cy="3614420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209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bool</a:t>
            </a:r>
            <a:r>
              <a:rPr dirty="0" sz="1050" spc="10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isPrime(int</a:t>
            </a:r>
            <a:r>
              <a:rPr dirty="0" sz="1050" spc="229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-35">
                <a:solidFill>
                  <a:srgbClr val="050505"/>
                </a:solidFill>
                <a:latin typeface="Courier New"/>
                <a:cs typeface="Courier New"/>
              </a:rPr>
              <a:t>n)</a:t>
            </a:r>
            <a:endParaRPr sz="1050">
              <a:latin typeface="Courier New"/>
              <a:cs typeface="Courier New"/>
            </a:endParaRPr>
          </a:p>
          <a:p>
            <a:pPr marL="347345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6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(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n</a:t>
            </a:r>
            <a:r>
              <a:rPr dirty="0" sz="1050" spc="10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&lt;</a:t>
            </a:r>
            <a:r>
              <a:rPr dirty="0" sz="1050" spc="4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 spc="85">
                <a:solidFill>
                  <a:srgbClr val="343434"/>
                </a:solidFill>
                <a:latin typeface="Courier New"/>
                <a:cs typeface="Courier New"/>
              </a:rPr>
              <a:t>2</a:t>
            </a:r>
            <a:r>
              <a:rPr dirty="0" sz="1050" spc="85">
                <a:solidFill>
                  <a:srgbClr val="050505"/>
                </a:solidFill>
                <a:latin typeface="Courier New"/>
                <a:cs typeface="Courier New"/>
              </a:rPr>
              <a:t>)</a:t>
            </a:r>
            <a:r>
              <a:rPr dirty="0" sz="1050" spc="-7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3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050505"/>
                </a:solidFill>
                <a:latin typeface="Courier New"/>
                <a:cs typeface="Courier New"/>
              </a:rPr>
              <a:t>false;</a:t>
            </a:r>
            <a:endParaRPr sz="1050">
              <a:latin typeface="Courier New"/>
              <a:cs typeface="Courier New"/>
            </a:endParaRPr>
          </a:p>
          <a:p>
            <a:pPr marL="349250">
              <a:lnSpc>
                <a:spcPct val="100000"/>
              </a:lnSpc>
              <a:spcBef>
                <a:spcPts val="85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for</a:t>
            </a:r>
            <a:r>
              <a:rPr dirty="0" sz="1050" spc="12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235" b="1">
                <a:solidFill>
                  <a:srgbClr val="1F1F1F"/>
                </a:solidFill>
                <a:latin typeface="Courier New"/>
                <a:cs typeface="Courier New"/>
              </a:rPr>
              <a:t>(inti=</a:t>
            </a:r>
            <a:r>
              <a:rPr dirty="0" sz="1050" spc="-10" b="1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85">
                <a:solidFill>
                  <a:srgbClr val="343434"/>
                </a:solidFill>
                <a:latin typeface="Courier New"/>
                <a:cs typeface="Courier New"/>
              </a:rPr>
              <a:t>2</a:t>
            </a:r>
            <a:r>
              <a:rPr dirty="0" sz="1050" spc="85">
                <a:solidFill>
                  <a:srgbClr val="050505"/>
                </a:solidFill>
                <a:latin typeface="Courier New"/>
                <a:cs typeface="Courier New"/>
              </a:rPr>
              <a:t>;</a:t>
            </a:r>
            <a:r>
              <a:rPr dirty="0" sz="1050" spc="-9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85">
                <a:solidFill>
                  <a:srgbClr val="1F1F1F"/>
                </a:solidFill>
                <a:latin typeface="Courier New"/>
                <a:cs typeface="Courier New"/>
              </a:rPr>
              <a:t>i</a:t>
            </a:r>
            <a:r>
              <a:rPr dirty="0" sz="1050" spc="-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1F1F1F"/>
                </a:solidFill>
                <a:latin typeface="Courier New"/>
                <a:cs typeface="Courier New"/>
              </a:rPr>
              <a:t>*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1F1F1F"/>
                </a:solidFill>
                <a:latin typeface="Courier New"/>
                <a:cs typeface="Courier New"/>
              </a:rPr>
              <a:t>i</a:t>
            </a:r>
            <a:r>
              <a:rPr dirty="0" sz="1050" spc="6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&lt;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=</a:t>
            </a:r>
            <a:r>
              <a:rPr dirty="0" sz="1050" spc="3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n;</a:t>
            </a:r>
            <a:r>
              <a:rPr dirty="0" sz="1050" spc="6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1F1F1F"/>
                </a:solidFill>
                <a:latin typeface="Courier New"/>
                <a:cs typeface="Courier New"/>
              </a:rPr>
              <a:t>++i)</a:t>
            </a:r>
            <a:endParaRPr sz="1050">
              <a:latin typeface="Courier New"/>
              <a:cs typeface="Courier New"/>
            </a:endParaRPr>
          </a:p>
          <a:p>
            <a:pPr marL="680085">
              <a:lnSpc>
                <a:spcPct val="100000"/>
              </a:lnSpc>
              <a:spcBef>
                <a:spcPts val="85"/>
              </a:spcBef>
              <a:tabLst>
                <a:tab pos="1512570" algn="l"/>
              </a:tabLst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23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850" spc="50">
                <a:solidFill>
                  <a:srgbClr val="050505"/>
                </a:solidFill>
                <a:latin typeface="Arial"/>
                <a:cs typeface="Arial"/>
              </a:rPr>
              <a:t>(</a:t>
            </a:r>
            <a:r>
              <a:rPr dirty="0" sz="850" spc="50">
                <a:solidFill>
                  <a:srgbClr val="343434"/>
                </a:solidFill>
                <a:latin typeface="Arial"/>
                <a:cs typeface="Arial"/>
              </a:rPr>
              <a:t>n</a:t>
            </a:r>
            <a:r>
              <a:rPr dirty="0" sz="850" spc="170">
                <a:solidFill>
                  <a:srgbClr val="343434"/>
                </a:solidFill>
                <a:latin typeface="Arial"/>
                <a:cs typeface="Arial"/>
              </a:rPr>
              <a:t>  </a:t>
            </a:r>
            <a:r>
              <a:rPr dirty="0" sz="850">
                <a:solidFill>
                  <a:srgbClr val="1F1F1F"/>
                </a:solidFill>
                <a:latin typeface="Arial"/>
                <a:cs typeface="Arial"/>
              </a:rPr>
              <a:t>%</a:t>
            </a:r>
            <a:r>
              <a:rPr dirty="0" sz="850" spc="130">
                <a:solidFill>
                  <a:srgbClr val="1F1F1F"/>
                </a:solidFill>
                <a:latin typeface="Arial"/>
                <a:cs typeface="Arial"/>
              </a:rPr>
              <a:t>  </a:t>
            </a:r>
            <a:r>
              <a:rPr dirty="0" sz="1000" spc="-60">
                <a:solidFill>
                  <a:srgbClr val="050505"/>
                </a:solidFill>
                <a:latin typeface="Times New Roman"/>
                <a:cs typeface="Times New Roman"/>
              </a:rPr>
              <a:t>i</a:t>
            </a:r>
            <a:r>
              <a:rPr dirty="0" sz="1000">
                <a:solidFill>
                  <a:srgbClr val="050505"/>
                </a:solidFill>
                <a:latin typeface="Times New Roman"/>
                <a:cs typeface="Times New Roman"/>
              </a:rPr>
              <a:t>	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==</a:t>
            </a:r>
            <a:r>
              <a:rPr dirty="0" sz="1050" spc="17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850" spc="95">
                <a:solidFill>
                  <a:srgbClr val="343434"/>
                </a:solidFill>
                <a:latin typeface="Arial"/>
                <a:cs typeface="Arial"/>
              </a:rPr>
              <a:t>0</a:t>
            </a:r>
            <a:r>
              <a:rPr dirty="0" sz="850" spc="95">
                <a:solidFill>
                  <a:srgbClr val="050505"/>
                </a:solidFill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  <a:p>
            <a:pPr marL="1014730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5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050505"/>
                </a:solidFill>
                <a:latin typeface="Courier New"/>
                <a:cs typeface="Courier New"/>
              </a:rPr>
              <a:t>false;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05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0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050505"/>
                </a:solidFill>
                <a:latin typeface="Courier New"/>
                <a:cs typeface="Courier New"/>
              </a:rPr>
              <a:t>true;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10" b="1">
                <a:solidFill>
                  <a:srgbClr val="050505"/>
                </a:solidFill>
                <a:latin typeface="Times New Roman"/>
                <a:cs typeface="Times New Roman"/>
              </a:rPr>
              <a:t>Java: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class</a:t>
            </a:r>
            <a:r>
              <a:rPr dirty="0" sz="1050" spc="18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Solution</a:t>
            </a:r>
            <a:r>
              <a:rPr dirty="0" sz="1050" spc="229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">
                <a:solidFill>
                  <a:srgbClr val="050505"/>
                </a:solidFill>
                <a:latin typeface="Courier New"/>
                <a:cs typeface="Courier New"/>
              </a:rPr>
              <a:t>{</a:t>
            </a:r>
            <a:endParaRPr sz="105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static</a:t>
            </a:r>
            <a:r>
              <a:rPr dirty="0" sz="1050" spc="16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boolean</a:t>
            </a:r>
            <a:r>
              <a:rPr dirty="0" sz="1050" spc="204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isPrime(int</a:t>
            </a:r>
            <a:r>
              <a:rPr dirty="0" sz="1050" spc="23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050505"/>
                </a:solidFill>
                <a:latin typeface="Courier New"/>
                <a:cs typeface="Courier New"/>
              </a:rPr>
              <a:t>n)</a:t>
            </a:r>
            <a:endParaRPr sz="1050">
              <a:latin typeface="Courier New"/>
              <a:cs typeface="Courier New"/>
            </a:endParaRPr>
          </a:p>
          <a:p>
            <a:pPr marL="680085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6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(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n</a:t>
            </a:r>
            <a:r>
              <a:rPr dirty="0" sz="1050" spc="165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343434"/>
                </a:solidFill>
                <a:latin typeface="Times New Roman"/>
                <a:cs typeface="Times New Roman"/>
              </a:rPr>
              <a:t>&lt;</a:t>
            </a:r>
            <a:r>
              <a:rPr dirty="0" sz="1000" spc="130">
                <a:solidFill>
                  <a:srgbClr val="343434"/>
                </a:solidFill>
                <a:latin typeface="Times New Roman"/>
                <a:cs typeface="Times New Roman"/>
              </a:rPr>
              <a:t> 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2)</a:t>
            </a:r>
            <a:r>
              <a:rPr dirty="0" sz="1050" spc="4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2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050505"/>
                </a:solidFill>
                <a:latin typeface="Courier New"/>
                <a:cs typeface="Courier New"/>
              </a:rPr>
              <a:t>false;</a:t>
            </a:r>
            <a:endParaRPr sz="1050">
              <a:latin typeface="Courier New"/>
              <a:cs typeface="Courier New"/>
            </a:endParaRPr>
          </a:p>
          <a:p>
            <a:pPr marL="679450">
              <a:lnSpc>
                <a:spcPct val="100000"/>
              </a:lnSpc>
              <a:spcBef>
                <a:spcPts val="85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for</a:t>
            </a:r>
            <a:r>
              <a:rPr dirty="0" sz="1050" spc="10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235" b="1">
                <a:solidFill>
                  <a:srgbClr val="1F1F1F"/>
                </a:solidFill>
                <a:latin typeface="Courier New"/>
                <a:cs typeface="Courier New"/>
              </a:rPr>
              <a:t>(inti=</a:t>
            </a:r>
            <a:r>
              <a:rPr dirty="0" sz="1050" b="1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85">
                <a:solidFill>
                  <a:srgbClr val="343434"/>
                </a:solidFill>
                <a:latin typeface="Courier New"/>
                <a:cs typeface="Courier New"/>
              </a:rPr>
              <a:t>2</a:t>
            </a:r>
            <a:r>
              <a:rPr dirty="0" sz="1050" spc="85">
                <a:solidFill>
                  <a:srgbClr val="050505"/>
                </a:solidFill>
                <a:latin typeface="Courier New"/>
                <a:cs typeface="Courier New"/>
              </a:rPr>
              <a:t>;</a:t>
            </a:r>
            <a:r>
              <a:rPr dirty="0" sz="1050" spc="-8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85">
                <a:solidFill>
                  <a:srgbClr val="1F1F1F"/>
                </a:solidFill>
                <a:latin typeface="Courier New"/>
                <a:cs typeface="Courier New"/>
              </a:rPr>
              <a:t>i</a:t>
            </a:r>
            <a:r>
              <a:rPr dirty="0" sz="1050" spc="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1F1F1F"/>
                </a:solidFill>
                <a:latin typeface="Courier New"/>
                <a:cs typeface="Courier New"/>
              </a:rPr>
              <a:t>*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1F1F1F"/>
                </a:solidFill>
                <a:latin typeface="Courier New"/>
                <a:cs typeface="Courier New"/>
              </a:rPr>
              <a:t>i</a:t>
            </a:r>
            <a:r>
              <a:rPr dirty="0" sz="1050" spc="7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&lt;=</a:t>
            </a:r>
            <a:r>
              <a:rPr dirty="0" sz="1050" spc="2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n;</a:t>
            </a:r>
            <a:r>
              <a:rPr dirty="0" sz="1050" spc="8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1F1F1F"/>
                </a:solidFill>
                <a:latin typeface="Courier New"/>
                <a:cs typeface="Courier New"/>
              </a:rPr>
              <a:t>i++)</a:t>
            </a:r>
            <a:endParaRPr sz="1050">
              <a:latin typeface="Courier New"/>
              <a:cs typeface="Courier New"/>
            </a:endParaRPr>
          </a:p>
          <a:p>
            <a:pPr marL="1012825">
              <a:lnSpc>
                <a:spcPct val="100000"/>
              </a:lnSpc>
              <a:spcBef>
                <a:spcPts val="85"/>
              </a:spcBef>
              <a:tabLst>
                <a:tab pos="1845310" algn="l"/>
              </a:tabLst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32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850">
                <a:solidFill>
                  <a:srgbClr val="050505"/>
                </a:solidFill>
                <a:latin typeface="Arial"/>
                <a:cs typeface="Arial"/>
              </a:rPr>
              <a:t>(n</a:t>
            </a:r>
            <a:r>
              <a:rPr dirty="0" sz="850" spc="250">
                <a:solidFill>
                  <a:srgbClr val="050505"/>
                </a:solidFill>
                <a:latin typeface="Arial"/>
                <a:cs typeface="Arial"/>
              </a:rPr>
              <a:t>  </a:t>
            </a:r>
            <a:r>
              <a:rPr dirty="0" sz="900" spc="-265">
                <a:solidFill>
                  <a:srgbClr val="1F1F1F"/>
                </a:solidFill>
                <a:latin typeface="Arial"/>
                <a:cs typeface="Arial"/>
              </a:rPr>
              <a:t>%</a:t>
            </a:r>
            <a:r>
              <a:rPr dirty="0" sz="900" spc="155">
                <a:solidFill>
                  <a:srgbClr val="1F1F1F"/>
                </a:solidFill>
                <a:latin typeface="Arial"/>
                <a:cs typeface="Arial"/>
              </a:rPr>
              <a:t>  </a:t>
            </a:r>
            <a:r>
              <a:rPr dirty="0" sz="1000" spc="-50">
                <a:solidFill>
                  <a:srgbClr val="343434"/>
                </a:solidFill>
                <a:latin typeface="Times New Roman"/>
                <a:cs typeface="Times New Roman"/>
              </a:rPr>
              <a:t>i</a:t>
            </a:r>
            <a:r>
              <a:rPr dirty="0" sz="1000">
                <a:solidFill>
                  <a:srgbClr val="343434"/>
                </a:solidFill>
                <a:latin typeface="Times New Roman"/>
                <a:cs typeface="Times New Roman"/>
              </a:rPr>
              <a:t>	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==</a:t>
            </a:r>
            <a:r>
              <a:rPr dirty="0" sz="1050" spc="17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850" spc="95">
                <a:solidFill>
                  <a:srgbClr val="343434"/>
                </a:solidFill>
                <a:latin typeface="Arial"/>
                <a:cs typeface="Arial"/>
              </a:rPr>
              <a:t>0</a:t>
            </a:r>
            <a:r>
              <a:rPr dirty="0" sz="850" spc="95">
                <a:solidFill>
                  <a:srgbClr val="050505"/>
                </a:solidFill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  <a:p>
            <a:pPr marL="1347470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2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050505"/>
                </a:solidFill>
                <a:latin typeface="Courier New"/>
                <a:cs typeface="Courier New"/>
              </a:rPr>
              <a:t>false;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050">
              <a:latin typeface="Courier New"/>
              <a:cs typeface="Courier New"/>
            </a:endParaRPr>
          </a:p>
          <a:p>
            <a:pPr marL="681990">
              <a:lnSpc>
                <a:spcPct val="100000"/>
              </a:lnSpc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7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050505"/>
                </a:solidFill>
                <a:latin typeface="Courier New"/>
                <a:cs typeface="Courier New"/>
              </a:rPr>
              <a:t>true;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2527" y="5065588"/>
            <a:ext cx="53657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10" b="1">
                <a:solidFill>
                  <a:srgbClr val="050505"/>
                </a:solidFill>
                <a:latin typeface="Times New Roman"/>
                <a:cs typeface="Times New Roman"/>
              </a:rPr>
              <a:t>Python: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1525" y="5476551"/>
            <a:ext cx="2763520" cy="1480820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209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def</a:t>
            </a:r>
            <a:r>
              <a:rPr dirty="0" sz="1050" spc="11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s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_p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r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-10">
                <a:solidFill>
                  <a:srgbClr val="343434"/>
                </a:solidFill>
                <a:latin typeface="Courier New"/>
                <a:cs typeface="Courier New"/>
              </a:rPr>
              <a:t>me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(n):</a:t>
            </a:r>
            <a:endParaRPr sz="1050">
              <a:latin typeface="Courier New"/>
              <a:cs typeface="Courier New"/>
            </a:endParaRPr>
          </a:p>
          <a:p>
            <a:pPr marL="347345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3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n</a:t>
            </a:r>
            <a:r>
              <a:rPr dirty="0" sz="1050" spc="9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&lt;</a:t>
            </a:r>
            <a:r>
              <a:rPr dirty="0" sz="1050" spc="3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25">
                <a:solidFill>
                  <a:srgbClr val="1F1F1F"/>
                </a:solidFill>
                <a:latin typeface="Courier New"/>
                <a:cs typeface="Courier New"/>
              </a:rPr>
              <a:t>2:</a:t>
            </a:r>
            <a:endParaRPr sz="1050">
              <a:latin typeface="Courier New"/>
              <a:cs typeface="Courier New"/>
            </a:endParaRPr>
          </a:p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5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050505"/>
                </a:solidFill>
                <a:latin typeface="Courier New"/>
                <a:cs typeface="Courier New"/>
              </a:rPr>
              <a:t>False</a:t>
            </a:r>
            <a:endParaRPr sz="1050">
              <a:latin typeface="Courier New"/>
              <a:cs typeface="Courier New"/>
            </a:endParaRPr>
          </a:p>
          <a:p>
            <a:pPr marL="349250">
              <a:lnSpc>
                <a:spcPct val="100000"/>
              </a:lnSpc>
              <a:spcBef>
                <a:spcPts val="9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for</a:t>
            </a:r>
            <a:r>
              <a:rPr dirty="0" sz="1050" spc="8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i</a:t>
            </a:r>
            <a:r>
              <a:rPr dirty="0" sz="1050" spc="1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in</a:t>
            </a:r>
            <a:r>
              <a:rPr dirty="0" sz="1050" spc="5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range(2,</a:t>
            </a:r>
            <a:r>
              <a:rPr dirty="0" sz="1050" spc="20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int(n**0.5)</a:t>
            </a:r>
            <a:endParaRPr sz="1050">
              <a:latin typeface="Courier New"/>
              <a:cs typeface="Courier New"/>
            </a:endParaRPr>
          </a:p>
          <a:p>
            <a:pPr marL="680085">
              <a:lnSpc>
                <a:spcPct val="100000"/>
              </a:lnSpc>
              <a:spcBef>
                <a:spcPts val="85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6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50">
                <a:solidFill>
                  <a:srgbClr val="1F1F1F"/>
                </a:solidFill>
                <a:latin typeface="Times New Roman"/>
                <a:cs typeface="Times New Roman"/>
              </a:rPr>
              <a:t>n</a:t>
            </a:r>
            <a:r>
              <a:rPr dirty="0" sz="1050" spc="44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050" spc="65">
                <a:solidFill>
                  <a:srgbClr val="343434"/>
                </a:solidFill>
                <a:latin typeface="Courier New"/>
                <a:cs typeface="Courier New"/>
              </a:rPr>
              <a:t>%</a:t>
            </a:r>
            <a:r>
              <a:rPr dirty="0" sz="1050" spc="2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3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==</a:t>
            </a:r>
            <a:r>
              <a:rPr dirty="0" sz="1050" spc="4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1F1F1F"/>
                </a:solidFill>
                <a:latin typeface="Courier New"/>
                <a:cs typeface="Courier New"/>
              </a:rPr>
              <a:t>0:</a:t>
            </a:r>
            <a:endParaRPr sz="1050">
              <a:latin typeface="Courier New"/>
              <a:cs typeface="Courier New"/>
            </a:endParaRPr>
          </a:p>
          <a:p>
            <a:pPr marL="1011555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5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343434"/>
                </a:solidFill>
                <a:latin typeface="Courier New"/>
                <a:cs typeface="Courier New"/>
              </a:rPr>
              <a:t>False</a:t>
            </a:r>
            <a:endParaRPr sz="1050">
              <a:latin typeface="Courier New"/>
              <a:cs typeface="Courier New"/>
            </a:endParaRPr>
          </a:p>
          <a:p>
            <a:pPr marL="349250">
              <a:lnSpc>
                <a:spcPct val="100000"/>
              </a:lnSpc>
              <a:spcBef>
                <a:spcPts val="85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2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1F1F1F"/>
                </a:solidFill>
                <a:latin typeface="Courier New"/>
                <a:cs typeface="Courier New"/>
              </a:rPr>
              <a:t>True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150" spc="-10" b="1">
                <a:solidFill>
                  <a:srgbClr val="050505"/>
                </a:solidFill>
                <a:latin typeface="Times New Roman"/>
                <a:cs typeface="Times New Roman"/>
              </a:rPr>
              <a:t>JavaScript: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735924" y="6009070"/>
            <a:ext cx="464184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+</a:t>
            </a:r>
            <a:r>
              <a:rPr dirty="0" sz="1050" spc="4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60">
                <a:solidFill>
                  <a:srgbClr val="050505"/>
                </a:solidFill>
                <a:latin typeface="Courier New"/>
                <a:cs typeface="Courier New"/>
              </a:rPr>
              <a:t>1)</a:t>
            </a:r>
            <a:r>
              <a:rPr dirty="0" sz="1050" spc="60">
                <a:solidFill>
                  <a:srgbClr val="343434"/>
                </a:solidFill>
                <a:latin typeface="Courier New"/>
                <a:cs typeface="Courier New"/>
              </a:rPr>
              <a:t>: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04241" y="7173292"/>
            <a:ext cx="3019425" cy="18199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function</a:t>
            </a:r>
            <a:r>
              <a:rPr dirty="0" sz="1050" spc="16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isPrime(n)</a:t>
            </a:r>
            <a:endParaRPr sz="1050">
              <a:latin typeface="Courier New"/>
              <a:cs typeface="Courier New"/>
            </a:endParaRPr>
          </a:p>
          <a:p>
            <a:pPr marL="343535">
              <a:lnSpc>
                <a:spcPct val="100000"/>
              </a:lnSpc>
              <a:spcBef>
                <a:spcPts val="85"/>
              </a:spcBef>
            </a:pP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4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(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n</a:t>
            </a:r>
            <a:r>
              <a:rPr dirty="0" sz="1050" spc="11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&lt;</a:t>
            </a:r>
            <a:r>
              <a:rPr dirty="0" sz="1050" spc="45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 spc="85">
                <a:solidFill>
                  <a:srgbClr val="343434"/>
                </a:solidFill>
                <a:latin typeface="Courier New"/>
                <a:cs typeface="Courier New"/>
              </a:rPr>
              <a:t>2</a:t>
            </a:r>
            <a:r>
              <a:rPr dirty="0" sz="1050" spc="85">
                <a:solidFill>
                  <a:srgbClr val="050505"/>
                </a:solidFill>
                <a:latin typeface="Courier New"/>
                <a:cs typeface="Courier New"/>
              </a:rPr>
              <a:t>)</a:t>
            </a:r>
            <a:r>
              <a:rPr dirty="0" sz="1050" spc="-6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return</a:t>
            </a:r>
            <a:r>
              <a:rPr dirty="0" sz="1050" spc="14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f</a:t>
            </a:r>
            <a:r>
              <a:rPr dirty="0" sz="1050" spc="-10">
                <a:solidFill>
                  <a:srgbClr val="343434"/>
                </a:solidFill>
                <a:latin typeface="Courier New"/>
                <a:cs typeface="Courier New"/>
              </a:rPr>
              <a:t>alse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;</a:t>
            </a:r>
            <a:endParaRPr sz="1050">
              <a:latin typeface="Courier New"/>
              <a:cs typeface="Courier New"/>
            </a:endParaRPr>
          </a:p>
          <a:p>
            <a:pPr marL="679450" marR="5080" indent="-334645">
              <a:lnSpc>
                <a:spcPct val="106800"/>
              </a:lnSpc>
              <a:spcBef>
                <a:spcPts val="25"/>
              </a:spcBef>
            </a:pP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f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o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r</a:t>
            </a:r>
            <a:r>
              <a:rPr dirty="0" sz="1050" spc="2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(let</a:t>
            </a:r>
            <a:r>
              <a:rPr dirty="0" sz="1050" spc="8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7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50">
                <a:solidFill>
                  <a:srgbClr val="050505"/>
                </a:solidFill>
                <a:latin typeface="Courier New"/>
                <a:cs typeface="Courier New"/>
              </a:rPr>
              <a:t>=</a:t>
            </a:r>
            <a:r>
              <a:rPr dirty="0" sz="1050" spc="2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2;</a:t>
            </a:r>
            <a:r>
              <a:rPr dirty="0" sz="1050" spc="5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6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1F1F1F"/>
                </a:solidFill>
                <a:latin typeface="Courier New"/>
                <a:cs typeface="Courier New"/>
              </a:rPr>
              <a:t>*</a:t>
            </a:r>
            <a:r>
              <a:rPr dirty="0" sz="1050" spc="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7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&lt;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=</a:t>
            </a:r>
            <a:r>
              <a:rPr dirty="0" sz="1050" spc="4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n;</a:t>
            </a:r>
            <a:r>
              <a:rPr dirty="0" sz="1050" spc="8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1F1F1F"/>
                </a:solidFill>
                <a:latin typeface="Courier New"/>
                <a:cs typeface="Courier New"/>
              </a:rPr>
              <a:t>i++)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if</a:t>
            </a:r>
            <a:r>
              <a:rPr dirty="0" sz="1050" spc="9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(n</a:t>
            </a:r>
            <a:r>
              <a:rPr dirty="0" sz="1050" spc="2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%</a:t>
            </a:r>
            <a:r>
              <a:rPr dirty="0" sz="1050" spc="10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5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===</a:t>
            </a:r>
            <a:r>
              <a:rPr dirty="0" sz="1050" spc="6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343434"/>
                </a:solidFill>
                <a:latin typeface="Courier New"/>
                <a:cs typeface="Courier New"/>
              </a:rPr>
              <a:t>0)</a:t>
            </a:r>
            <a:endParaRPr sz="1050">
              <a:latin typeface="Courier New"/>
              <a:cs typeface="Courier New"/>
            </a:endParaRPr>
          </a:p>
          <a:p>
            <a:pPr marL="1010285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return</a:t>
            </a:r>
            <a:r>
              <a:rPr dirty="0" sz="1050" spc="18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false;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050">
              <a:latin typeface="Courier New"/>
              <a:cs typeface="Courier New"/>
            </a:endParaRPr>
          </a:p>
          <a:p>
            <a:pPr marL="344805">
              <a:lnSpc>
                <a:spcPct val="100000"/>
              </a:lnSpc>
            </a:pP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1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true;</a:t>
            </a:r>
            <a:endParaRPr sz="1050">
              <a:latin typeface="Courier New"/>
              <a:cs typeface="Courier New"/>
            </a:endParaRPr>
          </a:p>
          <a:p>
            <a:pPr marL="29209">
              <a:lnSpc>
                <a:spcPct val="100000"/>
              </a:lnSpc>
              <a:spcBef>
                <a:spcPts val="260"/>
              </a:spcBef>
            </a:pPr>
            <a:r>
              <a:rPr dirty="0" sz="850" spc="-50">
                <a:solidFill>
                  <a:srgbClr val="050505"/>
                </a:solidFill>
                <a:latin typeface="Times New Roman"/>
                <a:cs typeface="Times New Roman"/>
              </a:rPr>
              <a:t>}</a:t>
            </a:r>
            <a:endParaRPr sz="85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630"/>
              </a:spcBef>
            </a:pPr>
            <a:r>
              <a:rPr dirty="0" sz="1150" spc="-25" b="1">
                <a:solidFill>
                  <a:srgbClr val="050505"/>
                </a:solidFill>
                <a:latin typeface="Times New Roman"/>
                <a:cs typeface="Times New Roman"/>
              </a:rPr>
              <a:t>C#: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20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902180" y="892906"/>
            <a:ext cx="3139440" cy="812800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85"/>
              </a:spcBef>
            </a:pP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public</a:t>
            </a:r>
            <a:r>
              <a:rPr dirty="0" sz="1050" spc="18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static</a:t>
            </a:r>
            <a:r>
              <a:rPr dirty="0" sz="1050" spc="204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bool</a:t>
            </a:r>
            <a:r>
              <a:rPr dirty="0" sz="1050" spc="204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IsP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r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i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m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e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(int</a:t>
            </a:r>
            <a:r>
              <a:rPr dirty="0" sz="1050" spc="21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25">
                <a:solidFill>
                  <a:srgbClr val="050505"/>
                </a:solidFill>
                <a:latin typeface="Courier New"/>
                <a:cs typeface="Courier New"/>
              </a:rPr>
              <a:t>n)</a:t>
            </a:r>
            <a:endParaRPr sz="1050">
              <a:latin typeface="Courier New"/>
              <a:cs typeface="Courier New"/>
            </a:endParaRPr>
          </a:p>
          <a:p>
            <a:pPr marL="346710">
              <a:lnSpc>
                <a:spcPct val="100000"/>
              </a:lnSpc>
              <a:spcBef>
                <a:spcPts val="85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5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(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n</a:t>
            </a:r>
            <a:r>
              <a:rPr dirty="0" sz="1050" spc="10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&lt;</a:t>
            </a:r>
            <a:r>
              <a:rPr dirty="0" sz="1050" spc="4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 spc="85">
                <a:solidFill>
                  <a:srgbClr val="343434"/>
                </a:solidFill>
                <a:latin typeface="Courier New"/>
                <a:cs typeface="Courier New"/>
              </a:rPr>
              <a:t>2</a:t>
            </a:r>
            <a:r>
              <a:rPr dirty="0" sz="1050" spc="85">
                <a:solidFill>
                  <a:srgbClr val="050505"/>
                </a:solidFill>
                <a:latin typeface="Courier New"/>
                <a:cs typeface="Courier New"/>
              </a:rPr>
              <a:t>)</a:t>
            </a:r>
            <a:r>
              <a:rPr dirty="0" sz="1050" spc="-5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2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false;</a:t>
            </a:r>
            <a:endParaRPr sz="105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for</a:t>
            </a:r>
            <a:r>
              <a:rPr dirty="0" sz="1050" spc="10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235" b="1">
                <a:solidFill>
                  <a:srgbClr val="1F1F1F"/>
                </a:solidFill>
                <a:latin typeface="Courier New"/>
                <a:cs typeface="Courier New"/>
              </a:rPr>
              <a:t>(inti=</a:t>
            </a:r>
            <a:r>
              <a:rPr dirty="0" sz="1050" b="1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85">
                <a:solidFill>
                  <a:srgbClr val="343434"/>
                </a:solidFill>
                <a:latin typeface="Courier New"/>
                <a:cs typeface="Courier New"/>
              </a:rPr>
              <a:t>2</a:t>
            </a:r>
            <a:r>
              <a:rPr dirty="0" sz="1050" spc="85">
                <a:solidFill>
                  <a:srgbClr val="050505"/>
                </a:solidFill>
                <a:latin typeface="Courier New"/>
                <a:cs typeface="Courier New"/>
              </a:rPr>
              <a:t>;</a:t>
            </a:r>
            <a:r>
              <a:rPr dirty="0" sz="1050" spc="-8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85">
                <a:solidFill>
                  <a:srgbClr val="1F1F1F"/>
                </a:solidFill>
                <a:latin typeface="Courier New"/>
                <a:cs typeface="Courier New"/>
              </a:rPr>
              <a:t>i</a:t>
            </a:r>
            <a:r>
              <a:rPr dirty="0" sz="1050" spc="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1F1F1F"/>
                </a:solidFill>
                <a:latin typeface="Courier New"/>
                <a:cs typeface="Courier New"/>
              </a:rPr>
              <a:t>*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1F1F1F"/>
                </a:solidFill>
                <a:latin typeface="Courier New"/>
                <a:cs typeface="Courier New"/>
              </a:rPr>
              <a:t>i</a:t>
            </a:r>
            <a:r>
              <a:rPr dirty="0" sz="1050" spc="7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&lt;=</a:t>
            </a:r>
            <a:r>
              <a:rPr dirty="0" sz="1050" spc="2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n;</a:t>
            </a:r>
            <a:r>
              <a:rPr dirty="0" sz="1050" spc="8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35">
                <a:solidFill>
                  <a:srgbClr val="343434"/>
                </a:solidFill>
                <a:latin typeface="Courier New"/>
                <a:cs typeface="Courier New"/>
              </a:rPr>
              <a:t>i++</a:t>
            </a:r>
            <a:r>
              <a:rPr dirty="0" sz="1050" spc="35">
                <a:solidFill>
                  <a:srgbClr val="050505"/>
                </a:solidFill>
                <a:latin typeface="Courier New"/>
                <a:cs typeface="Courier New"/>
              </a:rPr>
              <a:t>)</a:t>
            </a:r>
            <a:endParaRPr sz="1050">
              <a:latin typeface="Courier New"/>
              <a:cs typeface="Courier New"/>
            </a:endParaRPr>
          </a:p>
          <a:p>
            <a:pPr marL="679450">
              <a:lnSpc>
                <a:spcPct val="100000"/>
              </a:lnSpc>
              <a:spcBef>
                <a:spcPts val="85"/>
              </a:spcBef>
              <a:tabLst>
                <a:tab pos="1511935" algn="l"/>
              </a:tabLst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229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850" spc="50">
                <a:solidFill>
                  <a:srgbClr val="050505"/>
                </a:solidFill>
                <a:latin typeface="Arial"/>
                <a:cs typeface="Arial"/>
              </a:rPr>
              <a:t>(</a:t>
            </a:r>
            <a:r>
              <a:rPr dirty="0" sz="850" spc="50">
                <a:solidFill>
                  <a:srgbClr val="343434"/>
                </a:solidFill>
                <a:latin typeface="Arial"/>
                <a:cs typeface="Arial"/>
              </a:rPr>
              <a:t>n</a:t>
            </a:r>
            <a:r>
              <a:rPr dirty="0" sz="850" spc="150">
                <a:solidFill>
                  <a:srgbClr val="343434"/>
                </a:solidFill>
                <a:latin typeface="Arial"/>
                <a:cs typeface="Arial"/>
              </a:rPr>
              <a:t>  </a:t>
            </a:r>
            <a:r>
              <a:rPr dirty="0" sz="900">
                <a:solidFill>
                  <a:srgbClr val="1F1F1F"/>
                </a:solidFill>
                <a:latin typeface="Arial"/>
                <a:cs typeface="Arial"/>
              </a:rPr>
              <a:t>%</a:t>
            </a:r>
            <a:r>
              <a:rPr dirty="0" sz="900" spc="48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1F1F1F"/>
                </a:solidFill>
                <a:latin typeface="Times New Roman"/>
                <a:cs typeface="Times New Roman"/>
              </a:rPr>
              <a:t>i</a:t>
            </a:r>
            <a:r>
              <a:rPr dirty="0" sz="950">
                <a:solidFill>
                  <a:srgbClr val="1F1F1F"/>
                </a:solidFill>
                <a:latin typeface="Times New Roman"/>
                <a:cs typeface="Times New Roman"/>
              </a:rPr>
              <a:t>	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==</a:t>
            </a:r>
            <a:r>
              <a:rPr dirty="0" sz="1050" spc="17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850" spc="95">
                <a:solidFill>
                  <a:srgbClr val="343434"/>
                </a:solidFill>
                <a:latin typeface="Arial"/>
                <a:cs typeface="Arial"/>
              </a:rPr>
              <a:t>0</a:t>
            </a:r>
            <a:r>
              <a:rPr dirty="0" sz="850" spc="95">
                <a:solidFill>
                  <a:srgbClr val="050505"/>
                </a:solidFill>
                <a:latin typeface="Arial"/>
                <a:cs typeface="Arial"/>
              </a:rPr>
              <a:t>)</a:t>
            </a:r>
            <a:endParaRPr sz="850">
              <a:latin typeface="Arial"/>
              <a:cs typeface="Arial"/>
            </a:endParaRPr>
          </a:p>
          <a:p>
            <a:pPr marL="1010919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20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false;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050">
              <a:latin typeface="Courier New"/>
              <a:cs typeface="Courier New"/>
            </a:endParaRPr>
          </a:p>
          <a:p>
            <a:pPr marL="348615">
              <a:lnSpc>
                <a:spcPct val="100000"/>
              </a:lnSpc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0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true;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050">
              <a:latin typeface="Courier New"/>
              <a:cs typeface="Courier New"/>
            </a:endParaRPr>
          </a:p>
          <a:p>
            <a:pPr marL="13335">
              <a:lnSpc>
                <a:spcPct val="100000"/>
              </a:lnSpc>
            </a:pPr>
            <a:r>
              <a:rPr dirty="0" sz="1150" spc="-25" b="1">
                <a:solidFill>
                  <a:srgbClr val="050505"/>
                </a:solidFill>
                <a:latin typeface="Times New Roman"/>
                <a:cs typeface="Times New Roman"/>
              </a:rPr>
              <a:t>Go: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150">
              <a:latin typeface="Times New Roman"/>
              <a:cs typeface="Times New Roman"/>
            </a:endParaRPr>
          </a:p>
          <a:p>
            <a:pPr marL="346710" marR="1122045" indent="-331470">
              <a:lnSpc>
                <a:spcPct val="106800"/>
              </a:lnSpc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func</a:t>
            </a:r>
            <a:r>
              <a:rPr dirty="0" sz="1050" spc="17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s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P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r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me(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n</a:t>
            </a:r>
            <a:r>
              <a:rPr dirty="0" sz="1050" spc="10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int)</a:t>
            </a:r>
            <a:r>
              <a:rPr dirty="0" sz="1050" spc="19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20" b="1">
                <a:solidFill>
                  <a:srgbClr val="050505"/>
                </a:solidFill>
                <a:latin typeface="Courier New"/>
                <a:cs typeface="Courier New"/>
              </a:rPr>
              <a:t>bool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3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65">
                <a:solidFill>
                  <a:srgbClr val="050505"/>
                </a:solidFill>
                <a:latin typeface="Courier New"/>
                <a:cs typeface="Courier New"/>
              </a:rPr>
              <a:t>n</a:t>
            </a:r>
            <a:r>
              <a:rPr dirty="0" sz="1050" spc="3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&lt;</a:t>
            </a:r>
            <a:r>
              <a:rPr dirty="0" sz="1050" spc="1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2</a:t>
            </a:r>
            <a:r>
              <a:rPr dirty="0" sz="1050" spc="7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">
                <a:solidFill>
                  <a:srgbClr val="050505"/>
                </a:solidFill>
                <a:latin typeface="Courier New"/>
                <a:cs typeface="Courier New"/>
              </a:rPr>
              <a:t>{</a:t>
            </a:r>
            <a:endParaRPr sz="1050">
              <a:latin typeface="Courier New"/>
              <a:cs typeface="Courier New"/>
            </a:endParaRPr>
          </a:p>
          <a:p>
            <a:pPr marL="678180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8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050505"/>
                </a:solidFill>
                <a:latin typeface="Courier New"/>
                <a:cs typeface="Courier New"/>
              </a:rPr>
              <a:t>false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050">
              <a:latin typeface="Courier New"/>
              <a:cs typeface="Courier New"/>
            </a:endParaRPr>
          </a:p>
          <a:p>
            <a:pPr marL="346075">
              <a:lnSpc>
                <a:spcPct val="100000"/>
              </a:lnSpc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for</a:t>
            </a:r>
            <a:r>
              <a:rPr dirty="0" sz="1050" spc="9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i</a:t>
            </a:r>
            <a:r>
              <a:rPr dirty="0" sz="1050" spc="5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:=</a:t>
            </a:r>
            <a:r>
              <a:rPr dirty="0" sz="1050" spc="3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2;</a:t>
            </a:r>
            <a:r>
              <a:rPr dirty="0" sz="1050" spc="8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6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1F1F1F"/>
                </a:solidFill>
                <a:latin typeface="Courier New"/>
                <a:cs typeface="Courier New"/>
              </a:rPr>
              <a:t>*</a:t>
            </a:r>
            <a:r>
              <a:rPr dirty="0" sz="1050" spc="2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10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&lt;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=</a:t>
            </a:r>
            <a:r>
              <a:rPr dirty="0" sz="1050" spc="5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n;</a:t>
            </a:r>
            <a:r>
              <a:rPr dirty="0" sz="1050" spc="8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i++</a:t>
            </a:r>
            <a:r>
              <a:rPr dirty="0" sz="1050" spc="8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5">
                <a:solidFill>
                  <a:srgbClr val="343434"/>
                </a:solidFill>
                <a:latin typeface="Courier New"/>
                <a:cs typeface="Courier New"/>
              </a:rPr>
              <a:t>{</a:t>
            </a:r>
            <a:endParaRPr sz="1050">
              <a:latin typeface="Courier New"/>
              <a:cs typeface="Courier New"/>
            </a:endParaRPr>
          </a:p>
          <a:p>
            <a:pPr marL="679450">
              <a:lnSpc>
                <a:spcPct val="100000"/>
              </a:lnSpc>
              <a:spcBef>
                <a:spcPts val="6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2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65">
                <a:solidFill>
                  <a:srgbClr val="050505"/>
                </a:solidFill>
                <a:latin typeface="Courier New"/>
                <a:cs typeface="Courier New"/>
              </a:rPr>
              <a:t>n</a:t>
            </a:r>
            <a:r>
              <a:rPr dirty="0" sz="1050" spc="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65">
                <a:solidFill>
                  <a:srgbClr val="343434"/>
                </a:solidFill>
                <a:latin typeface="Courier New"/>
                <a:cs typeface="Courier New"/>
              </a:rPr>
              <a:t>%</a:t>
            </a:r>
            <a:r>
              <a:rPr dirty="0" sz="1050" spc="25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3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==</a:t>
            </a:r>
            <a:r>
              <a:rPr dirty="0" sz="1050" spc="4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50">
                <a:solidFill>
                  <a:srgbClr val="1F1F1F"/>
                </a:solidFill>
                <a:latin typeface="Courier New"/>
                <a:cs typeface="Courier New"/>
              </a:rPr>
              <a:t>0</a:t>
            </a:r>
            <a:endParaRPr sz="1050">
              <a:latin typeface="Courier New"/>
              <a:cs typeface="Courier New"/>
            </a:endParaRPr>
          </a:p>
          <a:p>
            <a:pPr marL="1014094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5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050505"/>
                </a:solidFill>
                <a:latin typeface="Courier New"/>
                <a:cs typeface="Courier New"/>
              </a:rPr>
              <a:t>false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050">
              <a:latin typeface="Courier New"/>
              <a:cs typeface="Courier New"/>
            </a:endParaRPr>
          </a:p>
          <a:p>
            <a:pPr marL="348615">
              <a:lnSpc>
                <a:spcPct val="100000"/>
              </a:lnSpc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7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20" b="1">
                <a:solidFill>
                  <a:srgbClr val="050505"/>
                </a:solidFill>
                <a:latin typeface="Courier New"/>
                <a:cs typeface="Courier New"/>
              </a:rPr>
              <a:t>true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sz="1050">
              <a:latin typeface="Courier New"/>
              <a:cs typeface="Courier New"/>
            </a:endParaRPr>
          </a:p>
          <a:p>
            <a:pPr marL="13335">
              <a:lnSpc>
                <a:spcPct val="100000"/>
              </a:lnSpc>
            </a:pPr>
            <a:r>
              <a:rPr dirty="0" sz="1150" spc="-10" b="1">
                <a:solidFill>
                  <a:srgbClr val="050505"/>
                </a:solidFill>
                <a:latin typeface="Times New Roman"/>
                <a:cs typeface="Times New Roman"/>
              </a:rPr>
              <a:t>Ruby: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def</a:t>
            </a:r>
            <a:r>
              <a:rPr dirty="0" sz="1050" spc="10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s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_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pr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-10">
                <a:solidFill>
                  <a:srgbClr val="343434"/>
                </a:solidFill>
                <a:latin typeface="Courier New"/>
                <a:cs typeface="Courier New"/>
              </a:rPr>
              <a:t>me?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(n)</a:t>
            </a:r>
            <a:endParaRPr sz="1050">
              <a:latin typeface="Courier New"/>
              <a:cs typeface="Courier New"/>
            </a:endParaRPr>
          </a:p>
          <a:p>
            <a:pPr marL="181610" marR="5080" indent="-1270">
              <a:lnSpc>
                <a:spcPts val="1370"/>
              </a:lnSpc>
              <a:spcBef>
                <a:spcPts val="4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2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false</a:t>
            </a:r>
            <a:r>
              <a:rPr dirty="0" sz="1050" spc="10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5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n</a:t>
            </a:r>
            <a:r>
              <a:rPr dirty="0" sz="1050" spc="10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&lt;</a:t>
            </a:r>
            <a:r>
              <a:rPr dirty="0" sz="1050" spc="4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-50">
                <a:solidFill>
                  <a:srgbClr val="343434"/>
                </a:solidFill>
                <a:latin typeface="Courier New"/>
                <a:cs typeface="Courier New"/>
              </a:rPr>
              <a:t>2 </a:t>
            </a:r>
            <a:r>
              <a:rPr dirty="0" sz="1050" spc="10">
                <a:solidFill>
                  <a:srgbClr val="050505"/>
                </a:solidFill>
                <a:latin typeface="Courier New"/>
                <a:cs typeface="Courier New"/>
              </a:rPr>
              <a:t>(</a:t>
            </a:r>
            <a:r>
              <a:rPr dirty="0" sz="1050" spc="10">
                <a:solidFill>
                  <a:srgbClr val="343434"/>
                </a:solidFill>
                <a:latin typeface="Courier New"/>
                <a:cs typeface="Courier New"/>
              </a:rPr>
              <a:t>2</a:t>
            </a:r>
            <a:r>
              <a:rPr dirty="0" sz="1050" spc="10">
                <a:solidFill>
                  <a:srgbClr val="050505"/>
                </a:solidFill>
                <a:latin typeface="Courier New"/>
                <a:cs typeface="Courier New"/>
              </a:rPr>
              <a:t>..</a:t>
            </a:r>
            <a:r>
              <a:rPr dirty="0" sz="1050" spc="10">
                <a:solidFill>
                  <a:srgbClr val="1F1F1F"/>
                </a:solidFill>
                <a:latin typeface="Courier New"/>
                <a:cs typeface="Courier New"/>
              </a:rPr>
              <a:t>Math.sqrt(n)</a:t>
            </a:r>
            <a:r>
              <a:rPr dirty="0" sz="1050" spc="-45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10">
                <a:solidFill>
                  <a:srgbClr val="050505"/>
                </a:solidFill>
                <a:latin typeface="Courier New"/>
                <a:cs typeface="Courier New"/>
              </a:rPr>
              <a:t>.</a:t>
            </a:r>
            <a:r>
              <a:rPr dirty="0" sz="1050" spc="10">
                <a:solidFill>
                  <a:srgbClr val="343434"/>
                </a:solidFill>
                <a:latin typeface="Courier New"/>
                <a:cs typeface="Courier New"/>
              </a:rPr>
              <a:t>floor</a:t>
            </a:r>
            <a:r>
              <a:rPr dirty="0" sz="1050" spc="10">
                <a:solidFill>
                  <a:srgbClr val="050505"/>
                </a:solidFill>
                <a:latin typeface="Courier New"/>
                <a:cs typeface="Courier New"/>
              </a:rPr>
              <a:t>).</a:t>
            </a:r>
            <a:r>
              <a:rPr dirty="0" sz="1050" spc="10">
                <a:solidFill>
                  <a:srgbClr val="343434"/>
                </a:solidFill>
                <a:latin typeface="Courier New"/>
                <a:cs typeface="Courier New"/>
              </a:rPr>
              <a:t>eac</a:t>
            </a:r>
            <a:r>
              <a:rPr dirty="0" sz="1050" spc="10">
                <a:solidFill>
                  <a:srgbClr val="050505"/>
                </a:solidFill>
                <a:latin typeface="Courier New"/>
                <a:cs typeface="Courier New"/>
              </a:rPr>
              <a:t>h</a:t>
            </a:r>
            <a:r>
              <a:rPr dirty="0" sz="1050" spc="12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10" b="1">
                <a:solidFill>
                  <a:srgbClr val="050505"/>
                </a:solidFill>
                <a:latin typeface="Courier New"/>
                <a:cs typeface="Courier New"/>
              </a:rPr>
              <a:t>do</a:t>
            </a:r>
            <a:r>
              <a:rPr dirty="0" sz="1050" spc="36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25">
                <a:solidFill>
                  <a:srgbClr val="343434"/>
                </a:solidFill>
                <a:latin typeface="Courier New"/>
                <a:cs typeface="Courier New"/>
              </a:rPr>
              <a:t>Ii</a:t>
            </a:r>
            <a:r>
              <a:rPr dirty="0" sz="1050" spc="25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endParaRPr sz="1050">
              <a:latin typeface="Courier New"/>
              <a:cs typeface="Courier New"/>
            </a:endParaRPr>
          </a:p>
          <a:p>
            <a:pPr marL="345440">
              <a:lnSpc>
                <a:spcPct val="100000"/>
              </a:lnSpc>
              <a:spcBef>
                <a:spcPts val="2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16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false</a:t>
            </a:r>
            <a:r>
              <a:rPr dirty="0" sz="1050" spc="9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35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65">
                <a:solidFill>
                  <a:srgbClr val="1F1F1F"/>
                </a:solidFill>
                <a:latin typeface="Courier New"/>
                <a:cs typeface="Courier New"/>
              </a:rPr>
              <a:t>n</a:t>
            </a:r>
            <a:r>
              <a:rPr dirty="0" sz="1050" spc="4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0">
                <a:solidFill>
                  <a:srgbClr val="1F1F1F"/>
                </a:solidFill>
                <a:latin typeface="Courier New"/>
                <a:cs typeface="Courier New"/>
              </a:rPr>
              <a:t>%</a:t>
            </a:r>
            <a:r>
              <a:rPr dirty="0" sz="1050" spc="2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0">
                <a:solidFill>
                  <a:srgbClr val="1F1F1F"/>
                </a:solidFill>
                <a:latin typeface="Courier New"/>
                <a:cs typeface="Courier New"/>
              </a:rPr>
              <a:t>i</a:t>
            </a:r>
            <a:r>
              <a:rPr dirty="0" sz="1050" spc="4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==</a:t>
            </a:r>
            <a:r>
              <a:rPr dirty="0" sz="1050" spc="4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0</a:t>
            </a:r>
            <a:endParaRPr sz="1050">
              <a:latin typeface="Courier New"/>
              <a:cs typeface="Courier New"/>
            </a:endParaRPr>
          </a:p>
          <a:p>
            <a:pPr marL="171450" marR="2619375" indent="8255">
              <a:lnSpc>
                <a:spcPct val="108700"/>
              </a:lnSpc>
            </a:pPr>
            <a:r>
              <a:rPr dirty="0" sz="1050" spc="-25" b="1">
                <a:solidFill>
                  <a:srgbClr val="050505"/>
                </a:solidFill>
                <a:latin typeface="Courier New"/>
                <a:cs typeface="Courier New"/>
              </a:rPr>
              <a:t>end </a:t>
            </a:r>
            <a:r>
              <a:rPr dirty="0" sz="1050" spc="-20" b="1">
                <a:solidFill>
                  <a:srgbClr val="050505"/>
                </a:solidFill>
                <a:latin typeface="Courier New"/>
                <a:cs typeface="Courier New"/>
              </a:rPr>
              <a:t>true</a:t>
            </a:r>
            <a:endParaRPr sz="1050">
              <a:latin typeface="Courier New"/>
              <a:cs typeface="Courier New"/>
            </a:endParaRPr>
          </a:p>
          <a:p>
            <a:pPr marL="15240">
              <a:lnSpc>
                <a:spcPct val="100000"/>
              </a:lnSpc>
              <a:spcBef>
                <a:spcPts val="85"/>
              </a:spcBef>
            </a:pPr>
            <a:r>
              <a:rPr dirty="0" sz="1050" spc="-25" b="1">
                <a:solidFill>
                  <a:srgbClr val="050505"/>
                </a:solidFill>
                <a:latin typeface="Courier New"/>
                <a:cs typeface="Courier New"/>
              </a:rPr>
              <a:t>end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150" spc="-20" b="1">
                <a:solidFill>
                  <a:srgbClr val="050505"/>
                </a:solidFill>
                <a:latin typeface="Times New Roman"/>
                <a:cs typeface="Times New Roman"/>
              </a:rPr>
              <a:t>PHP: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15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</a:pPr>
            <a:r>
              <a:rPr dirty="0" sz="1050" spc="-10">
                <a:solidFill>
                  <a:srgbClr val="343434"/>
                </a:solidFill>
                <a:latin typeface="Courier New"/>
                <a:cs typeface="Courier New"/>
              </a:rPr>
              <a:t>&lt;?p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h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p</a:t>
            </a:r>
            <a:endParaRPr sz="1050">
              <a:latin typeface="Courier New"/>
              <a:cs typeface="Courier New"/>
            </a:endParaRPr>
          </a:p>
          <a:p>
            <a:pPr marL="14604">
              <a:lnSpc>
                <a:spcPct val="100000"/>
              </a:lnSpc>
              <a:spcBef>
                <a:spcPts val="110"/>
              </a:spcBef>
            </a:pP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f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u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n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c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ti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o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n</a:t>
            </a:r>
            <a:r>
              <a:rPr dirty="0" sz="1050" spc="26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-10">
                <a:solidFill>
                  <a:srgbClr val="343434"/>
                </a:solidFill>
                <a:latin typeface="Courier New"/>
                <a:cs typeface="Courier New"/>
              </a:rPr>
              <a:t>s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P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r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im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e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(</a:t>
            </a:r>
            <a:r>
              <a:rPr dirty="0" sz="1050" spc="-10">
                <a:solidFill>
                  <a:srgbClr val="343434"/>
                </a:solidFill>
                <a:latin typeface="Courier New"/>
                <a:cs typeface="Courier New"/>
              </a:rPr>
              <a:t>$</a:t>
            </a:r>
            <a:r>
              <a:rPr dirty="0" sz="1050" spc="-10">
                <a:solidFill>
                  <a:srgbClr val="050505"/>
                </a:solidFill>
                <a:latin typeface="Courier New"/>
                <a:cs typeface="Courier New"/>
              </a:rPr>
              <a:t>n)</a:t>
            </a:r>
            <a:endParaRPr sz="1050">
              <a:latin typeface="Courier New"/>
              <a:cs typeface="Courier New"/>
            </a:endParaRPr>
          </a:p>
          <a:p>
            <a:pPr marL="346710">
              <a:lnSpc>
                <a:spcPts val="1255"/>
              </a:lnSpc>
              <a:spcBef>
                <a:spcPts val="11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10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(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$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n</a:t>
            </a:r>
            <a:r>
              <a:rPr dirty="0" sz="1050" spc="15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&lt;</a:t>
            </a:r>
            <a:r>
              <a:rPr dirty="0" sz="1050" spc="110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2)</a:t>
            </a:r>
            <a:r>
              <a:rPr dirty="0" sz="1050" spc="7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r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e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t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u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r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n</a:t>
            </a:r>
            <a:r>
              <a:rPr dirty="0" sz="1050" spc="65">
                <a:solidFill>
                  <a:srgbClr val="343434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050505"/>
                </a:solidFill>
                <a:latin typeface="Courier New"/>
                <a:cs typeface="Courier New"/>
              </a:rPr>
              <a:t>false;</a:t>
            </a:r>
            <a:endParaRPr sz="1050">
              <a:latin typeface="Courier New"/>
              <a:cs typeface="Courier New"/>
            </a:endParaRPr>
          </a:p>
          <a:p>
            <a:pPr marL="346075">
              <a:lnSpc>
                <a:spcPts val="1375"/>
              </a:lnSpc>
              <a:tabLst>
                <a:tab pos="1845310" algn="l"/>
              </a:tabLst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for</a:t>
            </a:r>
            <a:r>
              <a:rPr dirty="0" sz="1050" spc="9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($i</a:t>
            </a:r>
            <a:r>
              <a:rPr dirty="0" sz="1050" spc="8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0">
                <a:solidFill>
                  <a:srgbClr val="050505"/>
                </a:solidFill>
                <a:latin typeface="Courier New"/>
                <a:cs typeface="Courier New"/>
              </a:rPr>
              <a:t>=</a:t>
            </a:r>
            <a:r>
              <a:rPr dirty="0" sz="1050" spc="3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100">
                <a:solidFill>
                  <a:srgbClr val="343434"/>
                </a:solidFill>
                <a:latin typeface="Courier New"/>
                <a:cs typeface="Courier New"/>
              </a:rPr>
              <a:t>2</a:t>
            </a:r>
            <a:r>
              <a:rPr dirty="0" sz="1050" spc="100">
                <a:solidFill>
                  <a:srgbClr val="050505"/>
                </a:solidFill>
                <a:latin typeface="Courier New"/>
                <a:cs typeface="Courier New"/>
              </a:rPr>
              <a:t>;</a:t>
            </a:r>
            <a:r>
              <a:rPr dirty="0" sz="1050" spc="-8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$i</a:t>
            </a:r>
            <a:r>
              <a:rPr dirty="0" sz="1050" spc="-19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150" spc="-50">
                <a:solidFill>
                  <a:srgbClr val="1F1F1F"/>
                </a:solidFill>
                <a:latin typeface="Arial"/>
                <a:cs typeface="Arial"/>
              </a:rPr>
              <a:t>*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	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$i</a:t>
            </a:r>
            <a:r>
              <a:rPr dirty="0" sz="1050" spc="114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&lt;=</a:t>
            </a:r>
            <a:r>
              <a:rPr dirty="0" sz="1050" spc="4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$n;</a:t>
            </a:r>
            <a:r>
              <a:rPr dirty="0" sz="1050" spc="10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30">
                <a:solidFill>
                  <a:srgbClr val="343434"/>
                </a:solidFill>
                <a:latin typeface="Courier New"/>
                <a:cs typeface="Courier New"/>
              </a:rPr>
              <a:t>$</a:t>
            </a:r>
            <a:r>
              <a:rPr dirty="0" sz="1050" spc="3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30">
                <a:solidFill>
                  <a:srgbClr val="1F1F1F"/>
                </a:solidFill>
                <a:latin typeface="Courier New"/>
                <a:cs typeface="Courier New"/>
              </a:rPr>
              <a:t>+</a:t>
            </a:r>
            <a:r>
              <a:rPr dirty="0" sz="1050" spc="30">
                <a:solidFill>
                  <a:srgbClr val="050505"/>
                </a:solidFill>
                <a:latin typeface="Courier New"/>
                <a:cs typeface="Courier New"/>
              </a:rPr>
              <a:t>+</a:t>
            </a:r>
            <a:r>
              <a:rPr dirty="0" sz="1050" spc="30">
                <a:solidFill>
                  <a:srgbClr val="1F1F1F"/>
                </a:solidFill>
                <a:latin typeface="Courier New"/>
                <a:cs typeface="Courier New"/>
              </a:rPr>
              <a:t>)</a:t>
            </a:r>
            <a:endParaRPr sz="1050">
              <a:latin typeface="Courier New"/>
              <a:cs typeface="Courier New"/>
            </a:endParaRPr>
          </a:p>
          <a:p>
            <a:pPr marL="1015365" marR="865505" indent="-335915">
              <a:lnSpc>
                <a:spcPts val="1370"/>
              </a:lnSpc>
              <a:spcBef>
                <a:spcPts val="20"/>
              </a:spcBef>
            </a:pPr>
            <a:r>
              <a:rPr dirty="0" sz="1050" b="1">
                <a:solidFill>
                  <a:srgbClr val="050505"/>
                </a:solidFill>
                <a:latin typeface="Courier New"/>
                <a:cs typeface="Courier New"/>
              </a:rPr>
              <a:t>if</a:t>
            </a:r>
            <a:r>
              <a:rPr dirty="0" sz="1050" spc="70" b="1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(</a:t>
            </a:r>
            <a:r>
              <a:rPr dirty="0" sz="1050">
                <a:solidFill>
                  <a:srgbClr val="343434"/>
                </a:solidFill>
                <a:latin typeface="Courier New"/>
                <a:cs typeface="Courier New"/>
              </a:rPr>
              <a:t>$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n</a:t>
            </a:r>
            <a:r>
              <a:rPr dirty="0" sz="1050" spc="9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900" spc="-265">
                <a:solidFill>
                  <a:srgbClr val="343434"/>
                </a:solidFill>
                <a:latin typeface="Arial"/>
                <a:cs typeface="Arial"/>
              </a:rPr>
              <a:t>%</a:t>
            </a:r>
            <a:r>
              <a:rPr dirty="0" sz="900" spc="125">
                <a:solidFill>
                  <a:srgbClr val="343434"/>
                </a:solidFill>
                <a:latin typeface="Arial"/>
                <a:cs typeface="Arial"/>
              </a:rPr>
              <a:t>  </a:t>
            </a:r>
            <a:r>
              <a:rPr dirty="0" sz="1050" spc="60">
                <a:solidFill>
                  <a:srgbClr val="343434"/>
                </a:solidFill>
                <a:latin typeface="Courier New"/>
                <a:cs typeface="Courier New"/>
              </a:rPr>
              <a:t>$</a:t>
            </a:r>
            <a:r>
              <a:rPr dirty="0" sz="1050" spc="60">
                <a:solidFill>
                  <a:srgbClr val="050505"/>
                </a:solidFill>
                <a:latin typeface="Courier New"/>
                <a:cs typeface="Courier New"/>
              </a:rPr>
              <a:t>i</a:t>
            </a:r>
            <a:r>
              <a:rPr dirty="0" sz="1050" spc="1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==</a:t>
            </a:r>
            <a:r>
              <a:rPr dirty="0" sz="1050" spc="4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85">
                <a:solidFill>
                  <a:srgbClr val="343434"/>
                </a:solidFill>
                <a:latin typeface="Courier New"/>
                <a:cs typeface="Courier New"/>
              </a:rPr>
              <a:t>0</a:t>
            </a:r>
            <a:r>
              <a:rPr dirty="0" sz="1050" spc="85">
                <a:solidFill>
                  <a:srgbClr val="050505"/>
                </a:solidFill>
                <a:latin typeface="Courier New"/>
                <a:cs typeface="Courier New"/>
              </a:rPr>
              <a:t>)</a:t>
            </a:r>
            <a:r>
              <a:rPr dirty="0" sz="1050" spc="-5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5">
                <a:solidFill>
                  <a:srgbClr val="050505"/>
                </a:solidFill>
                <a:latin typeface="Courier New"/>
                <a:cs typeface="Courier New"/>
              </a:rPr>
              <a:t>{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return</a:t>
            </a:r>
            <a:r>
              <a:rPr dirty="0" sz="1050" spc="10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050505"/>
                </a:solidFill>
                <a:latin typeface="Courier New"/>
                <a:cs typeface="Courier New"/>
              </a:rPr>
              <a:t>false;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050">
              <a:latin typeface="Courier New"/>
              <a:cs typeface="Courier New"/>
            </a:endParaRPr>
          </a:p>
          <a:p>
            <a:pPr marL="347345">
              <a:lnSpc>
                <a:spcPct val="100000"/>
              </a:lnSpc>
            </a:pPr>
            <a:r>
              <a:rPr dirty="0" sz="1050">
                <a:solidFill>
                  <a:srgbClr val="050505"/>
                </a:solidFill>
                <a:latin typeface="Courier New"/>
                <a:cs typeface="Courier New"/>
              </a:rPr>
              <a:t>return</a:t>
            </a:r>
            <a:r>
              <a:rPr dirty="0" sz="1050" spc="85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050505"/>
                </a:solidFill>
                <a:latin typeface="Courier New"/>
                <a:cs typeface="Courier New"/>
              </a:rPr>
              <a:t>true;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050">
              <a:latin typeface="Courier New"/>
              <a:cs typeface="Courier New"/>
            </a:endParaRPr>
          </a:p>
          <a:p>
            <a:pPr marL="13970">
              <a:lnSpc>
                <a:spcPct val="100000"/>
              </a:lnSpc>
              <a:spcBef>
                <a:spcPts val="5"/>
              </a:spcBef>
            </a:pPr>
            <a:r>
              <a:rPr dirty="0" sz="1050" spc="-25">
                <a:solidFill>
                  <a:srgbClr val="343434"/>
                </a:solidFill>
                <a:latin typeface="Courier New"/>
                <a:cs typeface="Courier New"/>
              </a:rPr>
              <a:t>?&gt;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pc="-25"/>
              <a:t>21</a:t>
            </a:r>
          </a:p>
        </p:txBody>
      </p:sp>
      <p:sp>
        <p:nvSpPr>
          <p:cNvPr id="2" name="object 2" descr=""/>
          <p:cNvSpPr txBox="1"/>
          <p:nvPr/>
        </p:nvSpPr>
        <p:spPr>
          <a:xfrm>
            <a:off x="898249" y="884514"/>
            <a:ext cx="5985510" cy="361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C0C0C"/>
                </a:solidFill>
                <a:latin typeface="Times New Roman"/>
                <a:cs typeface="Times New Roman"/>
              </a:rPr>
              <a:t>Swift: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12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func</a:t>
            </a:r>
            <a:r>
              <a:rPr dirty="0" sz="1050" spc="140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C0C0C"/>
                </a:solidFill>
                <a:latin typeface="Courier New"/>
                <a:cs typeface="Courier New"/>
              </a:rPr>
              <a:t>isPrime(_</a:t>
            </a:r>
            <a:r>
              <a:rPr dirty="0" sz="1050" spc="18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C0C0C"/>
                </a:solidFill>
                <a:latin typeface="Courier New"/>
                <a:cs typeface="Courier New"/>
              </a:rPr>
              <a:t>n:</a:t>
            </a:r>
            <a:r>
              <a:rPr dirty="0" sz="1050" spc="10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C0C0C"/>
                </a:solidFill>
                <a:latin typeface="Courier New"/>
                <a:cs typeface="Courier New"/>
              </a:rPr>
              <a:t>Int)</a:t>
            </a:r>
            <a:r>
              <a:rPr dirty="0" sz="1050" spc="14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0C0C0C"/>
                </a:solidFill>
                <a:latin typeface="Courier New"/>
                <a:cs typeface="Courier New"/>
              </a:rPr>
              <a:t>-&gt;</a:t>
            </a:r>
            <a:r>
              <a:rPr dirty="0" sz="1000" spc="18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C0C0C"/>
                </a:solidFill>
                <a:latin typeface="Courier New"/>
                <a:cs typeface="Courier New"/>
              </a:rPr>
              <a:t>Bool</a:t>
            </a:r>
            <a:r>
              <a:rPr dirty="0" sz="1050" spc="140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 spc="5">
                <a:solidFill>
                  <a:srgbClr val="0C0C0C"/>
                </a:solidFill>
                <a:latin typeface="Courier New"/>
                <a:cs typeface="Courier New"/>
              </a:rPr>
              <a:t>{</a:t>
            </a:r>
            <a:endParaRPr sz="1050">
              <a:latin typeface="Courier New"/>
              <a:cs typeface="Courier New"/>
            </a:endParaRPr>
          </a:p>
          <a:p>
            <a:pPr marL="351155">
              <a:lnSpc>
                <a:spcPct val="100000"/>
              </a:lnSpc>
              <a:spcBef>
                <a:spcPts val="85"/>
              </a:spcBef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if</a:t>
            </a:r>
            <a:r>
              <a:rPr dirty="0" sz="1050" spc="40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0C0C0C"/>
                </a:solidFill>
                <a:latin typeface="Courier New"/>
                <a:cs typeface="Courier New"/>
              </a:rPr>
              <a:t>n</a:t>
            </a:r>
            <a:r>
              <a:rPr dirty="0" sz="1050" spc="9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00">
                <a:solidFill>
                  <a:srgbClr val="1F1F1F"/>
                </a:solidFill>
                <a:latin typeface="Courier New"/>
                <a:cs typeface="Courier New"/>
              </a:rPr>
              <a:t>&lt;</a:t>
            </a:r>
            <a:r>
              <a:rPr dirty="0" sz="1000" spc="6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2</a:t>
            </a:r>
            <a:r>
              <a:rPr dirty="0" sz="1050" spc="114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0C0C0C"/>
                </a:solidFill>
                <a:latin typeface="Courier New"/>
                <a:cs typeface="Courier New"/>
              </a:rPr>
              <a:t>{</a:t>
            </a:r>
            <a:r>
              <a:rPr dirty="0" sz="1050" spc="-15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return</a:t>
            </a:r>
            <a:r>
              <a:rPr dirty="0" sz="1050" spc="125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 spc="114" b="1">
                <a:solidFill>
                  <a:srgbClr val="0C0C0C"/>
                </a:solidFill>
                <a:latin typeface="Courier New"/>
                <a:cs typeface="Courier New"/>
              </a:rPr>
              <a:t>false}</a:t>
            </a:r>
            <a:endParaRPr sz="1050">
              <a:latin typeface="Courier New"/>
              <a:cs typeface="Courier New"/>
            </a:endParaRPr>
          </a:p>
          <a:p>
            <a:pPr marL="349885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for</a:t>
            </a:r>
            <a:r>
              <a:rPr dirty="0" sz="1050" spc="195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3B3B3B"/>
                </a:solidFill>
                <a:latin typeface="Courier New"/>
                <a:cs typeface="Courier New"/>
              </a:rPr>
              <a:t>i</a:t>
            </a:r>
            <a:r>
              <a:rPr dirty="0" sz="1050" spc="180" b="1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in</a:t>
            </a:r>
            <a:r>
              <a:rPr dirty="0" sz="1050" spc="145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3B3B3B"/>
                </a:solidFill>
                <a:latin typeface="Courier New"/>
                <a:cs typeface="Courier New"/>
              </a:rPr>
              <a:t>2</a:t>
            </a:r>
            <a:r>
              <a:rPr dirty="0" sz="1050" spc="-10">
                <a:solidFill>
                  <a:srgbClr val="0C0C0C"/>
                </a:solidFill>
                <a:latin typeface="Courier New"/>
                <a:cs typeface="Courier New"/>
              </a:rPr>
              <a:t>...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Int(Double(n)</a:t>
            </a:r>
            <a:r>
              <a:rPr dirty="0" sz="1050" spc="-10">
                <a:solidFill>
                  <a:srgbClr val="0C0C0C"/>
                </a:solidFill>
                <a:latin typeface="Courier New"/>
                <a:cs typeface="Courier New"/>
              </a:rPr>
              <a:t>.s</a:t>
            </a:r>
            <a:r>
              <a:rPr dirty="0" sz="1050" spc="-10">
                <a:solidFill>
                  <a:srgbClr val="3B3B3B"/>
                </a:solidFill>
                <a:latin typeface="Courier New"/>
                <a:cs typeface="Courier New"/>
              </a:rPr>
              <a:t>q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u</a:t>
            </a:r>
            <a:r>
              <a:rPr dirty="0" sz="1050" spc="-10">
                <a:solidFill>
                  <a:srgbClr val="3B3B3B"/>
                </a:solidFill>
                <a:latin typeface="Courier New"/>
                <a:cs typeface="Courier New"/>
              </a:rPr>
              <a:t>a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r</a:t>
            </a:r>
            <a:r>
              <a:rPr dirty="0" sz="1050" spc="-10">
                <a:solidFill>
                  <a:srgbClr val="3B3B3B"/>
                </a:solidFill>
                <a:latin typeface="Courier New"/>
                <a:cs typeface="Courier New"/>
              </a:rPr>
              <a:t>e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R</a:t>
            </a:r>
            <a:r>
              <a:rPr dirty="0" sz="1050" spc="-10">
                <a:solidFill>
                  <a:srgbClr val="3B3B3B"/>
                </a:solidFill>
                <a:latin typeface="Courier New"/>
                <a:cs typeface="Courier New"/>
              </a:rPr>
              <a:t>oo</a:t>
            </a:r>
            <a:r>
              <a:rPr dirty="0" sz="1050" spc="-10">
                <a:solidFill>
                  <a:srgbClr val="1F1F1F"/>
                </a:solidFill>
                <a:latin typeface="Courier New"/>
                <a:cs typeface="Courier New"/>
              </a:rPr>
              <a:t>t())</a:t>
            </a:r>
            <a:endParaRPr sz="1050">
              <a:latin typeface="Courier New"/>
              <a:cs typeface="Courier New"/>
            </a:endParaRPr>
          </a:p>
          <a:p>
            <a:pPr marL="683895">
              <a:lnSpc>
                <a:spcPct val="100000"/>
              </a:lnSpc>
              <a:spcBef>
                <a:spcPts val="85"/>
              </a:spcBef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if</a:t>
            </a:r>
            <a:r>
              <a:rPr dirty="0" sz="1050" spc="30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n</a:t>
            </a:r>
            <a:r>
              <a:rPr dirty="0" sz="1050" spc="6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0">
                <a:solidFill>
                  <a:srgbClr val="1F1F1F"/>
                </a:solidFill>
                <a:latin typeface="Courier New"/>
                <a:cs typeface="Courier New"/>
              </a:rPr>
              <a:t>%</a:t>
            </a:r>
            <a:r>
              <a:rPr dirty="0" sz="1050" spc="2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5">
                <a:solidFill>
                  <a:srgbClr val="1F1F1F"/>
                </a:solidFill>
                <a:latin typeface="Courier New"/>
                <a:cs typeface="Courier New"/>
              </a:rPr>
              <a:t>i</a:t>
            </a:r>
            <a:r>
              <a:rPr dirty="0" sz="1050" spc="3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3B3B3B"/>
                </a:solidFill>
                <a:latin typeface="Courier New"/>
                <a:cs typeface="Courier New"/>
              </a:rPr>
              <a:t>==</a:t>
            </a:r>
            <a:r>
              <a:rPr dirty="0" sz="1050" spc="45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1F1F1F"/>
                </a:solidFill>
                <a:latin typeface="Courier New"/>
                <a:cs typeface="Courier New"/>
              </a:rPr>
              <a:t>0</a:t>
            </a:r>
            <a:r>
              <a:rPr dirty="0" sz="1050" spc="75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dirty="0" sz="1050" spc="5">
                <a:solidFill>
                  <a:srgbClr val="0C0C0C"/>
                </a:solidFill>
                <a:latin typeface="Courier New"/>
                <a:cs typeface="Courier New"/>
              </a:rPr>
              <a:t>{</a:t>
            </a:r>
            <a:endParaRPr sz="1050">
              <a:latin typeface="Courier New"/>
              <a:cs typeface="Courier New"/>
            </a:endParaRPr>
          </a:p>
          <a:p>
            <a:pPr marL="1014730">
              <a:lnSpc>
                <a:spcPct val="100000"/>
              </a:lnSpc>
              <a:spcBef>
                <a:spcPts val="110"/>
              </a:spcBef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return</a:t>
            </a:r>
            <a:r>
              <a:rPr dirty="0" sz="1050" spc="210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 spc="-10" b="1">
                <a:solidFill>
                  <a:srgbClr val="0C0C0C"/>
                </a:solidFill>
                <a:latin typeface="Courier New"/>
                <a:cs typeface="Courier New"/>
              </a:rPr>
              <a:t>false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050">
              <a:latin typeface="Courier New"/>
              <a:cs typeface="Courier New"/>
            </a:endParaRPr>
          </a:p>
          <a:p>
            <a:pPr marL="352425">
              <a:lnSpc>
                <a:spcPct val="100000"/>
              </a:lnSpc>
            </a:pPr>
            <a:r>
              <a:rPr dirty="0" sz="1050" b="1">
                <a:solidFill>
                  <a:srgbClr val="0C0C0C"/>
                </a:solidFill>
                <a:latin typeface="Courier New"/>
                <a:cs typeface="Courier New"/>
              </a:rPr>
              <a:t>return</a:t>
            </a:r>
            <a:r>
              <a:rPr dirty="0" sz="1050" spc="75" b="1">
                <a:solidFill>
                  <a:srgbClr val="0C0C0C"/>
                </a:solidFill>
                <a:latin typeface="Courier New"/>
                <a:cs typeface="Courier New"/>
              </a:rPr>
              <a:t> </a:t>
            </a:r>
            <a:r>
              <a:rPr dirty="0" sz="1050" spc="-20" b="1">
                <a:solidFill>
                  <a:srgbClr val="0C0C0C"/>
                </a:solidFill>
                <a:latin typeface="Courier New"/>
                <a:cs typeface="Courier New"/>
              </a:rPr>
              <a:t>true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050">
              <a:latin typeface="Courier New"/>
              <a:cs typeface="Courier New"/>
            </a:endParaRPr>
          </a:p>
          <a:p>
            <a:pPr algn="just" marL="15240" marR="5080" indent="-1270">
              <a:lnSpc>
                <a:spcPct val="173700"/>
              </a:lnSpc>
            </a:pP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Each</a:t>
            </a:r>
            <a:r>
              <a:rPr dirty="0" sz="1150" spc="1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dirty="0" sz="1150" spc="1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above</a:t>
            </a:r>
            <a:r>
              <a:rPr dirty="0" sz="1150" spc="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code</a:t>
            </a:r>
            <a:r>
              <a:rPr dirty="0" sz="1150" spc="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snippets</a:t>
            </a:r>
            <a:r>
              <a:rPr dirty="0" sz="1150" spc="10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was</a:t>
            </a:r>
            <a:r>
              <a:rPr dirty="0" sz="1150" spc="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generated</a:t>
            </a:r>
            <a:r>
              <a:rPr dirty="0" sz="1150" spc="114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from</a:t>
            </a:r>
            <a:r>
              <a:rPr dirty="0" sz="1150" spc="9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same</a:t>
            </a:r>
            <a:r>
              <a:rPr dirty="0" sz="1150" spc="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Task</a:t>
            </a:r>
            <a:r>
              <a:rPr dirty="0" sz="1150" spc="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Intent</a:t>
            </a:r>
            <a:r>
              <a:rPr dirty="0" sz="1150" spc="10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(primality</a:t>
            </a:r>
            <a:r>
              <a:rPr dirty="0" sz="1150" spc="1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test)</a:t>
            </a:r>
            <a:r>
              <a:rPr dirty="0" sz="1150" spc="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dirty="0" sz="1150" spc="9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25">
                <a:solidFill>
                  <a:srgbClr val="0C0C0C"/>
                </a:solidFill>
                <a:latin typeface="Times New Roman"/>
                <a:cs typeface="Times New Roman"/>
              </a:rPr>
              <a:t>IR.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Despite</a:t>
            </a:r>
            <a:r>
              <a:rPr dirty="0" sz="1150" spc="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differences</a:t>
            </a:r>
            <a:r>
              <a:rPr dirty="0" sz="1150" spc="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dirty="0" sz="1150" spc="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syntax</a:t>
            </a:r>
            <a:r>
              <a:rPr dirty="0" sz="1150" spc="5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and</a:t>
            </a:r>
            <a:r>
              <a:rPr dirty="0" sz="1150" spc="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some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language-specific</a:t>
            </a:r>
            <a:r>
              <a:rPr dirty="0" sz="1150" spc="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details</a:t>
            </a:r>
            <a:r>
              <a:rPr dirty="0" sz="1150" spc="6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(such</a:t>
            </a:r>
            <a:r>
              <a:rPr dirty="0" sz="1150" spc="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as</a:t>
            </a:r>
            <a:r>
              <a:rPr dirty="0" sz="115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array</a:t>
            </a:r>
            <a:r>
              <a:rPr dirty="0" sz="1150" spc="5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indexing,</a:t>
            </a:r>
            <a:r>
              <a:rPr dirty="0" sz="1150" spc="7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loop </a:t>
            </a:r>
            <a:r>
              <a:rPr dirty="0" sz="1150" spc="-20">
                <a:solidFill>
                  <a:srgbClr val="0C0C0C"/>
                </a:solidFill>
                <a:latin typeface="Times New Roman"/>
                <a:cs typeface="Times New Roman"/>
              </a:rPr>
              <a:t>con­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structs,</a:t>
            </a:r>
            <a:r>
              <a:rPr dirty="0" sz="1150" spc="6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etc.),</a:t>
            </a:r>
            <a:r>
              <a:rPr dirty="0" sz="1150" spc="95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they</a:t>
            </a:r>
            <a:r>
              <a:rPr dirty="0" sz="1150" spc="10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all</a:t>
            </a:r>
            <a:r>
              <a:rPr dirty="0" sz="1150" spc="4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implement</a:t>
            </a:r>
            <a:r>
              <a:rPr dirty="0" sz="1150" spc="1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1F1F1F"/>
                </a:solidFill>
                <a:latin typeface="Times New Roman"/>
                <a:cs typeface="Times New Roman"/>
              </a:rPr>
              <a:t>same</a:t>
            </a:r>
            <a:r>
              <a:rPr dirty="0" sz="1150" spc="-20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fundamental</a:t>
            </a:r>
            <a:r>
              <a:rPr dirty="0" sz="1150" spc="1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algorithm.</a:t>
            </a:r>
            <a:r>
              <a:rPr dirty="0" sz="1150" spc="1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This</a:t>
            </a:r>
            <a:r>
              <a:rPr dirty="0" sz="1150" spc="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demonstrates</a:t>
            </a:r>
            <a:r>
              <a:rPr dirty="0" sz="1150" spc="1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EdgeCoder's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capability</a:t>
            </a:r>
            <a:r>
              <a:rPr dirty="0" sz="1150" spc="11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to</a:t>
            </a:r>
            <a:r>
              <a:rPr dirty="0" sz="1150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deliver</a:t>
            </a:r>
            <a:r>
              <a:rPr dirty="0" sz="1150" spc="3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consistent</a:t>
            </a:r>
            <a:r>
              <a:rPr dirty="0" sz="1150" spc="10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logic</a:t>
            </a:r>
            <a:r>
              <a:rPr dirty="0" sz="1150" spc="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across</a:t>
            </a:r>
            <a:r>
              <a:rPr dirty="0" sz="1150" spc="2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languages,</a:t>
            </a:r>
            <a:r>
              <a:rPr dirty="0" sz="1150" spc="7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fulfilling</a:t>
            </a:r>
            <a:r>
              <a:rPr dirty="0" sz="1150" spc="8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dirty="0" sz="1150" spc="-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user's</a:t>
            </a:r>
            <a:r>
              <a:rPr dirty="0" sz="1150" spc="2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request</a:t>
            </a:r>
            <a:r>
              <a:rPr dirty="0" sz="1150" spc="5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dirty="0" sz="1150" spc="8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their</a:t>
            </a:r>
            <a:r>
              <a:rPr dirty="0" sz="1150" spc="15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language </a:t>
            </a:r>
            <a:r>
              <a:rPr dirty="0" sz="115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dirty="0" sz="1150" spc="4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dirty="0" sz="1150" spc="-10">
                <a:solidFill>
                  <a:srgbClr val="0C0C0C"/>
                </a:solidFill>
                <a:latin typeface="Times New Roman"/>
                <a:cs typeface="Times New Roman"/>
              </a:rPr>
              <a:t>choice.</a:t>
            </a:r>
            <a:endParaRPr sz="1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61275" y="1662696"/>
            <a:ext cx="728980" cy="186055"/>
          </a:xfrm>
          <a:custGeom>
            <a:avLst/>
            <a:gdLst/>
            <a:ahLst/>
            <a:cxnLst/>
            <a:rect l="l" t="t" r="r" b="b"/>
            <a:pathLst>
              <a:path w="728980" h="186055">
                <a:moveTo>
                  <a:pt x="124968" y="131064"/>
                </a:moveTo>
                <a:lnTo>
                  <a:pt x="108254" y="91630"/>
                </a:lnTo>
                <a:lnTo>
                  <a:pt x="57912" y="64008"/>
                </a:lnTo>
                <a:lnTo>
                  <a:pt x="44627" y="56692"/>
                </a:lnTo>
                <a:lnTo>
                  <a:pt x="36195" y="50101"/>
                </a:lnTo>
                <a:lnTo>
                  <a:pt x="31775" y="43218"/>
                </a:lnTo>
                <a:lnTo>
                  <a:pt x="30480" y="35052"/>
                </a:lnTo>
                <a:lnTo>
                  <a:pt x="32435" y="24574"/>
                </a:lnTo>
                <a:lnTo>
                  <a:pt x="38100" y="16383"/>
                </a:lnTo>
                <a:lnTo>
                  <a:pt x="47205" y="11049"/>
                </a:lnTo>
                <a:lnTo>
                  <a:pt x="59436" y="9144"/>
                </a:lnTo>
                <a:lnTo>
                  <a:pt x="68326" y="10020"/>
                </a:lnTo>
                <a:lnTo>
                  <a:pt x="102489" y="36957"/>
                </a:lnTo>
                <a:lnTo>
                  <a:pt x="109728" y="56388"/>
                </a:lnTo>
                <a:lnTo>
                  <a:pt x="117348" y="56388"/>
                </a:lnTo>
                <a:lnTo>
                  <a:pt x="117348" y="1524"/>
                </a:lnTo>
                <a:lnTo>
                  <a:pt x="109728" y="1524"/>
                </a:lnTo>
                <a:lnTo>
                  <a:pt x="108204" y="7620"/>
                </a:lnTo>
                <a:lnTo>
                  <a:pt x="105156" y="10668"/>
                </a:lnTo>
                <a:lnTo>
                  <a:pt x="99060" y="10668"/>
                </a:lnTo>
                <a:lnTo>
                  <a:pt x="96012" y="9144"/>
                </a:lnTo>
                <a:lnTo>
                  <a:pt x="89916" y="7620"/>
                </a:lnTo>
                <a:lnTo>
                  <a:pt x="81521" y="4737"/>
                </a:lnTo>
                <a:lnTo>
                  <a:pt x="74104" y="2857"/>
                </a:lnTo>
                <a:lnTo>
                  <a:pt x="66992" y="1828"/>
                </a:lnTo>
                <a:lnTo>
                  <a:pt x="59436" y="1524"/>
                </a:lnTo>
                <a:lnTo>
                  <a:pt x="34963" y="5118"/>
                </a:lnTo>
                <a:lnTo>
                  <a:pt x="16764" y="15430"/>
                </a:lnTo>
                <a:lnTo>
                  <a:pt x="5435" y="31737"/>
                </a:lnTo>
                <a:lnTo>
                  <a:pt x="1524" y="53340"/>
                </a:lnTo>
                <a:lnTo>
                  <a:pt x="1524" y="59436"/>
                </a:lnTo>
                <a:lnTo>
                  <a:pt x="31800" y="99885"/>
                </a:lnTo>
                <a:lnTo>
                  <a:pt x="64008" y="115824"/>
                </a:lnTo>
                <a:lnTo>
                  <a:pt x="79057" y="123393"/>
                </a:lnTo>
                <a:lnTo>
                  <a:pt x="88392" y="130683"/>
                </a:lnTo>
                <a:lnTo>
                  <a:pt x="93154" y="138531"/>
                </a:lnTo>
                <a:lnTo>
                  <a:pt x="94488" y="147828"/>
                </a:lnTo>
                <a:lnTo>
                  <a:pt x="92252" y="160299"/>
                </a:lnTo>
                <a:lnTo>
                  <a:pt x="85725" y="169926"/>
                </a:lnTo>
                <a:lnTo>
                  <a:pt x="75209" y="176110"/>
                </a:lnTo>
                <a:lnTo>
                  <a:pt x="60960" y="178308"/>
                </a:lnTo>
                <a:lnTo>
                  <a:pt x="50088" y="176923"/>
                </a:lnTo>
                <a:lnTo>
                  <a:pt x="17907" y="151485"/>
                </a:lnTo>
                <a:lnTo>
                  <a:pt x="7620" y="121920"/>
                </a:lnTo>
                <a:lnTo>
                  <a:pt x="0" y="121920"/>
                </a:lnTo>
                <a:lnTo>
                  <a:pt x="0" y="185928"/>
                </a:lnTo>
                <a:lnTo>
                  <a:pt x="7620" y="185928"/>
                </a:lnTo>
                <a:lnTo>
                  <a:pt x="9144" y="179832"/>
                </a:lnTo>
                <a:lnTo>
                  <a:pt x="10668" y="176784"/>
                </a:lnTo>
                <a:lnTo>
                  <a:pt x="16764" y="176784"/>
                </a:lnTo>
                <a:lnTo>
                  <a:pt x="19812" y="178308"/>
                </a:lnTo>
                <a:lnTo>
                  <a:pt x="25908" y="179832"/>
                </a:lnTo>
                <a:lnTo>
                  <a:pt x="35458" y="182702"/>
                </a:lnTo>
                <a:lnTo>
                  <a:pt x="44005" y="184594"/>
                </a:lnTo>
                <a:lnTo>
                  <a:pt x="52273" y="185610"/>
                </a:lnTo>
                <a:lnTo>
                  <a:pt x="60960" y="185928"/>
                </a:lnTo>
                <a:lnTo>
                  <a:pt x="87045" y="182067"/>
                </a:lnTo>
                <a:lnTo>
                  <a:pt x="107251" y="171069"/>
                </a:lnTo>
                <a:lnTo>
                  <a:pt x="120332" y="153771"/>
                </a:lnTo>
                <a:lnTo>
                  <a:pt x="124968" y="131064"/>
                </a:lnTo>
                <a:close/>
              </a:path>
              <a:path w="728980" h="186055">
                <a:moveTo>
                  <a:pt x="222504" y="155448"/>
                </a:moveTo>
                <a:lnTo>
                  <a:pt x="216408" y="152400"/>
                </a:lnTo>
                <a:lnTo>
                  <a:pt x="211836" y="163068"/>
                </a:lnTo>
                <a:lnTo>
                  <a:pt x="207264" y="166116"/>
                </a:lnTo>
                <a:lnTo>
                  <a:pt x="195072" y="166116"/>
                </a:lnTo>
                <a:lnTo>
                  <a:pt x="192024" y="161544"/>
                </a:lnTo>
                <a:lnTo>
                  <a:pt x="192024" y="73152"/>
                </a:lnTo>
                <a:lnTo>
                  <a:pt x="216408" y="73152"/>
                </a:lnTo>
                <a:lnTo>
                  <a:pt x="216408" y="60960"/>
                </a:lnTo>
                <a:lnTo>
                  <a:pt x="192024" y="60960"/>
                </a:lnTo>
                <a:lnTo>
                  <a:pt x="192024" y="16764"/>
                </a:lnTo>
                <a:lnTo>
                  <a:pt x="184404" y="16764"/>
                </a:lnTo>
                <a:lnTo>
                  <a:pt x="173672" y="32092"/>
                </a:lnTo>
                <a:lnTo>
                  <a:pt x="163639" y="44577"/>
                </a:lnTo>
                <a:lnTo>
                  <a:pt x="153339" y="55333"/>
                </a:lnTo>
                <a:lnTo>
                  <a:pt x="141732" y="65532"/>
                </a:lnTo>
                <a:lnTo>
                  <a:pt x="141732" y="73152"/>
                </a:lnTo>
                <a:lnTo>
                  <a:pt x="155448" y="73152"/>
                </a:lnTo>
                <a:lnTo>
                  <a:pt x="155448" y="156972"/>
                </a:lnTo>
                <a:lnTo>
                  <a:pt x="157403" y="168325"/>
                </a:lnTo>
                <a:lnTo>
                  <a:pt x="163068" y="176974"/>
                </a:lnTo>
                <a:lnTo>
                  <a:pt x="172173" y="182473"/>
                </a:lnTo>
                <a:lnTo>
                  <a:pt x="184404" y="184404"/>
                </a:lnTo>
                <a:lnTo>
                  <a:pt x="196583" y="182880"/>
                </a:lnTo>
                <a:lnTo>
                  <a:pt x="206311" y="177927"/>
                </a:lnTo>
                <a:lnTo>
                  <a:pt x="214630" y="168973"/>
                </a:lnTo>
                <a:lnTo>
                  <a:pt x="222504" y="155448"/>
                </a:lnTo>
                <a:close/>
              </a:path>
              <a:path w="728980" h="186055">
                <a:moveTo>
                  <a:pt x="353568" y="169164"/>
                </a:moveTo>
                <a:lnTo>
                  <a:pt x="352552" y="167640"/>
                </a:lnTo>
                <a:lnTo>
                  <a:pt x="350520" y="164592"/>
                </a:lnTo>
                <a:lnTo>
                  <a:pt x="347472" y="167640"/>
                </a:lnTo>
                <a:lnTo>
                  <a:pt x="341376" y="167640"/>
                </a:lnTo>
                <a:lnTo>
                  <a:pt x="339852" y="166116"/>
                </a:lnTo>
                <a:lnTo>
                  <a:pt x="339852" y="117348"/>
                </a:lnTo>
                <a:lnTo>
                  <a:pt x="339852" y="94488"/>
                </a:lnTo>
                <a:lnTo>
                  <a:pt x="337718" y="85344"/>
                </a:lnTo>
                <a:lnTo>
                  <a:pt x="336181" y="79032"/>
                </a:lnTo>
                <a:lnTo>
                  <a:pt x="325945" y="67627"/>
                </a:lnTo>
                <a:lnTo>
                  <a:pt x="321208" y="65532"/>
                </a:lnTo>
                <a:lnTo>
                  <a:pt x="309537" y="60363"/>
                </a:lnTo>
                <a:lnTo>
                  <a:pt x="309232" y="60363"/>
                </a:lnTo>
                <a:lnTo>
                  <a:pt x="288036" y="57912"/>
                </a:lnTo>
                <a:lnTo>
                  <a:pt x="267322" y="60363"/>
                </a:lnTo>
                <a:lnTo>
                  <a:pt x="251460" y="67246"/>
                </a:lnTo>
                <a:lnTo>
                  <a:pt x="241325" y="77838"/>
                </a:lnTo>
                <a:lnTo>
                  <a:pt x="237744" y="91440"/>
                </a:lnTo>
                <a:lnTo>
                  <a:pt x="237744" y="102108"/>
                </a:lnTo>
                <a:lnTo>
                  <a:pt x="243840" y="108204"/>
                </a:lnTo>
                <a:lnTo>
                  <a:pt x="265176" y="108204"/>
                </a:lnTo>
                <a:lnTo>
                  <a:pt x="272796" y="102108"/>
                </a:lnTo>
                <a:lnTo>
                  <a:pt x="272796" y="89916"/>
                </a:lnTo>
                <a:lnTo>
                  <a:pt x="271272" y="85344"/>
                </a:lnTo>
                <a:lnTo>
                  <a:pt x="264972" y="79032"/>
                </a:lnTo>
                <a:lnTo>
                  <a:pt x="265176" y="79032"/>
                </a:lnTo>
                <a:lnTo>
                  <a:pt x="265176" y="70104"/>
                </a:lnTo>
                <a:lnTo>
                  <a:pt x="271272" y="65532"/>
                </a:lnTo>
                <a:lnTo>
                  <a:pt x="281940" y="65532"/>
                </a:lnTo>
                <a:lnTo>
                  <a:pt x="291706" y="66979"/>
                </a:lnTo>
                <a:lnTo>
                  <a:pt x="298323" y="71437"/>
                </a:lnTo>
                <a:lnTo>
                  <a:pt x="302094" y="79032"/>
                </a:lnTo>
                <a:lnTo>
                  <a:pt x="303276" y="89916"/>
                </a:lnTo>
                <a:lnTo>
                  <a:pt x="303276" y="108204"/>
                </a:lnTo>
                <a:lnTo>
                  <a:pt x="303276" y="117348"/>
                </a:lnTo>
                <a:lnTo>
                  <a:pt x="303276" y="155448"/>
                </a:lnTo>
                <a:lnTo>
                  <a:pt x="295656" y="163068"/>
                </a:lnTo>
                <a:lnTo>
                  <a:pt x="291084" y="166116"/>
                </a:lnTo>
                <a:lnTo>
                  <a:pt x="275844" y="166116"/>
                </a:lnTo>
                <a:lnTo>
                  <a:pt x="271272" y="158496"/>
                </a:lnTo>
                <a:lnTo>
                  <a:pt x="271297" y="149250"/>
                </a:lnTo>
                <a:lnTo>
                  <a:pt x="273278" y="138772"/>
                </a:lnTo>
                <a:lnTo>
                  <a:pt x="279273" y="129921"/>
                </a:lnTo>
                <a:lnTo>
                  <a:pt x="289280" y="122770"/>
                </a:lnTo>
                <a:lnTo>
                  <a:pt x="303276" y="117348"/>
                </a:lnTo>
                <a:lnTo>
                  <a:pt x="303276" y="108204"/>
                </a:lnTo>
                <a:lnTo>
                  <a:pt x="258495" y="124269"/>
                </a:lnTo>
                <a:lnTo>
                  <a:pt x="233172" y="156972"/>
                </a:lnTo>
                <a:lnTo>
                  <a:pt x="235331" y="167640"/>
                </a:lnTo>
                <a:lnTo>
                  <a:pt x="236359" y="169164"/>
                </a:lnTo>
                <a:lnTo>
                  <a:pt x="241363" y="176403"/>
                </a:lnTo>
                <a:lnTo>
                  <a:pt x="250532" y="182257"/>
                </a:lnTo>
                <a:lnTo>
                  <a:pt x="262128" y="184404"/>
                </a:lnTo>
                <a:lnTo>
                  <a:pt x="273062" y="183464"/>
                </a:lnTo>
                <a:lnTo>
                  <a:pt x="283273" y="180403"/>
                </a:lnTo>
                <a:lnTo>
                  <a:pt x="293204" y="174752"/>
                </a:lnTo>
                <a:lnTo>
                  <a:pt x="303276" y="166116"/>
                </a:lnTo>
                <a:lnTo>
                  <a:pt x="306184" y="174752"/>
                </a:lnTo>
                <a:lnTo>
                  <a:pt x="310515" y="180403"/>
                </a:lnTo>
                <a:lnTo>
                  <a:pt x="316572" y="183464"/>
                </a:lnTo>
                <a:lnTo>
                  <a:pt x="324612" y="184404"/>
                </a:lnTo>
                <a:lnTo>
                  <a:pt x="333451" y="183464"/>
                </a:lnTo>
                <a:lnTo>
                  <a:pt x="333121" y="183464"/>
                </a:lnTo>
                <a:lnTo>
                  <a:pt x="340233" y="180784"/>
                </a:lnTo>
                <a:lnTo>
                  <a:pt x="346900" y="176034"/>
                </a:lnTo>
                <a:lnTo>
                  <a:pt x="353568" y="169164"/>
                </a:lnTo>
                <a:close/>
              </a:path>
              <a:path w="728980" h="186055">
                <a:moveTo>
                  <a:pt x="445008" y="155448"/>
                </a:moveTo>
                <a:lnTo>
                  <a:pt x="437388" y="152400"/>
                </a:lnTo>
                <a:lnTo>
                  <a:pt x="432816" y="163068"/>
                </a:lnTo>
                <a:lnTo>
                  <a:pt x="428244" y="166116"/>
                </a:lnTo>
                <a:lnTo>
                  <a:pt x="416052" y="166116"/>
                </a:lnTo>
                <a:lnTo>
                  <a:pt x="413004" y="161544"/>
                </a:lnTo>
                <a:lnTo>
                  <a:pt x="413004" y="73152"/>
                </a:lnTo>
                <a:lnTo>
                  <a:pt x="437388" y="73152"/>
                </a:lnTo>
                <a:lnTo>
                  <a:pt x="437388" y="60960"/>
                </a:lnTo>
                <a:lnTo>
                  <a:pt x="413004" y="60960"/>
                </a:lnTo>
                <a:lnTo>
                  <a:pt x="413004" y="16764"/>
                </a:lnTo>
                <a:lnTo>
                  <a:pt x="406908" y="16764"/>
                </a:lnTo>
                <a:lnTo>
                  <a:pt x="395287" y="32092"/>
                </a:lnTo>
                <a:lnTo>
                  <a:pt x="384810" y="44577"/>
                </a:lnTo>
                <a:lnTo>
                  <a:pt x="374332" y="55333"/>
                </a:lnTo>
                <a:lnTo>
                  <a:pt x="362712" y="65532"/>
                </a:lnTo>
                <a:lnTo>
                  <a:pt x="362712" y="73152"/>
                </a:lnTo>
                <a:lnTo>
                  <a:pt x="376428" y="73152"/>
                </a:lnTo>
                <a:lnTo>
                  <a:pt x="376428" y="156972"/>
                </a:lnTo>
                <a:lnTo>
                  <a:pt x="378383" y="168325"/>
                </a:lnTo>
                <a:lnTo>
                  <a:pt x="384048" y="176974"/>
                </a:lnTo>
                <a:lnTo>
                  <a:pt x="393153" y="182473"/>
                </a:lnTo>
                <a:lnTo>
                  <a:pt x="405384" y="184404"/>
                </a:lnTo>
                <a:lnTo>
                  <a:pt x="417791" y="182880"/>
                </a:lnTo>
                <a:lnTo>
                  <a:pt x="428053" y="177927"/>
                </a:lnTo>
                <a:lnTo>
                  <a:pt x="436892" y="168973"/>
                </a:lnTo>
                <a:lnTo>
                  <a:pt x="445008" y="155448"/>
                </a:lnTo>
                <a:close/>
              </a:path>
              <a:path w="728980" h="186055">
                <a:moveTo>
                  <a:pt x="501396" y="21336"/>
                </a:moveTo>
                <a:lnTo>
                  <a:pt x="499808" y="12852"/>
                </a:lnTo>
                <a:lnTo>
                  <a:pt x="495490" y="6096"/>
                </a:lnTo>
                <a:lnTo>
                  <a:pt x="489191" y="1612"/>
                </a:lnTo>
                <a:lnTo>
                  <a:pt x="481584" y="0"/>
                </a:lnTo>
                <a:lnTo>
                  <a:pt x="473113" y="1612"/>
                </a:lnTo>
                <a:lnTo>
                  <a:pt x="466344" y="6096"/>
                </a:lnTo>
                <a:lnTo>
                  <a:pt x="461873" y="12852"/>
                </a:lnTo>
                <a:lnTo>
                  <a:pt x="460248" y="21336"/>
                </a:lnTo>
                <a:lnTo>
                  <a:pt x="461873" y="28930"/>
                </a:lnTo>
                <a:lnTo>
                  <a:pt x="466344" y="35242"/>
                </a:lnTo>
                <a:lnTo>
                  <a:pt x="473113" y="39547"/>
                </a:lnTo>
                <a:lnTo>
                  <a:pt x="481584" y="41148"/>
                </a:lnTo>
                <a:lnTo>
                  <a:pt x="489191" y="39547"/>
                </a:lnTo>
                <a:lnTo>
                  <a:pt x="495490" y="35242"/>
                </a:lnTo>
                <a:lnTo>
                  <a:pt x="499808" y="28930"/>
                </a:lnTo>
                <a:lnTo>
                  <a:pt x="501396" y="21336"/>
                </a:lnTo>
                <a:close/>
              </a:path>
              <a:path w="728980" h="186055">
                <a:moveTo>
                  <a:pt x="512064" y="175260"/>
                </a:moveTo>
                <a:lnTo>
                  <a:pt x="502920" y="173736"/>
                </a:lnTo>
                <a:lnTo>
                  <a:pt x="499872" y="170688"/>
                </a:lnTo>
                <a:lnTo>
                  <a:pt x="499872" y="60960"/>
                </a:lnTo>
                <a:lnTo>
                  <a:pt x="449580" y="60960"/>
                </a:lnTo>
                <a:lnTo>
                  <a:pt x="449580" y="67056"/>
                </a:lnTo>
                <a:lnTo>
                  <a:pt x="461772" y="70104"/>
                </a:lnTo>
                <a:lnTo>
                  <a:pt x="463296" y="71628"/>
                </a:lnTo>
                <a:lnTo>
                  <a:pt x="463296" y="170688"/>
                </a:lnTo>
                <a:lnTo>
                  <a:pt x="461772" y="172212"/>
                </a:lnTo>
                <a:lnTo>
                  <a:pt x="449580" y="175260"/>
                </a:lnTo>
                <a:lnTo>
                  <a:pt x="449580" y="181356"/>
                </a:lnTo>
                <a:lnTo>
                  <a:pt x="512064" y="181356"/>
                </a:lnTo>
                <a:lnTo>
                  <a:pt x="512064" y="175260"/>
                </a:lnTo>
                <a:close/>
              </a:path>
              <a:path w="728980" h="186055">
                <a:moveTo>
                  <a:pt x="629424" y="156959"/>
                </a:moveTo>
                <a:lnTo>
                  <a:pt x="624840" y="152387"/>
                </a:lnTo>
                <a:lnTo>
                  <a:pt x="618439" y="159270"/>
                </a:lnTo>
                <a:lnTo>
                  <a:pt x="612457" y="164007"/>
                </a:lnTo>
                <a:lnTo>
                  <a:pt x="606196" y="166751"/>
                </a:lnTo>
                <a:lnTo>
                  <a:pt x="598932" y="167627"/>
                </a:lnTo>
                <a:lnTo>
                  <a:pt x="583336" y="163512"/>
                </a:lnTo>
                <a:lnTo>
                  <a:pt x="571309" y="151815"/>
                </a:lnTo>
                <a:lnTo>
                  <a:pt x="563575" y="133553"/>
                </a:lnTo>
                <a:lnTo>
                  <a:pt x="560832" y="109715"/>
                </a:lnTo>
                <a:lnTo>
                  <a:pt x="562483" y="91236"/>
                </a:lnTo>
                <a:lnTo>
                  <a:pt x="567118" y="77330"/>
                </a:lnTo>
                <a:lnTo>
                  <a:pt x="574344" y="68567"/>
                </a:lnTo>
                <a:lnTo>
                  <a:pt x="583692" y="65519"/>
                </a:lnTo>
                <a:lnTo>
                  <a:pt x="588264" y="65519"/>
                </a:lnTo>
                <a:lnTo>
                  <a:pt x="592836" y="70091"/>
                </a:lnTo>
                <a:lnTo>
                  <a:pt x="594360" y="73139"/>
                </a:lnTo>
                <a:lnTo>
                  <a:pt x="594360" y="97523"/>
                </a:lnTo>
                <a:lnTo>
                  <a:pt x="598932" y="102095"/>
                </a:lnTo>
                <a:lnTo>
                  <a:pt x="620268" y="102095"/>
                </a:lnTo>
                <a:lnTo>
                  <a:pt x="626364" y="95999"/>
                </a:lnTo>
                <a:lnTo>
                  <a:pt x="626364" y="86855"/>
                </a:lnTo>
                <a:lnTo>
                  <a:pt x="623392" y="75260"/>
                </a:lnTo>
                <a:lnTo>
                  <a:pt x="615124" y="66090"/>
                </a:lnTo>
                <a:lnTo>
                  <a:pt x="613943" y="65519"/>
                </a:lnTo>
                <a:lnTo>
                  <a:pt x="602576" y="60071"/>
                </a:lnTo>
                <a:lnTo>
                  <a:pt x="586740" y="57899"/>
                </a:lnTo>
                <a:lnTo>
                  <a:pt x="561555" y="62788"/>
                </a:lnTo>
                <a:lnTo>
                  <a:pt x="541782" y="76377"/>
                </a:lnTo>
                <a:lnTo>
                  <a:pt x="528878" y="97129"/>
                </a:lnTo>
                <a:lnTo>
                  <a:pt x="528815" y="97523"/>
                </a:lnTo>
                <a:lnTo>
                  <a:pt x="524256" y="123431"/>
                </a:lnTo>
                <a:lnTo>
                  <a:pt x="528358" y="147751"/>
                </a:lnTo>
                <a:lnTo>
                  <a:pt x="539877" y="167055"/>
                </a:lnTo>
                <a:lnTo>
                  <a:pt x="557695" y="179806"/>
                </a:lnTo>
                <a:lnTo>
                  <a:pt x="580644" y="184391"/>
                </a:lnTo>
                <a:lnTo>
                  <a:pt x="594702" y="182892"/>
                </a:lnTo>
                <a:lnTo>
                  <a:pt x="607314" y="178104"/>
                </a:lnTo>
                <a:lnTo>
                  <a:pt x="618794" y="169608"/>
                </a:lnTo>
                <a:lnTo>
                  <a:pt x="620458" y="167627"/>
                </a:lnTo>
                <a:lnTo>
                  <a:pt x="629424" y="156959"/>
                </a:lnTo>
                <a:close/>
              </a:path>
              <a:path w="728980" h="186055">
                <a:moveTo>
                  <a:pt x="728472" y="144767"/>
                </a:moveTo>
                <a:lnTo>
                  <a:pt x="693420" y="105143"/>
                </a:lnTo>
                <a:lnTo>
                  <a:pt x="681659" y="99644"/>
                </a:lnTo>
                <a:lnTo>
                  <a:pt x="673608" y="94284"/>
                </a:lnTo>
                <a:lnTo>
                  <a:pt x="668997" y="88646"/>
                </a:lnTo>
                <a:lnTo>
                  <a:pt x="667512" y="82283"/>
                </a:lnTo>
                <a:lnTo>
                  <a:pt x="667512" y="73139"/>
                </a:lnTo>
                <a:lnTo>
                  <a:pt x="675132" y="67043"/>
                </a:lnTo>
                <a:lnTo>
                  <a:pt x="691896" y="67043"/>
                </a:lnTo>
                <a:lnTo>
                  <a:pt x="717804" y="95999"/>
                </a:lnTo>
                <a:lnTo>
                  <a:pt x="722376" y="95999"/>
                </a:lnTo>
                <a:lnTo>
                  <a:pt x="722376" y="59423"/>
                </a:lnTo>
                <a:lnTo>
                  <a:pt x="717804" y="59423"/>
                </a:lnTo>
                <a:lnTo>
                  <a:pt x="716280" y="62471"/>
                </a:lnTo>
                <a:lnTo>
                  <a:pt x="714756" y="63995"/>
                </a:lnTo>
                <a:lnTo>
                  <a:pt x="707136" y="63995"/>
                </a:lnTo>
                <a:lnTo>
                  <a:pt x="704088" y="62471"/>
                </a:lnTo>
                <a:lnTo>
                  <a:pt x="694944" y="59423"/>
                </a:lnTo>
                <a:lnTo>
                  <a:pt x="688848" y="57899"/>
                </a:lnTo>
                <a:lnTo>
                  <a:pt x="682752" y="57899"/>
                </a:lnTo>
                <a:lnTo>
                  <a:pt x="666927" y="60858"/>
                </a:lnTo>
                <a:lnTo>
                  <a:pt x="654367" y="68948"/>
                </a:lnTo>
                <a:lnTo>
                  <a:pt x="646112" y="81051"/>
                </a:lnTo>
                <a:lnTo>
                  <a:pt x="643128" y="95999"/>
                </a:lnTo>
                <a:lnTo>
                  <a:pt x="645210" y="107797"/>
                </a:lnTo>
                <a:lnTo>
                  <a:pt x="651700" y="118287"/>
                </a:lnTo>
                <a:lnTo>
                  <a:pt x="663067" y="127939"/>
                </a:lnTo>
                <a:lnTo>
                  <a:pt x="679704" y="137147"/>
                </a:lnTo>
                <a:lnTo>
                  <a:pt x="690587" y="142633"/>
                </a:lnTo>
                <a:lnTo>
                  <a:pt x="698182" y="147815"/>
                </a:lnTo>
                <a:lnTo>
                  <a:pt x="702640" y="153009"/>
                </a:lnTo>
                <a:lnTo>
                  <a:pt x="704088" y="158483"/>
                </a:lnTo>
                <a:lnTo>
                  <a:pt x="702716" y="165608"/>
                </a:lnTo>
                <a:lnTo>
                  <a:pt x="698754" y="170865"/>
                </a:lnTo>
                <a:lnTo>
                  <a:pt x="692518" y="174129"/>
                </a:lnTo>
                <a:lnTo>
                  <a:pt x="684276" y="175247"/>
                </a:lnTo>
                <a:lnTo>
                  <a:pt x="671703" y="173228"/>
                </a:lnTo>
                <a:lnTo>
                  <a:pt x="661416" y="167055"/>
                </a:lnTo>
                <a:lnTo>
                  <a:pt x="653415" y="156603"/>
                </a:lnTo>
                <a:lnTo>
                  <a:pt x="647700" y="141719"/>
                </a:lnTo>
                <a:lnTo>
                  <a:pt x="641604" y="141719"/>
                </a:lnTo>
                <a:lnTo>
                  <a:pt x="641604" y="184391"/>
                </a:lnTo>
                <a:lnTo>
                  <a:pt x="647700" y="184391"/>
                </a:lnTo>
                <a:lnTo>
                  <a:pt x="650748" y="179819"/>
                </a:lnTo>
                <a:lnTo>
                  <a:pt x="652272" y="176771"/>
                </a:lnTo>
                <a:lnTo>
                  <a:pt x="655320" y="176771"/>
                </a:lnTo>
                <a:lnTo>
                  <a:pt x="658368" y="178295"/>
                </a:lnTo>
                <a:lnTo>
                  <a:pt x="659892" y="178295"/>
                </a:lnTo>
                <a:lnTo>
                  <a:pt x="666559" y="180543"/>
                </a:lnTo>
                <a:lnTo>
                  <a:pt x="674370" y="182486"/>
                </a:lnTo>
                <a:lnTo>
                  <a:pt x="682180" y="183870"/>
                </a:lnTo>
                <a:lnTo>
                  <a:pt x="688848" y="184391"/>
                </a:lnTo>
                <a:lnTo>
                  <a:pt x="704684" y="181635"/>
                </a:lnTo>
                <a:lnTo>
                  <a:pt x="717232" y="173723"/>
                </a:lnTo>
                <a:lnTo>
                  <a:pt x="725500" y="161251"/>
                </a:lnTo>
                <a:lnTo>
                  <a:pt x="728472" y="1447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967484" y="1667255"/>
            <a:ext cx="1169035" cy="230504"/>
          </a:xfrm>
          <a:custGeom>
            <a:avLst/>
            <a:gdLst/>
            <a:ahLst/>
            <a:cxnLst/>
            <a:rect l="l" t="t" r="r" b="b"/>
            <a:pathLst>
              <a:path w="1169035" h="230505">
                <a:moveTo>
                  <a:pt x="147828" y="0"/>
                </a:moveTo>
                <a:lnTo>
                  <a:pt x="0" y="0"/>
                </a:lnTo>
                <a:lnTo>
                  <a:pt x="0" y="6096"/>
                </a:lnTo>
                <a:lnTo>
                  <a:pt x="11518" y="7886"/>
                </a:lnTo>
                <a:lnTo>
                  <a:pt x="19050" y="11239"/>
                </a:lnTo>
                <a:lnTo>
                  <a:pt x="23139" y="16598"/>
                </a:lnTo>
                <a:lnTo>
                  <a:pt x="24384" y="24384"/>
                </a:lnTo>
                <a:lnTo>
                  <a:pt x="24384" y="152400"/>
                </a:lnTo>
                <a:lnTo>
                  <a:pt x="23355" y="160832"/>
                </a:lnTo>
                <a:lnTo>
                  <a:pt x="19621" y="166116"/>
                </a:lnTo>
                <a:lnTo>
                  <a:pt x="12166" y="169125"/>
                </a:lnTo>
                <a:lnTo>
                  <a:pt x="0" y="170688"/>
                </a:lnTo>
                <a:lnTo>
                  <a:pt x="0" y="176784"/>
                </a:lnTo>
                <a:lnTo>
                  <a:pt x="94488" y="176784"/>
                </a:lnTo>
                <a:lnTo>
                  <a:pt x="94488" y="170688"/>
                </a:lnTo>
                <a:lnTo>
                  <a:pt x="80314" y="169125"/>
                </a:lnTo>
                <a:lnTo>
                  <a:pt x="71437" y="166116"/>
                </a:lnTo>
                <a:lnTo>
                  <a:pt x="66840" y="160832"/>
                </a:lnTo>
                <a:lnTo>
                  <a:pt x="65532" y="152400"/>
                </a:lnTo>
                <a:lnTo>
                  <a:pt x="65532" y="89916"/>
                </a:lnTo>
                <a:lnTo>
                  <a:pt x="82880" y="92062"/>
                </a:lnTo>
                <a:lnTo>
                  <a:pt x="94678" y="99060"/>
                </a:lnTo>
                <a:lnTo>
                  <a:pt x="102171" y="111785"/>
                </a:lnTo>
                <a:lnTo>
                  <a:pt x="106680" y="131064"/>
                </a:lnTo>
                <a:lnTo>
                  <a:pt x="111252" y="131064"/>
                </a:lnTo>
                <a:lnTo>
                  <a:pt x="111252" y="42672"/>
                </a:lnTo>
                <a:lnTo>
                  <a:pt x="106680" y="42672"/>
                </a:lnTo>
                <a:lnTo>
                  <a:pt x="102171" y="60845"/>
                </a:lnTo>
                <a:lnTo>
                  <a:pt x="94678" y="72580"/>
                </a:lnTo>
                <a:lnTo>
                  <a:pt x="82880" y="78892"/>
                </a:lnTo>
                <a:lnTo>
                  <a:pt x="65532" y="80772"/>
                </a:lnTo>
                <a:lnTo>
                  <a:pt x="65532" y="12192"/>
                </a:lnTo>
                <a:lnTo>
                  <a:pt x="70104" y="9144"/>
                </a:lnTo>
                <a:lnTo>
                  <a:pt x="82296" y="9144"/>
                </a:lnTo>
                <a:lnTo>
                  <a:pt x="122364" y="16865"/>
                </a:lnTo>
                <a:lnTo>
                  <a:pt x="143256" y="51816"/>
                </a:lnTo>
                <a:lnTo>
                  <a:pt x="147828" y="51816"/>
                </a:lnTo>
                <a:lnTo>
                  <a:pt x="147828" y="0"/>
                </a:lnTo>
                <a:close/>
              </a:path>
              <a:path w="1169035" h="230505">
                <a:moveTo>
                  <a:pt x="269748" y="74688"/>
                </a:moveTo>
                <a:lnTo>
                  <a:pt x="268122" y="66205"/>
                </a:lnTo>
                <a:lnTo>
                  <a:pt x="263652" y="59448"/>
                </a:lnTo>
                <a:lnTo>
                  <a:pt x="256882" y="54965"/>
                </a:lnTo>
                <a:lnTo>
                  <a:pt x="248412" y="53352"/>
                </a:lnTo>
                <a:lnTo>
                  <a:pt x="239496" y="54800"/>
                </a:lnTo>
                <a:lnTo>
                  <a:pt x="230886" y="59258"/>
                </a:lnTo>
                <a:lnTo>
                  <a:pt x="222262" y="66852"/>
                </a:lnTo>
                <a:lnTo>
                  <a:pt x="213360" y="77736"/>
                </a:lnTo>
                <a:lnTo>
                  <a:pt x="213360" y="56400"/>
                </a:lnTo>
                <a:lnTo>
                  <a:pt x="164592" y="56400"/>
                </a:lnTo>
                <a:lnTo>
                  <a:pt x="164592" y="62496"/>
                </a:lnTo>
                <a:lnTo>
                  <a:pt x="175260" y="64020"/>
                </a:lnTo>
                <a:lnTo>
                  <a:pt x="178308" y="67068"/>
                </a:lnTo>
                <a:lnTo>
                  <a:pt x="178308" y="166128"/>
                </a:lnTo>
                <a:lnTo>
                  <a:pt x="175260" y="169176"/>
                </a:lnTo>
                <a:lnTo>
                  <a:pt x="164592" y="170700"/>
                </a:lnTo>
                <a:lnTo>
                  <a:pt x="164592" y="176796"/>
                </a:lnTo>
                <a:lnTo>
                  <a:pt x="233172" y="176796"/>
                </a:lnTo>
                <a:lnTo>
                  <a:pt x="233172" y="170700"/>
                </a:lnTo>
                <a:lnTo>
                  <a:pt x="223875" y="169748"/>
                </a:lnTo>
                <a:lnTo>
                  <a:pt x="218313" y="166509"/>
                </a:lnTo>
                <a:lnTo>
                  <a:pt x="215595" y="160413"/>
                </a:lnTo>
                <a:lnTo>
                  <a:pt x="214884" y="150888"/>
                </a:lnTo>
                <a:lnTo>
                  <a:pt x="214884" y="100596"/>
                </a:lnTo>
                <a:lnTo>
                  <a:pt x="216192" y="90995"/>
                </a:lnTo>
                <a:lnTo>
                  <a:pt x="219646" y="83261"/>
                </a:lnTo>
                <a:lnTo>
                  <a:pt x="224523" y="78092"/>
                </a:lnTo>
                <a:lnTo>
                  <a:pt x="230124" y="76212"/>
                </a:lnTo>
                <a:lnTo>
                  <a:pt x="233172" y="76212"/>
                </a:lnTo>
                <a:lnTo>
                  <a:pt x="234696" y="77736"/>
                </a:lnTo>
                <a:lnTo>
                  <a:pt x="237744" y="82308"/>
                </a:lnTo>
                <a:lnTo>
                  <a:pt x="242316" y="89928"/>
                </a:lnTo>
                <a:lnTo>
                  <a:pt x="246888" y="91452"/>
                </a:lnTo>
                <a:lnTo>
                  <a:pt x="263652" y="91452"/>
                </a:lnTo>
                <a:lnTo>
                  <a:pt x="269748" y="83832"/>
                </a:lnTo>
                <a:lnTo>
                  <a:pt x="269748" y="74688"/>
                </a:lnTo>
                <a:close/>
              </a:path>
              <a:path w="1169035" h="230505">
                <a:moveTo>
                  <a:pt x="382524" y="147828"/>
                </a:moveTo>
                <a:lnTo>
                  <a:pt x="374904" y="144780"/>
                </a:lnTo>
                <a:lnTo>
                  <a:pt x="367372" y="152552"/>
                </a:lnTo>
                <a:lnTo>
                  <a:pt x="360426" y="157734"/>
                </a:lnTo>
                <a:lnTo>
                  <a:pt x="353466" y="160642"/>
                </a:lnTo>
                <a:lnTo>
                  <a:pt x="345948" y="161544"/>
                </a:lnTo>
                <a:lnTo>
                  <a:pt x="338099" y="160642"/>
                </a:lnTo>
                <a:lnTo>
                  <a:pt x="338391" y="160642"/>
                </a:lnTo>
                <a:lnTo>
                  <a:pt x="332232" y="158115"/>
                </a:lnTo>
                <a:lnTo>
                  <a:pt x="313944" y="112776"/>
                </a:lnTo>
                <a:lnTo>
                  <a:pt x="381000" y="112776"/>
                </a:lnTo>
                <a:lnTo>
                  <a:pt x="379730" y="102108"/>
                </a:lnTo>
                <a:lnTo>
                  <a:pt x="359867" y="62344"/>
                </a:lnTo>
                <a:lnTo>
                  <a:pt x="348996" y="56718"/>
                </a:lnTo>
                <a:lnTo>
                  <a:pt x="348996" y="102108"/>
                </a:lnTo>
                <a:lnTo>
                  <a:pt x="313944" y="102108"/>
                </a:lnTo>
                <a:lnTo>
                  <a:pt x="323583" y="63106"/>
                </a:lnTo>
                <a:lnTo>
                  <a:pt x="332232" y="60960"/>
                </a:lnTo>
                <a:lnTo>
                  <a:pt x="339852" y="60960"/>
                </a:lnTo>
                <a:lnTo>
                  <a:pt x="344424" y="65532"/>
                </a:lnTo>
                <a:lnTo>
                  <a:pt x="345948" y="73152"/>
                </a:lnTo>
                <a:lnTo>
                  <a:pt x="346849" y="77203"/>
                </a:lnTo>
                <a:lnTo>
                  <a:pt x="347472" y="82829"/>
                </a:lnTo>
                <a:lnTo>
                  <a:pt x="348081" y="89877"/>
                </a:lnTo>
                <a:lnTo>
                  <a:pt x="348919" y="98374"/>
                </a:lnTo>
                <a:lnTo>
                  <a:pt x="348996" y="102108"/>
                </a:lnTo>
                <a:lnTo>
                  <a:pt x="348996" y="56718"/>
                </a:lnTo>
                <a:lnTo>
                  <a:pt x="342201" y="54444"/>
                </a:lnTo>
                <a:lnTo>
                  <a:pt x="332232" y="53340"/>
                </a:lnTo>
                <a:lnTo>
                  <a:pt x="309511" y="57988"/>
                </a:lnTo>
                <a:lnTo>
                  <a:pt x="292227" y="71056"/>
                </a:lnTo>
                <a:lnTo>
                  <a:pt x="281216" y="91274"/>
                </a:lnTo>
                <a:lnTo>
                  <a:pt x="277368" y="117348"/>
                </a:lnTo>
                <a:lnTo>
                  <a:pt x="281190" y="143192"/>
                </a:lnTo>
                <a:lnTo>
                  <a:pt x="292036" y="162877"/>
                </a:lnTo>
                <a:lnTo>
                  <a:pt x="308864" y="175437"/>
                </a:lnTo>
                <a:lnTo>
                  <a:pt x="330708" y="179832"/>
                </a:lnTo>
                <a:lnTo>
                  <a:pt x="345224" y="178269"/>
                </a:lnTo>
                <a:lnTo>
                  <a:pt x="357759" y="172974"/>
                </a:lnTo>
                <a:lnTo>
                  <a:pt x="369709" y="163118"/>
                </a:lnTo>
                <a:lnTo>
                  <a:pt x="371017" y="161544"/>
                </a:lnTo>
                <a:lnTo>
                  <a:pt x="382524" y="147828"/>
                </a:lnTo>
                <a:close/>
              </a:path>
              <a:path w="1169035" h="230505">
                <a:moveTo>
                  <a:pt x="498348" y="147828"/>
                </a:moveTo>
                <a:lnTo>
                  <a:pt x="492252" y="144780"/>
                </a:lnTo>
                <a:lnTo>
                  <a:pt x="484695" y="152552"/>
                </a:lnTo>
                <a:lnTo>
                  <a:pt x="477583" y="157734"/>
                </a:lnTo>
                <a:lnTo>
                  <a:pt x="470166" y="160642"/>
                </a:lnTo>
                <a:lnTo>
                  <a:pt x="461772" y="161544"/>
                </a:lnTo>
                <a:lnTo>
                  <a:pt x="454825" y="160642"/>
                </a:lnTo>
                <a:lnTo>
                  <a:pt x="455079" y="160642"/>
                </a:lnTo>
                <a:lnTo>
                  <a:pt x="449199" y="158115"/>
                </a:lnTo>
                <a:lnTo>
                  <a:pt x="431292" y="112776"/>
                </a:lnTo>
                <a:lnTo>
                  <a:pt x="496824" y="112776"/>
                </a:lnTo>
                <a:lnTo>
                  <a:pt x="495706" y="102108"/>
                </a:lnTo>
                <a:lnTo>
                  <a:pt x="476554" y="62344"/>
                </a:lnTo>
                <a:lnTo>
                  <a:pt x="474218" y="60960"/>
                </a:lnTo>
                <a:lnTo>
                  <a:pt x="468439" y="57531"/>
                </a:lnTo>
                <a:lnTo>
                  <a:pt x="464820" y="56362"/>
                </a:lnTo>
                <a:lnTo>
                  <a:pt x="464820" y="102108"/>
                </a:lnTo>
                <a:lnTo>
                  <a:pt x="429768" y="102108"/>
                </a:lnTo>
                <a:lnTo>
                  <a:pt x="440055" y="63106"/>
                </a:lnTo>
                <a:lnTo>
                  <a:pt x="448056" y="60960"/>
                </a:lnTo>
                <a:lnTo>
                  <a:pt x="455676" y="60960"/>
                </a:lnTo>
                <a:lnTo>
                  <a:pt x="460248" y="65532"/>
                </a:lnTo>
                <a:lnTo>
                  <a:pt x="461772" y="73152"/>
                </a:lnTo>
                <a:lnTo>
                  <a:pt x="462889" y="77203"/>
                </a:lnTo>
                <a:lnTo>
                  <a:pt x="463880" y="82829"/>
                </a:lnTo>
                <a:lnTo>
                  <a:pt x="464553" y="89877"/>
                </a:lnTo>
                <a:lnTo>
                  <a:pt x="464591" y="91274"/>
                </a:lnTo>
                <a:lnTo>
                  <a:pt x="464794" y="98374"/>
                </a:lnTo>
                <a:lnTo>
                  <a:pt x="464820" y="102108"/>
                </a:lnTo>
                <a:lnTo>
                  <a:pt x="464820" y="56362"/>
                </a:lnTo>
                <a:lnTo>
                  <a:pt x="458889" y="54444"/>
                </a:lnTo>
                <a:lnTo>
                  <a:pt x="448056" y="53340"/>
                </a:lnTo>
                <a:lnTo>
                  <a:pt x="425970" y="57988"/>
                </a:lnTo>
                <a:lnTo>
                  <a:pt x="408622" y="71056"/>
                </a:lnTo>
                <a:lnTo>
                  <a:pt x="397256" y="91274"/>
                </a:lnTo>
                <a:lnTo>
                  <a:pt x="393192" y="117348"/>
                </a:lnTo>
                <a:lnTo>
                  <a:pt x="397040" y="143192"/>
                </a:lnTo>
                <a:lnTo>
                  <a:pt x="408051" y="162877"/>
                </a:lnTo>
                <a:lnTo>
                  <a:pt x="425335" y="175437"/>
                </a:lnTo>
                <a:lnTo>
                  <a:pt x="448056" y="179832"/>
                </a:lnTo>
                <a:lnTo>
                  <a:pt x="461911" y="178269"/>
                </a:lnTo>
                <a:lnTo>
                  <a:pt x="474345" y="172974"/>
                </a:lnTo>
                <a:lnTo>
                  <a:pt x="486194" y="163118"/>
                </a:lnTo>
                <a:lnTo>
                  <a:pt x="487451" y="161544"/>
                </a:lnTo>
                <a:lnTo>
                  <a:pt x="498348" y="147828"/>
                </a:lnTo>
                <a:close/>
              </a:path>
              <a:path w="1169035" h="230505">
                <a:moveTo>
                  <a:pt x="579107" y="102108"/>
                </a:moveTo>
                <a:lnTo>
                  <a:pt x="513588" y="102108"/>
                </a:lnTo>
                <a:lnTo>
                  <a:pt x="513588" y="134112"/>
                </a:lnTo>
                <a:lnTo>
                  <a:pt x="579107" y="134112"/>
                </a:lnTo>
                <a:lnTo>
                  <a:pt x="579107" y="102108"/>
                </a:lnTo>
                <a:close/>
              </a:path>
              <a:path w="1169035" h="230505">
                <a:moveTo>
                  <a:pt x="754380" y="128016"/>
                </a:moveTo>
                <a:lnTo>
                  <a:pt x="732129" y="92379"/>
                </a:lnTo>
                <a:lnTo>
                  <a:pt x="708660" y="83604"/>
                </a:lnTo>
                <a:lnTo>
                  <a:pt x="708660" y="131064"/>
                </a:lnTo>
                <a:lnTo>
                  <a:pt x="706653" y="147307"/>
                </a:lnTo>
                <a:lnTo>
                  <a:pt x="700659" y="159258"/>
                </a:lnTo>
                <a:lnTo>
                  <a:pt x="690651" y="166649"/>
                </a:lnTo>
                <a:lnTo>
                  <a:pt x="676910" y="169125"/>
                </a:lnTo>
                <a:lnTo>
                  <a:pt x="664425" y="169125"/>
                </a:lnTo>
                <a:lnTo>
                  <a:pt x="661416" y="164592"/>
                </a:lnTo>
                <a:lnTo>
                  <a:pt x="661416" y="86868"/>
                </a:lnTo>
                <a:lnTo>
                  <a:pt x="669036" y="86868"/>
                </a:lnTo>
                <a:lnTo>
                  <a:pt x="686155" y="89712"/>
                </a:lnTo>
                <a:lnTo>
                  <a:pt x="698563" y="98107"/>
                </a:lnTo>
                <a:lnTo>
                  <a:pt x="706107" y="111950"/>
                </a:lnTo>
                <a:lnTo>
                  <a:pt x="708660" y="131064"/>
                </a:lnTo>
                <a:lnTo>
                  <a:pt x="708660" y="83604"/>
                </a:lnTo>
                <a:lnTo>
                  <a:pt x="702564" y="82296"/>
                </a:lnTo>
                <a:lnTo>
                  <a:pt x="710755" y="79248"/>
                </a:lnTo>
                <a:lnTo>
                  <a:pt x="722083" y="75044"/>
                </a:lnTo>
                <a:lnTo>
                  <a:pt x="735330" y="66484"/>
                </a:lnTo>
                <a:lnTo>
                  <a:pt x="742848" y="55943"/>
                </a:lnTo>
                <a:lnTo>
                  <a:pt x="745236" y="42672"/>
                </a:lnTo>
                <a:lnTo>
                  <a:pt x="740727" y="24434"/>
                </a:lnTo>
                <a:lnTo>
                  <a:pt x="727519" y="11049"/>
                </a:lnTo>
                <a:lnTo>
                  <a:pt x="718566" y="7620"/>
                </a:lnTo>
                <a:lnTo>
                  <a:pt x="706005" y="2819"/>
                </a:lnTo>
                <a:lnTo>
                  <a:pt x="702564" y="2489"/>
                </a:lnTo>
                <a:lnTo>
                  <a:pt x="702564" y="44196"/>
                </a:lnTo>
                <a:lnTo>
                  <a:pt x="700633" y="61252"/>
                </a:lnTo>
                <a:lnTo>
                  <a:pt x="693991" y="72009"/>
                </a:lnTo>
                <a:lnTo>
                  <a:pt x="681342" y="77635"/>
                </a:lnTo>
                <a:lnTo>
                  <a:pt x="661416" y="79248"/>
                </a:lnTo>
                <a:lnTo>
                  <a:pt x="661416" y="10668"/>
                </a:lnTo>
                <a:lnTo>
                  <a:pt x="664464" y="7620"/>
                </a:lnTo>
                <a:lnTo>
                  <a:pt x="675132" y="7620"/>
                </a:lnTo>
                <a:lnTo>
                  <a:pt x="687133" y="9906"/>
                </a:lnTo>
                <a:lnTo>
                  <a:pt x="695706" y="16764"/>
                </a:lnTo>
                <a:lnTo>
                  <a:pt x="700849" y="28194"/>
                </a:lnTo>
                <a:lnTo>
                  <a:pt x="702564" y="44196"/>
                </a:lnTo>
                <a:lnTo>
                  <a:pt x="702564" y="2489"/>
                </a:lnTo>
                <a:lnTo>
                  <a:pt x="676656" y="0"/>
                </a:lnTo>
                <a:lnTo>
                  <a:pt x="595884" y="0"/>
                </a:lnTo>
                <a:lnTo>
                  <a:pt x="595884" y="6096"/>
                </a:lnTo>
                <a:lnTo>
                  <a:pt x="607161" y="7912"/>
                </a:lnTo>
                <a:lnTo>
                  <a:pt x="614172" y="11430"/>
                </a:lnTo>
                <a:lnTo>
                  <a:pt x="617740" y="17246"/>
                </a:lnTo>
                <a:lnTo>
                  <a:pt x="618744" y="25908"/>
                </a:lnTo>
                <a:lnTo>
                  <a:pt x="618744" y="152400"/>
                </a:lnTo>
                <a:lnTo>
                  <a:pt x="617740" y="160832"/>
                </a:lnTo>
                <a:lnTo>
                  <a:pt x="614172" y="166116"/>
                </a:lnTo>
                <a:lnTo>
                  <a:pt x="607161" y="169125"/>
                </a:lnTo>
                <a:lnTo>
                  <a:pt x="595884" y="170688"/>
                </a:lnTo>
                <a:lnTo>
                  <a:pt x="595884" y="176784"/>
                </a:lnTo>
                <a:lnTo>
                  <a:pt x="679704" y="176784"/>
                </a:lnTo>
                <a:lnTo>
                  <a:pt x="710006" y="173456"/>
                </a:lnTo>
                <a:lnTo>
                  <a:pt x="720636" y="169125"/>
                </a:lnTo>
                <a:lnTo>
                  <a:pt x="733615" y="163830"/>
                </a:lnTo>
                <a:lnTo>
                  <a:pt x="748919" y="148501"/>
                </a:lnTo>
                <a:lnTo>
                  <a:pt x="754380" y="128016"/>
                </a:lnTo>
                <a:close/>
              </a:path>
              <a:path w="1169035" h="230505">
                <a:moveTo>
                  <a:pt x="891540" y="117360"/>
                </a:moveTo>
                <a:lnTo>
                  <a:pt x="874395" y="71640"/>
                </a:lnTo>
                <a:lnTo>
                  <a:pt x="853363" y="57759"/>
                </a:lnTo>
                <a:lnTo>
                  <a:pt x="853363" y="120408"/>
                </a:lnTo>
                <a:lnTo>
                  <a:pt x="852246" y="143929"/>
                </a:lnTo>
                <a:lnTo>
                  <a:pt x="848487" y="160413"/>
                </a:lnTo>
                <a:lnTo>
                  <a:pt x="841857" y="169456"/>
                </a:lnTo>
                <a:lnTo>
                  <a:pt x="832104" y="172224"/>
                </a:lnTo>
                <a:lnTo>
                  <a:pt x="821677" y="169456"/>
                </a:lnTo>
                <a:lnTo>
                  <a:pt x="815149" y="160604"/>
                </a:lnTo>
                <a:lnTo>
                  <a:pt x="815098" y="160413"/>
                </a:lnTo>
                <a:lnTo>
                  <a:pt x="811733" y="144576"/>
                </a:lnTo>
                <a:lnTo>
                  <a:pt x="811631" y="141909"/>
                </a:lnTo>
                <a:lnTo>
                  <a:pt x="810768" y="120408"/>
                </a:lnTo>
                <a:lnTo>
                  <a:pt x="810818" y="118884"/>
                </a:lnTo>
                <a:lnTo>
                  <a:pt x="810920" y="115836"/>
                </a:lnTo>
                <a:lnTo>
                  <a:pt x="811733" y="91833"/>
                </a:lnTo>
                <a:lnTo>
                  <a:pt x="811834" y="91274"/>
                </a:lnTo>
                <a:lnTo>
                  <a:pt x="815149" y="73545"/>
                </a:lnTo>
                <a:lnTo>
                  <a:pt x="821690" y="63830"/>
                </a:lnTo>
                <a:lnTo>
                  <a:pt x="832104" y="60972"/>
                </a:lnTo>
                <a:lnTo>
                  <a:pt x="841857" y="64020"/>
                </a:lnTo>
                <a:lnTo>
                  <a:pt x="848487" y="73926"/>
                </a:lnTo>
                <a:lnTo>
                  <a:pt x="852246" y="91833"/>
                </a:lnTo>
                <a:lnTo>
                  <a:pt x="853300" y="115836"/>
                </a:lnTo>
                <a:lnTo>
                  <a:pt x="853363" y="120408"/>
                </a:lnTo>
                <a:lnTo>
                  <a:pt x="853363" y="57759"/>
                </a:lnTo>
                <a:lnTo>
                  <a:pt x="808024" y="58178"/>
                </a:lnTo>
                <a:lnTo>
                  <a:pt x="777024" y="91274"/>
                </a:lnTo>
                <a:lnTo>
                  <a:pt x="772668" y="115836"/>
                </a:lnTo>
                <a:lnTo>
                  <a:pt x="777024" y="141909"/>
                </a:lnTo>
                <a:lnTo>
                  <a:pt x="789241" y="162128"/>
                </a:lnTo>
                <a:lnTo>
                  <a:pt x="808024" y="175196"/>
                </a:lnTo>
                <a:lnTo>
                  <a:pt x="832104" y="179844"/>
                </a:lnTo>
                <a:lnTo>
                  <a:pt x="855560" y="175196"/>
                </a:lnTo>
                <a:lnTo>
                  <a:pt x="859917" y="172224"/>
                </a:lnTo>
                <a:lnTo>
                  <a:pt x="874395" y="162318"/>
                </a:lnTo>
                <a:lnTo>
                  <a:pt x="874509" y="162128"/>
                </a:lnTo>
                <a:lnTo>
                  <a:pt x="886968" y="142544"/>
                </a:lnTo>
                <a:lnTo>
                  <a:pt x="887082" y="141909"/>
                </a:lnTo>
                <a:lnTo>
                  <a:pt x="891540" y="117360"/>
                </a:lnTo>
                <a:close/>
              </a:path>
              <a:path w="1169035" h="230505">
                <a:moveTo>
                  <a:pt x="1037831" y="166116"/>
                </a:moveTo>
                <a:lnTo>
                  <a:pt x="1025639" y="166116"/>
                </a:lnTo>
                <a:lnTo>
                  <a:pt x="1022527" y="163004"/>
                </a:lnTo>
                <a:lnTo>
                  <a:pt x="1022591" y="70104"/>
                </a:lnTo>
                <a:lnTo>
                  <a:pt x="1022591" y="0"/>
                </a:lnTo>
                <a:lnTo>
                  <a:pt x="966203" y="0"/>
                </a:lnTo>
                <a:lnTo>
                  <a:pt x="966203" y="6096"/>
                </a:lnTo>
                <a:lnTo>
                  <a:pt x="982967" y="7620"/>
                </a:lnTo>
                <a:lnTo>
                  <a:pt x="986015" y="9144"/>
                </a:lnTo>
                <a:lnTo>
                  <a:pt x="986015" y="70104"/>
                </a:lnTo>
                <a:lnTo>
                  <a:pt x="986015" y="83820"/>
                </a:lnTo>
                <a:lnTo>
                  <a:pt x="986015" y="149352"/>
                </a:lnTo>
                <a:lnTo>
                  <a:pt x="982967" y="153924"/>
                </a:lnTo>
                <a:lnTo>
                  <a:pt x="973899" y="163004"/>
                </a:lnTo>
                <a:lnTo>
                  <a:pt x="969251" y="166116"/>
                </a:lnTo>
                <a:lnTo>
                  <a:pt x="963155" y="166116"/>
                </a:lnTo>
                <a:lnTo>
                  <a:pt x="954278" y="163004"/>
                </a:lnTo>
                <a:lnTo>
                  <a:pt x="948105" y="153733"/>
                </a:lnTo>
                <a:lnTo>
                  <a:pt x="944511" y="138480"/>
                </a:lnTo>
                <a:lnTo>
                  <a:pt x="943343" y="117348"/>
                </a:lnTo>
                <a:lnTo>
                  <a:pt x="944537" y="95592"/>
                </a:lnTo>
                <a:lnTo>
                  <a:pt x="948296" y="80391"/>
                </a:lnTo>
                <a:lnTo>
                  <a:pt x="954925" y="71488"/>
                </a:lnTo>
                <a:lnTo>
                  <a:pt x="964679" y="68580"/>
                </a:lnTo>
                <a:lnTo>
                  <a:pt x="971232" y="69684"/>
                </a:lnTo>
                <a:lnTo>
                  <a:pt x="977061" y="72771"/>
                </a:lnTo>
                <a:lnTo>
                  <a:pt x="982040" y="77584"/>
                </a:lnTo>
                <a:lnTo>
                  <a:pt x="986015" y="83820"/>
                </a:lnTo>
                <a:lnTo>
                  <a:pt x="986015" y="70104"/>
                </a:lnTo>
                <a:lnTo>
                  <a:pt x="954011" y="53340"/>
                </a:lnTo>
                <a:lnTo>
                  <a:pt x="934821" y="58470"/>
                </a:lnTo>
                <a:lnTo>
                  <a:pt x="919340" y="72580"/>
                </a:lnTo>
                <a:lnTo>
                  <a:pt x="919251" y="72771"/>
                </a:lnTo>
                <a:lnTo>
                  <a:pt x="909015" y="93853"/>
                </a:lnTo>
                <a:lnTo>
                  <a:pt x="905243" y="120396"/>
                </a:lnTo>
                <a:lnTo>
                  <a:pt x="908748" y="143827"/>
                </a:lnTo>
                <a:lnTo>
                  <a:pt x="918387" y="162687"/>
                </a:lnTo>
                <a:lnTo>
                  <a:pt x="932891" y="175260"/>
                </a:lnTo>
                <a:lnTo>
                  <a:pt x="950963" y="179832"/>
                </a:lnTo>
                <a:lnTo>
                  <a:pt x="960513" y="178930"/>
                </a:lnTo>
                <a:lnTo>
                  <a:pt x="969060" y="176022"/>
                </a:lnTo>
                <a:lnTo>
                  <a:pt x="977328" y="170840"/>
                </a:lnTo>
                <a:lnTo>
                  <a:pt x="982611" y="166116"/>
                </a:lnTo>
                <a:lnTo>
                  <a:pt x="986015" y="163093"/>
                </a:lnTo>
                <a:lnTo>
                  <a:pt x="986015" y="179832"/>
                </a:lnTo>
                <a:lnTo>
                  <a:pt x="994283" y="177812"/>
                </a:lnTo>
                <a:lnTo>
                  <a:pt x="1001826" y="176212"/>
                </a:lnTo>
                <a:lnTo>
                  <a:pt x="1010234" y="174904"/>
                </a:lnTo>
                <a:lnTo>
                  <a:pt x="1021067" y="173736"/>
                </a:lnTo>
                <a:lnTo>
                  <a:pt x="1037831" y="172212"/>
                </a:lnTo>
                <a:lnTo>
                  <a:pt x="1037831" y="166116"/>
                </a:lnTo>
                <a:close/>
              </a:path>
              <a:path w="1169035" h="230505">
                <a:moveTo>
                  <a:pt x="1168895" y="56400"/>
                </a:moveTo>
                <a:lnTo>
                  <a:pt x="1129271" y="56400"/>
                </a:lnTo>
                <a:lnTo>
                  <a:pt x="1129271" y="62496"/>
                </a:lnTo>
                <a:lnTo>
                  <a:pt x="1141463" y="62496"/>
                </a:lnTo>
                <a:lnTo>
                  <a:pt x="1144511" y="65544"/>
                </a:lnTo>
                <a:lnTo>
                  <a:pt x="1144511" y="74688"/>
                </a:lnTo>
                <a:lnTo>
                  <a:pt x="1142987" y="76212"/>
                </a:lnTo>
                <a:lnTo>
                  <a:pt x="1141463" y="82308"/>
                </a:lnTo>
                <a:lnTo>
                  <a:pt x="1123175" y="132600"/>
                </a:lnTo>
                <a:lnTo>
                  <a:pt x="1104887" y="85356"/>
                </a:lnTo>
                <a:lnTo>
                  <a:pt x="1098791" y="71640"/>
                </a:lnTo>
                <a:lnTo>
                  <a:pt x="1098791" y="65544"/>
                </a:lnTo>
                <a:lnTo>
                  <a:pt x="1101839" y="64020"/>
                </a:lnTo>
                <a:lnTo>
                  <a:pt x="1109459" y="62496"/>
                </a:lnTo>
                <a:lnTo>
                  <a:pt x="1112507" y="62496"/>
                </a:lnTo>
                <a:lnTo>
                  <a:pt x="1112507" y="56400"/>
                </a:lnTo>
                <a:lnTo>
                  <a:pt x="1046975" y="56400"/>
                </a:lnTo>
                <a:lnTo>
                  <a:pt x="1046975" y="62496"/>
                </a:lnTo>
                <a:lnTo>
                  <a:pt x="1053071" y="64020"/>
                </a:lnTo>
                <a:lnTo>
                  <a:pt x="1054595" y="64020"/>
                </a:lnTo>
                <a:lnTo>
                  <a:pt x="1056119" y="67068"/>
                </a:lnTo>
                <a:lnTo>
                  <a:pt x="1074407" y="103644"/>
                </a:lnTo>
                <a:lnTo>
                  <a:pt x="1104887" y="179844"/>
                </a:lnTo>
                <a:lnTo>
                  <a:pt x="1100315" y="193560"/>
                </a:lnTo>
                <a:lnTo>
                  <a:pt x="1096632" y="202679"/>
                </a:lnTo>
                <a:lnTo>
                  <a:pt x="1092504" y="209372"/>
                </a:lnTo>
                <a:lnTo>
                  <a:pt x="1088237" y="213372"/>
                </a:lnTo>
                <a:lnTo>
                  <a:pt x="1088491" y="213372"/>
                </a:lnTo>
                <a:lnTo>
                  <a:pt x="1083551" y="214896"/>
                </a:lnTo>
                <a:lnTo>
                  <a:pt x="1080503" y="214896"/>
                </a:lnTo>
                <a:lnTo>
                  <a:pt x="1078979" y="213372"/>
                </a:lnTo>
                <a:lnTo>
                  <a:pt x="1078979" y="198132"/>
                </a:lnTo>
                <a:lnTo>
                  <a:pt x="1072883" y="193560"/>
                </a:lnTo>
                <a:lnTo>
                  <a:pt x="1054595" y="193560"/>
                </a:lnTo>
                <a:lnTo>
                  <a:pt x="1046975" y="199656"/>
                </a:lnTo>
                <a:lnTo>
                  <a:pt x="1046975" y="210324"/>
                </a:lnTo>
                <a:lnTo>
                  <a:pt x="1048880" y="217919"/>
                </a:lnTo>
                <a:lnTo>
                  <a:pt x="1054214" y="224231"/>
                </a:lnTo>
                <a:lnTo>
                  <a:pt x="1062405" y="228536"/>
                </a:lnTo>
                <a:lnTo>
                  <a:pt x="1072883" y="230136"/>
                </a:lnTo>
                <a:lnTo>
                  <a:pt x="1082027" y="230136"/>
                </a:lnTo>
                <a:lnTo>
                  <a:pt x="1089647" y="227088"/>
                </a:lnTo>
                <a:lnTo>
                  <a:pt x="1095743" y="220992"/>
                </a:lnTo>
                <a:lnTo>
                  <a:pt x="1099489" y="215658"/>
                </a:lnTo>
                <a:lnTo>
                  <a:pt x="1099934" y="214896"/>
                </a:lnTo>
                <a:lnTo>
                  <a:pt x="1103934" y="208038"/>
                </a:lnTo>
                <a:lnTo>
                  <a:pt x="1109256" y="196989"/>
                </a:lnTo>
                <a:lnTo>
                  <a:pt x="1115555" y="181368"/>
                </a:lnTo>
                <a:lnTo>
                  <a:pt x="1133487" y="132600"/>
                </a:lnTo>
                <a:lnTo>
                  <a:pt x="1153655" y="77736"/>
                </a:lnTo>
                <a:lnTo>
                  <a:pt x="1158227" y="65544"/>
                </a:lnTo>
                <a:lnTo>
                  <a:pt x="1161275" y="64020"/>
                </a:lnTo>
                <a:lnTo>
                  <a:pt x="1168895" y="62496"/>
                </a:lnTo>
                <a:lnTo>
                  <a:pt x="1168895" y="56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3210915" y="1662696"/>
            <a:ext cx="983615" cy="234950"/>
          </a:xfrm>
          <a:custGeom>
            <a:avLst/>
            <a:gdLst/>
            <a:ahLst/>
            <a:cxnLst/>
            <a:rect l="l" t="t" r="r" b="b"/>
            <a:pathLst>
              <a:path w="983614" h="234950">
                <a:moveTo>
                  <a:pt x="176923" y="91440"/>
                </a:moveTo>
                <a:lnTo>
                  <a:pt x="170281" y="55359"/>
                </a:lnTo>
                <a:lnTo>
                  <a:pt x="151206" y="28003"/>
                </a:lnTo>
                <a:lnTo>
                  <a:pt x="132727" y="17399"/>
                </a:lnTo>
                <a:lnTo>
                  <a:pt x="132727" y="96012"/>
                </a:lnTo>
                <a:lnTo>
                  <a:pt x="131660" y="113868"/>
                </a:lnTo>
                <a:lnTo>
                  <a:pt x="119011" y="155448"/>
                </a:lnTo>
                <a:lnTo>
                  <a:pt x="79387" y="173736"/>
                </a:lnTo>
                <a:lnTo>
                  <a:pt x="68719" y="173736"/>
                </a:lnTo>
                <a:lnTo>
                  <a:pt x="64147" y="169164"/>
                </a:lnTo>
                <a:lnTo>
                  <a:pt x="64147" y="16764"/>
                </a:lnTo>
                <a:lnTo>
                  <a:pt x="70243" y="13716"/>
                </a:lnTo>
                <a:lnTo>
                  <a:pt x="80911" y="13716"/>
                </a:lnTo>
                <a:lnTo>
                  <a:pt x="122059" y="41148"/>
                </a:lnTo>
                <a:lnTo>
                  <a:pt x="131927" y="79717"/>
                </a:lnTo>
                <a:lnTo>
                  <a:pt x="132727" y="96012"/>
                </a:lnTo>
                <a:lnTo>
                  <a:pt x="132727" y="17399"/>
                </a:lnTo>
                <a:lnTo>
                  <a:pt x="126339" y="13716"/>
                </a:lnTo>
                <a:lnTo>
                  <a:pt x="120992" y="10642"/>
                </a:lnTo>
                <a:lnTo>
                  <a:pt x="80911" y="4572"/>
                </a:lnTo>
                <a:lnTo>
                  <a:pt x="139" y="4572"/>
                </a:lnTo>
                <a:lnTo>
                  <a:pt x="139" y="10642"/>
                </a:lnTo>
                <a:lnTo>
                  <a:pt x="0" y="10642"/>
                </a:lnTo>
                <a:lnTo>
                  <a:pt x="10795" y="12446"/>
                </a:lnTo>
                <a:lnTo>
                  <a:pt x="17856" y="15811"/>
                </a:lnTo>
                <a:lnTo>
                  <a:pt x="21793" y="21158"/>
                </a:lnTo>
                <a:lnTo>
                  <a:pt x="22999" y="28956"/>
                </a:lnTo>
                <a:lnTo>
                  <a:pt x="22999" y="158496"/>
                </a:lnTo>
                <a:lnTo>
                  <a:pt x="21577" y="165608"/>
                </a:lnTo>
                <a:lnTo>
                  <a:pt x="17284" y="170878"/>
                </a:lnTo>
                <a:lnTo>
                  <a:pt x="10147" y="174129"/>
                </a:lnTo>
                <a:lnTo>
                  <a:pt x="139" y="175260"/>
                </a:lnTo>
                <a:lnTo>
                  <a:pt x="139" y="181356"/>
                </a:lnTo>
                <a:lnTo>
                  <a:pt x="83959" y="181356"/>
                </a:lnTo>
                <a:lnTo>
                  <a:pt x="122275" y="175018"/>
                </a:lnTo>
                <a:lnTo>
                  <a:pt x="124371" y="173736"/>
                </a:lnTo>
                <a:lnTo>
                  <a:pt x="151587" y="156972"/>
                </a:lnTo>
                <a:lnTo>
                  <a:pt x="170332" y="128625"/>
                </a:lnTo>
                <a:lnTo>
                  <a:pt x="176923" y="91440"/>
                </a:lnTo>
                <a:close/>
              </a:path>
              <a:path w="983614" h="234950">
                <a:moveTo>
                  <a:pt x="242455" y="21336"/>
                </a:moveTo>
                <a:lnTo>
                  <a:pt x="240842" y="12852"/>
                </a:lnTo>
                <a:lnTo>
                  <a:pt x="236359" y="6096"/>
                </a:lnTo>
                <a:lnTo>
                  <a:pt x="229603" y="1612"/>
                </a:lnTo>
                <a:lnTo>
                  <a:pt x="221119" y="0"/>
                </a:lnTo>
                <a:lnTo>
                  <a:pt x="213525" y="1612"/>
                </a:lnTo>
                <a:lnTo>
                  <a:pt x="207213" y="6096"/>
                </a:lnTo>
                <a:lnTo>
                  <a:pt x="202907" y="12852"/>
                </a:lnTo>
                <a:lnTo>
                  <a:pt x="201307" y="21336"/>
                </a:lnTo>
                <a:lnTo>
                  <a:pt x="202907" y="28930"/>
                </a:lnTo>
                <a:lnTo>
                  <a:pt x="207213" y="35242"/>
                </a:lnTo>
                <a:lnTo>
                  <a:pt x="213525" y="39547"/>
                </a:lnTo>
                <a:lnTo>
                  <a:pt x="221119" y="41148"/>
                </a:lnTo>
                <a:lnTo>
                  <a:pt x="229603" y="39547"/>
                </a:lnTo>
                <a:lnTo>
                  <a:pt x="236359" y="35242"/>
                </a:lnTo>
                <a:lnTo>
                  <a:pt x="240842" y="28930"/>
                </a:lnTo>
                <a:lnTo>
                  <a:pt x="242455" y="21336"/>
                </a:lnTo>
                <a:close/>
              </a:path>
              <a:path w="983614" h="234950">
                <a:moveTo>
                  <a:pt x="253123" y="175260"/>
                </a:moveTo>
                <a:lnTo>
                  <a:pt x="243979" y="173736"/>
                </a:lnTo>
                <a:lnTo>
                  <a:pt x="240931" y="170688"/>
                </a:lnTo>
                <a:lnTo>
                  <a:pt x="240931" y="60960"/>
                </a:lnTo>
                <a:lnTo>
                  <a:pt x="190639" y="60960"/>
                </a:lnTo>
                <a:lnTo>
                  <a:pt x="190639" y="67056"/>
                </a:lnTo>
                <a:lnTo>
                  <a:pt x="201307" y="70104"/>
                </a:lnTo>
                <a:lnTo>
                  <a:pt x="204355" y="71628"/>
                </a:lnTo>
                <a:lnTo>
                  <a:pt x="204355" y="170688"/>
                </a:lnTo>
                <a:lnTo>
                  <a:pt x="202831" y="172212"/>
                </a:lnTo>
                <a:lnTo>
                  <a:pt x="190639" y="175260"/>
                </a:lnTo>
                <a:lnTo>
                  <a:pt x="190639" y="181356"/>
                </a:lnTo>
                <a:lnTo>
                  <a:pt x="253123" y="181356"/>
                </a:lnTo>
                <a:lnTo>
                  <a:pt x="253123" y="175260"/>
                </a:lnTo>
                <a:close/>
              </a:path>
              <a:path w="983614" h="234950">
                <a:moveTo>
                  <a:pt x="385724" y="169164"/>
                </a:moveTo>
                <a:lnTo>
                  <a:pt x="384708" y="167640"/>
                </a:lnTo>
                <a:lnTo>
                  <a:pt x="382676" y="164592"/>
                </a:lnTo>
                <a:lnTo>
                  <a:pt x="379628" y="167640"/>
                </a:lnTo>
                <a:lnTo>
                  <a:pt x="373532" y="167640"/>
                </a:lnTo>
                <a:lnTo>
                  <a:pt x="372008" y="166116"/>
                </a:lnTo>
                <a:lnTo>
                  <a:pt x="372008" y="117348"/>
                </a:lnTo>
                <a:lnTo>
                  <a:pt x="372008" y="94488"/>
                </a:lnTo>
                <a:lnTo>
                  <a:pt x="369849" y="85344"/>
                </a:lnTo>
                <a:lnTo>
                  <a:pt x="368300" y="79032"/>
                </a:lnTo>
                <a:lnTo>
                  <a:pt x="357911" y="67627"/>
                </a:lnTo>
                <a:lnTo>
                  <a:pt x="353034" y="65532"/>
                </a:lnTo>
                <a:lnTo>
                  <a:pt x="341033" y="60363"/>
                </a:lnTo>
                <a:lnTo>
                  <a:pt x="340715" y="60363"/>
                </a:lnTo>
                <a:lnTo>
                  <a:pt x="318668" y="57912"/>
                </a:lnTo>
                <a:lnTo>
                  <a:pt x="298831" y="60363"/>
                </a:lnTo>
                <a:lnTo>
                  <a:pt x="283425" y="67246"/>
                </a:lnTo>
                <a:lnTo>
                  <a:pt x="273443" y="77838"/>
                </a:lnTo>
                <a:lnTo>
                  <a:pt x="269900" y="91440"/>
                </a:lnTo>
                <a:lnTo>
                  <a:pt x="269900" y="102108"/>
                </a:lnTo>
                <a:lnTo>
                  <a:pt x="275996" y="108204"/>
                </a:lnTo>
                <a:lnTo>
                  <a:pt x="297332" y="108204"/>
                </a:lnTo>
                <a:lnTo>
                  <a:pt x="304952" y="102108"/>
                </a:lnTo>
                <a:lnTo>
                  <a:pt x="304952" y="89916"/>
                </a:lnTo>
                <a:lnTo>
                  <a:pt x="303428" y="85344"/>
                </a:lnTo>
                <a:lnTo>
                  <a:pt x="297116" y="79032"/>
                </a:lnTo>
                <a:lnTo>
                  <a:pt x="297332" y="79032"/>
                </a:lnTo>
                <a:lnTo>
                  <a:pt x="297332" y="70104"/>
                </a:lnTo>
                <a:lnTo>
                  <a:pt x="303428" y="65532"/>
                </a:lnTo>
                <a:lnTo>
                  <a:pt x="312572" y="65532"/>
                </a:lnTo>
                <a:lnTo>
                  <a:pt x="323215" y="66979"/>
                </a:lnTo>
                <a:lnTo>
                  <a:pt x="330288" y="71437"/>
                </a:lnTo>
                <a:lnTo>
                  <a:pt x="334213" y="79032"/>
                </a:lnTo>
                <a:lnTo>
                  <a:pt x="335432" y="89916"/>
                </a:lnTo>
                <a:lnTo>
                  <a:pt x="335432" y="108204"/>
                </a:lnTo>
                <a:lnTo>
                  <a:pt x="335432" y="117348"/>
                </a:lnTo>
                <a:lnTo>
                  <a:pt x="335432" y="155448"/>
                </a:lnTo>
                <a:lnTo>
                  <a:pt x="327812" y="163068"/>
                </a:lnTo>
                <a:lnTo>
                  <a:pt x="323240" y="166116"/>
                </a:lnTo>
                <a:lnTo>
                  <a:pt x="308000" y="166116"/>
                </a:lnTo>
                <a:lnTo>
                  <a:pt x="303428" y="158496"/>
                </a:lnTo>
                <a:lnTo>
                  <a:pt x="303441" y="149250"/>
                </a:lnTo>
                <a:lnTo>
                  <a:pt x="305422" y="138772"/>
                </a:lnTo>
                <a:lnTo>
                  <a:pt x="311429" y="129921"/>
                </a:lnTo>
                <a:lnTo>
                  <a:pt x="321424" y="122770"/>
                </a:lnTo>
                <a:lnTo>
                  <a:pt x="335432" y="117348"/>
                </a:lnTo>
                <a:lnTo>
                  <a:pt x="335432" y="108204"/>
                </a:lnTo>
                <a:lnTo>
                  <a:pt x="290639" y="124269"/>
                </a:lnTo>
                <a:lnTo>
                  <a:pt x="265328" y="156972"/>
                </a:lnTo>
                <a:lnTo>
                  <a:pt x="267474" y="167640"/>
                </a:lnTo>
                <a:lnTo>
                  <a:pt x="268503" y="169164"/>
                </a:lnTo>
                <a:lnTo>
                  <a:pt x="273519" y="176403"/>
                </a:lnTo>
                <a:lnTo>
                  <a:pt x="282676" y="182257"/>
                </a:lnTo>
                <a:lnTo>
                  <a:pt x="294284" y="184404"/>
                </a:lnTo>
                <a:lnTo>
                  <a:pt x="304355" y="183464"/>
                </a:lnTo>
                <a:lnTo>
                  <a:pt x="314286" y="180403"/>
                </a:lnTo>
                <a:lnTo>
                  <a:pt x="324497" y="174752"/>
                </a:lnTo>
                <a:lnTo>
                  <a:pt x="335432" y="166116"/>
                </a:lnTo>
                <a:lnTo>
                  <a:pt x="338328" y="174752"/>
                </a:lnTo>
                <a:lnTo>
                  <a:pt x="342671" y="180403"/>
                </a:lnTo>
                <a:lnTo>
                  <a:pt x="348716" y="183464"/>
                </a:lnTo>
                <a:lnTo>
                  <a:pt x="356768" y="184404"/>
                </a:lnTo>
                <a:lnTo>
                  <a:pt x="365594" y="183464"/>
                </a:lnTo>
                <a:lnTo>
                  <a:pt x="365264" y="183464"/>
                </a:lnTo>
                <a:lnTo>
                  <a:pt x="372389" y="180784"/>
                </a:lnTo>
                <a:lnTo>
                  <a:pt x="379056" y="176034"/>
                </a:lnTo>
                <a:lnTo>
                  <a:pt x="385724" y="169164"/>
                </a:lnTo>
                <a:close/>
              </a:path>
              <a:path w="983614" h="234950">
                <a:moveTo>
                  <a:pt x="516775" y="62471"/>
                </a:moveTo>
                <a:lnTo>
                  <a:pt x="483247" y="62471"/>
                </a:lnTo>
                <a:lnTo>
                  <a:pt x="474853" y="60477"/>
                </a:lnTo>
                <a:lnTo>
                  <a:pt x="471055" y="59753"/>
                </a:lnTo>
                <a:lnTo>
                  <a:pt x="471055" y="100571"/>
                </a:lnTo>
                <a:lnTo>
                  <a:pt x="470966" y="102095"/>
                </a:lnTo>
                <a:lnTo>
                  <a:pt x="470128" y="116103"/>
                </a:lnTo>
                <a:lnTo>
                  <a:pt x="467055" y="126479"/>
                </a:lnTo>
                <a:lnTo>
                  <a:pt x="461416" y="132295"/>
                </a:lnTo>
                <a:lnTo>
                  <a:pt x="452767" y="134099"/>
                </a:lnTo>
                <a:lnTo>
                  <a:pt x="445008" y="132295"/>
                </a:lnTo>
                <a:lnTo>
                  <a:pt x="439813" y="126479"/>
                </a:lnTo>
                <a:lnTo>
                  <a:pt x="436918" y="116103"/>
                </a:lnTo>
                <a:lnTo>
                  <a:pt x="436003" y="100571"/>
                </a:lnTo>
                <a:lnTo>
                  <a:pt x="436918" y="84810"/>
                </a:lnTo>
                <a:lnTo>
                  <a:pt x="471055" y="100571"/>
                </a:lnTo>
                <a:lnTo>
                  <a:pt x="471055" y="59753"/>
                </a:lnTo>
                <a:lnTo>
                  <a:pt x="467436" y="59042"/>
                </a:lnTo>
                <a:lnTo>
                  <a:pt x="460324" y="58191"/>
                </a:lnTo>
                <a:lnTo>
                  <a:pt x="452767" y="57899"/>
                </a:lnTo>
                <a:lnTo>
                  <a:pt x="431584" y="60934"/>
                </a:lnTo>
                <a:lnTo>
                  <a:pt x="414667" y="69519"/>
                </a:lnTo>
                <a:lnTo>
                  <a:pt x="403479" y="82981"/>
                </a:lnTo>
                <a:lnTo>
                  <a:pt x="399427" y="100571"/>
                </a:lnTo>
                <a:lnTo>
                  <a:pt x="399999" y="107175"/>
                </a:lnTo>
                <a:lnTo>
                  <a:pt x="431431" y="138671"/>
                </a:lnTo>
                <a:lnTo>
                  <a:pt x="418312" y="144957"/>
                </a:lnTo>
                <a:lnTo>
                  <a:pt x="408762" y="152387"/>
                </a:lnTo>
                <a:lnTo>
                  <a:pt x="402932" y="160959"/>
                </a:lnTo>
                <a:lnTo>
                  <a:pt x="402856" y="161340"/>
                </a:lnTo>
                <a:lnTo>
                  <a:pt x="400951" y="170675"/>
                </a:lnTo>
                <a:lnTo>
                  <a:pt x="401929" y="177660"/>
                </a:lnTo>
                <a:lnTo>
                  <a:pt x="405333" y="183057"/>
                </a:lnTo>
                <a:lnTo>
                  <a:pt x="411886" y="187617"/>
                </a:lnTo>
                <a:lnTo>
                  <a:pt x="422287" y="192011"/>
                </a:lnTo>
                <a:lnTo>
                  <a:pt x="411416" y="194259"/>
                </a:lnTo>
                <a:lnTo>
                  <a:pt x="403809" y="198488"/>
                </a:lnTo>
                <a:lnTo>
                  <a:pt x="399364" y="204444"/>
                </a:lnTo>
                <a:lnTo>
                  <a:pt x="397903" y="211823"/>
                </a:lnTo>
                <a:lnTo>
                  <a:pt x="401510" y="221830"/>
                </a:lnTo>
                <a:lnTo>
                  <a:pt x="411810" y="228968"/>
                </a:lnTo>
                <a:lnTo>
                  <a:pt x="428129" y="233260"/>
                </a:lnTo>
                <a:lnTo>
                  <a:pt x="449719" y="234683"/>
                </a:lnTo>
                <a:lnTo>
                  <a:pt x="478205" y="232384"/>
                </a:lnTo>
                <a:lnTo>
                  <a:pt x="494118" y="227063"/>
                </a:lnTo>
                <a:lnTo>
                  <a:pt x="499249" y="225348"/>
                </a:lnTo>
                <a:lnTo>
                  <a:pt x="512305" y="213474"/>
                </a:lnTo>
                <a:lnTo>
                  <a:pt x="516775" y="196583"/>
                </a:lnTo>
                <a:lnTo>
                  <a:pt x="516458" y="195059"/>
                </a:lnTo>
                <a:lnTo>
                  <a:pt x="513727" y="182346"/>
                </a:lnTo>
                <a:lnTo>
                  <a:pt x="504964" y="171818"/>
                </a:lnTo>
                <a:lnTo>
                  <a:pt x="495439" y="167360"/>
                </a:lnTo>
                <a:lnTo>
                  <a:pt x="495439" y="199631"/>
                </a:lnTo>
                <a:lnTo>
                  <a:pt x="495439" y="208775"/>
                </a:lnTo>
                <a:lnTo>
                  <a:pt x="492899" y="216776"/>
                </a:lnTo>
                <a:lnTo>
                  <a:pt x="485343" y="222491"/>
                </a:lnTo>
                <a:lnTo>
                  <a:pt x="472948" y="225920"/>
                </a:lnTo>
                <a:lnTo>
                  <a:pt x="455815" y="227063"/>
                </a:lnTo>
                <a:lnTo>
                  <a:pt x="440385" y="225920"/>
                </a:lnTo>
                <a:lnTo>
                  <a:pt x="440626" y="225920"/>
                </a:lnTo>
                <a:lnTo>
                  <a:pt x="429717" y="222681"/>
                </a:lnTo>
                <a:lnTo>
                  <a:pt x="423037" y="217424"/>
                </a:lnTo>
                <a:lnTo>
                  <a:pt x="420763" y="210299"/>
                </a:lnTo>
                <a:lnTo>
                  <a:pt x="420763" y="204203"/>
                </a:lnTo>
                <a:lnTo>
                  <a:pt x="422287" y="201155"/>
                </a:lnTo>
                <a:lnTo>
                  <a:pt x="429907" y="195059"/>
                </a:lnTo>
                <a:lnTo>
                  <a:pt x="489343" y="195059"/>
                </a:lnTo>
                <a:lnTo>
                  <a:pt x="495439" y="199631"/>
                </a:lnTo>
                <a:lnTo>
                  <a:pt x="495439" y="167360"/>
                </a:lnTo>
                <a:lnTo>
                  <a:pt x="491058" y="165303"/>
                </a:lnTo>
                <a:lnTo>
                  <a:pt x="472579" y="163055"/>
                </a:lnTo>
                <a:lnTo>
                  <a:pt x="455815" y="163055"/>
                </a:lnTo>
                <a:lnTo>
                  <a:pt x="442772" y="162699"/>
                </a:lnTo>
                <a:lnTo>
                  <a:pt x="434860" y="161340"/>
                </a:lnTo>
                <a:lnTo>
                  <a:pt x="430961" y="158559"/>
                </a:lnTo>
                <a:lnTo>
                  <a:pt x="429907" y="153911"/>
                </a:lnTo>
                <a:lnTo>
                  <a:pt x="429907" y="146291"/>
                </a:lnTo>
                <a:lnTo>
                  <a:pt x="437527" y="140195"/>
                </a:lnTo>
                <a:lnTo>
                  <a:pt x="458863" y="140195"/>
                </a:lnTo>
                <a:lnTo>
                  <a:pt x="467245" y="139915"/>
                </a:lnTo>
                <a:lnTo>
                  <a:pt x="501535" y="121716"/>
                </a:lnTo>
                <a:lnTo>
                  <a:pt x="506107" y="102095"/>
                </a:lnTo>
                <a:lnTo>
                  <a:pt x="505993" y="100571"/>
                </a:lnTo>
                <a:lnTo>
                  <a:pt x="505523" y="94627"/>
                </a:lnTo>
                <a:lnTo>
                  <a:pt x="503631" y="87998"/>
                </a:lnTo>
                <a:lnTo>
                  <a:pt x="500329" y="81953"/>
                </a:lnTo>
                <a:lnTo>
                  <a:pt x="495439" y="76187"/>
                </a:lnTo>
                <a:lnTo>
                  <a:pt x="516775" y="76187"/>
                </a:lnTo>
                <a:lnTo>
                  <a:pt x="516775" y="65519"/>
                </a:lnTo>
                <a:lnTo>
                  <a:pt x="516775" y="62471"/>
                </a:lnTo>
                <a:close/>
              </a:path>
              <a:path w="983614" h="234950">
                <a:moveTo>
                  <a:pt x="634123" y="79248"/>
                </a:moveTo>
                <a:lnTo>
                  <a:pt x="632726" y="70764"/>
                </a:lnTo>
                <a:lnTo>
                  <a:pt x="628599" y="64008"/>
                </a:lnTo>
                <a:lnTo>
                  <a:pt x="621919" y="59524"/>
                </a:lnTo>
                <a:lnTo>
                  <a:pt x="612787" y="57912"/>
                </a:lnTo>
                <a:lnTo>
                  <a:pt x="603885" y="59359"/>
                </a:lnTo>
                <a:lnTo>
                  <a:pt x="595261" y="63817"/>
                </a:lnTo>
                <a:lnTo>
                  <a:pt x="586651" y="71412"/>
                </a:lnTo>
                <a:lnTo>
                  <a:pt x="577735" y="82296"/>
                </a:lnTo>
                <a:lnTo>
                  <a:pt x="577735" y="60960"/>
                </a:lnTo>
                <a:lnTo>
                  <a:pt x="528967" y="60960"/>
                </a:lnTo>
                <a:lnTo>
                  <a:pt x="528967" y="67056"/>
                </a:lnTo>
                <a:lnTo>
                  <a:pt x="539635" y="68580"/>
                </a:lnTo>
                <a:lnTo>
                  <a:pt x="542683" y="71628"/>
                </a:lnTo>
                <a:lnTo>
                  <a:pt x="542683" y="170688"/>
                </a:lnTo>
                <a:lnTo>
                  <a:pt x="539635" y="173736"/>
                </a:lnTo>
                <a:lnTo>
                  <a:pt x="528967" y="175260"/>
                </a:lnTo>
                <a:lnTo>
                  <a:pt x="528967" y="181356"/>
                </a:lnTo>
                <a:lnTo>
                  <a:pt x="597547" y="181356"/>
                </a:lnTo>
                <a:lnTo>
                  <a:pt x="597547" y="175260"/>
                </a:lnTo>
                <a:lnTo>
                  <a:pt x="588264" y="174307"/>
                </a:lnTo>
                <a:lnTo>
                  <a:pt x="582688" y="171069"/>
                </a:lnTo>
                <a:lnTo>
                  <a:pt x="579983" y="164973"/>
                </a:lnTo>
                <a:lnTo>
                  <a:pt x="579259" y="155448"/>
                </a:lnTo>
                <a:lnTo>
                  <a:pt x="579259" y="105156"/>
                </a:lnTo>
                <a:lnTo>
                  <a:pt x="580580" y="95554"/>
                </a:lnTo>
                <a:lnTo>
                  <a:pt x="584022" y="87820"/>
                </a:lnTo>
                <a:lnTo>
                  <a:pt x="588911" y="82651"/>
                </a:lnTo>
                <a:lnTo>
                  <a:pt x="594499" y="80772"/>
                </a:lnTo>
                <a:lnTo>
                  <a:pt x="597547" y="80772"/>
                </a:lnTo>
                <a:lnTo>
                  <a:pt x="599071" y="82296"/>
                </a:lnTo>
                <a:lnTo>
                  <a:pt x="602119" y="86868"/>
                </a:lnTo>
                <a:lnTo>
                  <a:pt x="606691" y="94488"/>
                </a:lnTo>
                <a:lnTo>
                  <a:pt x="611263" y="96012"/>
                </a:lnTo>
                <a:lnTo>
                  <a:pt x="628027" y="96012"/>
                </a:lnTo>
                <a:lnTo>
                  <a:pt x="634123" y="88392"/>
                </a:lnTo>
                <a:lnTo>
                  <a:pt x="634123" y="79248"/>
                </a:lnTo>
                <a:close/>
              </a:path>
              <a:path w="983614" h="234950">
                <a:moveTo>
                  <a:pt x="765200" y="169164"/>
                </a:moveTo>
                <a:lnTo>
                  <a:pt x="763676" y="167640"/>
                </a:lnTo>
                <a:lnTo>
                  <a:pt x="760628" y="164592"/>
                </a:lnTo>
                <a:lnTo>
                  <a:pt x="759104" y="167640"/>
                </a:lnTo>
                <a:lnTo>
                  <a:pt x="751484" y="167640"/>
                </a:lnTo>
                <a:lnTo>
                  <a:pt x="749960" y="166116"/>
                </a:lnTo>
                <a:lnTo>
                  <a:pt x="749960" y="117348"/>
                </a:lnTo>
                <a:lnTo>
                  <a:pt x="749960" y="94488"/>
                </a:lnTo>
                <a:lnTo>
                  <a:pt x="747102" y="82296"/>
                </a:lnTo>
                <a:lnTo>
                  <a:pt x="746277" y="79032"/>
                </a:lnTo>
                <a:lnTo>
                  <a:pt x="736053" y="67627"/>
                </a:lnTo>
                <a:lnTo>
                  <a:pt x="731304" y="65532"/>
                </a:lnTo>
                <a:lnTo>
                  <a:pt x="719632" y="60363"/>
                </a:lnTo>
                <a:lnTo>
                  <a:pt x="719328" y="60363"/>
                </a:lnTo>
                <a:lnTo>
                  <a:pt x="698144" y="57912"/>
                </a:lnTo>
                <a:lnTo>
                  <a:pt x="678307" y="60363"/>
                </a:lnTo>
                <a:lnTo>
                  <a:pt x="662901" y="67246"/>
                </a:lnTo>
                <a:lnTo>
                  <a:pt x="653034" y="77724"/>
                </a:lnTo>
                <a:lnTo>
                  <a:pt x="652602" y="79032"/>
                </a:lnTo>
                <a:lnTo>
                  <a:pt x="649376" y="91440"/>
                </a:lnTo>
                <a:lnTo>
                  <a:pt x="649376" y="102108"/>
                </a:lnTo>
                <a:lnTo>
                  <a:pt x="655472" y="108204"/>
                </a:lnTo>
                <a:lnTo>
                  <a:pt x="676808" y="108204"/>
                </a:lnTo>
                <a:lnTo>
                  <a:pt x="682904" y="102108"/>
                </a:lnTo>
                <a:lnTo>
                  <a:pt x="682904" y="85344"/>
                </a:lnTo>
                <a:lnTo>
                  <a:pt x="678332" y="82296"/>
                </a:lnTo>
                <a:lnTo>
                  <a:pt x="676592" y="79032"/>
                </a:lnTo>
                <a:lnTo>
                  <a:pt x="675284" y="77724"/>
                </a:lnTo>
                <a:lnTo>
                  <a:pt x="675284" y="70104"/>
                </a:lnTo>
                <a:lnTo>
                  <a:pt x="682904" y="65532"/>
                </a:lnTo>
                <a:lnTo>
                  <a:pt x="692048" y="65532"/>
                </a:lnTo>
                <a:lnTo>
                  <a:pt x="702043" y="66979"/>
                </a:lnTo>
                <a:lnTo>
                  <a:pt x="709193" y="71437"/>
                </a:lnTo>
                <a:lnTo>
                  <a:pt x="713473" y="79032"/>
                </a:lnTo>
                <a:lnTo>
                  <a:pt x="714908" y="89916"/>
                </a:lnTo>
                <a:lnTo>
                  <a:pt x="714908" y="108204"/>
                </a:lnTo>
                <a:lnTo>
                  <a:pt x="713384" y="108661"/>
                </a:lnTo>
                <a:lnTo>
                  <a:pt x="713384" y="117348"/>
                </a:lnTo>
                <a:lnTo>
                  <a:pt x="713384" y="155448"/>
                </a:lnTo>
                <a:lnTo>
                  <a:pt x="707288" y="163068"/>
                </a:lnTo>
                <a:lnTo>
                  <a:pt x="701192" y="166116"/>
                </a:lnTo>
                <a:lnTo>
                  <a:pt x="687476" y="166116"/>
                </a:lnTo>
                <a:lnTo>
                  <a:pt x="681380" y="158496"/>
                </a:lnTo>
                <a:lnTo>
                  <a:pt x="681393" y="149250"/>
                </a:lnTo>
                <a:lnTo>
                  <a:pt x="683590" y="138772"/>
                </a:lnTo>
                <a:lnTo>
                  <a:pt x="689952" y="129921"/>
                </a:lnTo>
                <a:lnTo>
                  <a:pt x="700024" y="122770"/>
                </a:lnTo>
                <a:lnTo>
                  <a:pt x="713384" y="117348"/>
                </a:lnTo>
                <a:lnTo>
                  <a:pt x="713384" y="108661"/>
                </a:lnTo>
                <a:lnTo>
                  <a:pt x="669251" y="124269"/>
                </a:lnTo>
                <a:lnTo>
                  <a:pt x="643280" y="156972"/>
                </a:lnTo>
                <a:lnTo>
                  <a:pt x="645426" y="167640"/>
                </a:lnTo>
                <a:lnTo>
                  <a:pt x="646455" y="169164"/>
                </a:lnTo>
                <a:lnTo>
                  <a:pt x="651471" y="176403"/>
                </a:lnTo>
                <a:lnTo>
                  <a:pt x="660628" y="182257"/>
                </a:lnTo>
                <a:lnTo>
                  <a:pt x="672236" y="184404"/>
                </a:lnTo>
                <a:lnTo>
                  <a:pt x="683183" y="183464"/>
                </a:lnTo>
                <a:lnTo>
                  <a:pt x="693572" y="180403"/>
                </a:lnTo>
                <a:lnTo>
                  <a:pt x="703948" y="174752"/>
                </a:lnTo>
                <a:lnTo>
                  <a:pt x="714908" y="166116"/>
                </a:lnTo>
                <a:lnTo>
                  <a:pt x="717588" y="174752"/>
                </a:lnTo>
                <a:lnTo>
                  <a:pt x="721575" y="180403"/>
                </a:lnTo>
                <a:lnTo>
                  <a:pt x="727544" y="183464"/>
                </a:lnTo>
                <a:lnTo>
                  <a:pt x="736244" y="184404"/>
                </a:lnTo>
                <a:lnTo>
                  <a:pt x="744397" y="183464"/>
                </a:lnTo>
                <a:lnTo>
                  <a:pt x="744105" y="183464"/>
                </a:lnTo>
                <a:lnTo>
                  <a:pt x="751293" y="180784"/>
                </a:lnTo>
                <a:lnTo>
                  <a:pt x="758317" y="176034"/>
                </a:lnTo>
                <a:lnTo>
                  <a:pt x="765200" y="169164"/>
                </a:lnTo>
                <a:close/>
              </a:path>
              <a:path w="983614" h="234950">
                <a:moveTo>
                  <a:pt x="983132" y="175260"/>
                </a:moveTo>
                <a:lnTo>
                  <a:pt x="972464" y="175260"/>
                </a:lnTo>
                <a:lnTo>
                  <a:pt x="969416" y="172212"/>
                </a:lnTo>
                <a:lnTo>
                  <a:pt x="969416" y="96012"/>
                </a:lnTo>
                <a:lnTo>
                  <a:pt x="966939" y="80403"/>
                </a:lnTo>
                <a:lnTo>
                  <a:pt x="959891" y="68389"/>
                </a:lnTo>
                <a:lnTo>
                  <a:pt x="948842" y="60642"/>
                </a:lnTo>
                <a:lnTo>
                  <a:pt x="934364" y="57912"/>
                </a:lnTo>
                <a:lnTo>
                  <a:pt x="923899" y="59118"/>
                </a:lnTo>
                <a:lnTo>
                  <a:pt x="914742" y="63055"/>
                </a:lnTo>
                <a:lnTo>
                  <a:pt x="905852" y="70116"/>
                </a:lnTo>
                <a:lnTo>
                  <a:pt x="896264" y="80772"/>
                </a:lnTo>
                <a:lnTo>
                  <a:pt x="889304" y="70116"/>
                </a:lnTo>
                <a:lnTo>
                  <a:pt x="881786" y="63055"/>
                </a:lnTo>
                <a:lnTo>
                  <a:pt x="873112" y="59118"/>
                </a:lnTo>
                <a:lnTo>
                  <a:pt x="862736" y="57912"/>
                </a:lnTo>
                <a:lnTo>
                  <a:pt x="850963" y="59334"/>
                </a:lnTo>
                <a:lnTo>
                  <a:pt x="840638" y="63627"/>
                </a:lnTo>
                <a:lnTo>
                  <a:pt x="831443" y="70764"/>
                </a:lnTo>
                <a:lnTo>
                  <a:pt x="823112" y="80772"/>
                </a:lnTo>
                <a:lnTo>
                  <a:pt x="823112" y="60960"/>
                </a:lnTo>
                <a:lnTo>
                  <a:pt x="772820" y="60960"/>
                </a:lnTo>
                <a:lnTo>
                  <a:pt x="772820" y="67056"/>
                </a:lnTo>
                <a:lnTo>
                  <a:pt x="785012" y="68580"/>
                </a:lnTo>
                <a:lnTo>
                  <a:pt x="788060" y="71628"/>
                </a:lnTo>
                <a:lnTo>
                  <a:pt x="788060" y="170688"/>
                </a:lnTo>
                <a:lnTo>
                  <a:pt x="785012" y="173736"/>
                </a:lnTo>
                <a:lnTo>
                  <a:pt x="772820" y="175260"/>
                </a:lnTo>
                <a:lnTo>
                  <a:pt x="772820" y="181356"/>
                </a:lnTo>
                <a:lnTo>
                  <a:pt x="835304" y="181356"/>
                </a:lnTo>
                <a:lnTo>
                  <a:pt x="835304" y="175260"/>
                </a:lnTo>
                <a:lnTo>
                  <a:pt x="826160" y="173736"/>
                </a:lnTo>
                <a:lnTo>
                  <a:pt x="823112" y="170688"/>
                </a:lnTo>
                <a:lnTo>
                  <a:pt x="823112" y="88392"/>
                </a:lnTo>
                <a:lnTo>
                  <a:pt x="830732" y="80772"/>
                </a:lnTo>
                <a:lnTo>
                  <a:pt x="836828" y="77724"/>
                </a:lnTo>
                <a:lnTo>
                  <a:pt x="841400" y="76200"/>
                </a:lnTo>
                <a:lnTo>
                  <a:pt x="845972" y="76200"/>
                </a:lnTo>
                <a:lnTo>
                  <a:pt x="852843" y="77381"/>
                </a:lnTo>
                <a:lnTo>
                  <a:pt x="857592" y="81153"/>
                </a:lnTo>
                <a:lnTo>
                  <a:pt x="860323" y="87769"/>
                </a:lnTo>
                <a:lnTo>
                  <a:pt x="861212" y="97536"/>
                </a:lnTo>
                <a:lnTo>
                  <a:pt x="861212" y="172212"/>
                </a:lnTo>
                <a:lnTo>
                  <a:pt x="858164" y="175260"/>
                </a:lnTo>
                <a:lnTo>
                  <a:pt x="847496" y="175260"/>
                </a:lnTo>
                <a:lnTo>
                  <a:pt x="847496" y="181356"/>
                </a:lnTo>
                <a:lnTo>
                  <a:pt x="909980" y="181356"/>
                </a:lnTo>
                <a:lnTo>
                  <a:pt x="909980" y="175260"/>
                </a:lnTo>
                <a:lnTo>
                  <a:pt x="900836" y="175260"/>
                </a:lnTo>
                <a:lnTo>
                  <a:pt x="896264" y="170688"/>
                </a:lnTo>
                <a:lnTo>
                  <a:pt x="896264" y="89916"/>
                </a:lnTo>
                <a:lnTo>
                  <a:pt x="903884" y="82296"/>
                </a:lnTo>
                <a:lnTo>
                  <a:pt x="909980" y="77724"/>
                </a:lnTo>
                <a:lnTo>
                  <a:pt x="914552" y="76200"/>
                </a:lnTo>
                <a:lnTo>
                  <a:pt x="919124" y="76200"/>
                </a:lnTo>
                <a:lnTo>
                  <a:pt x="925995" y="77381"/>
                </a:lnTo>
                <a:lnTo>
                  <a:pt x="930744" y="81153"/>
                </a:lnTo>
                <a:lnTo>
                  <a:pt x="933475" y="87769"/>
                </a:lnTo>
                <a:lnTo>
                  <a:pt x="934364" y="97536"/>
                </a:lnTo>
                <a:lnTo>
                  <a:pt x="934364" y="172212"/>
                </a:lnTo>
                <a:lnTo>
                  <a:pt x="931316" y="175260"/>
                </a:lnTo>
                <a:lnTo>
                  <a:pt x="920648" y="175260"/>
                </a:lnTo>
                <a:lnTo>
                  <a:pt x="920648" y="181356"/>
                </a:lnTo>
                <a:lnTo>
                  <a:pt x="983132" y="181356"/>
                </a:lnTo>
                <a:lnTo>
                  <a:pt x="983132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274820" y="1664207"/>
            <a:ext cx="1198245" cy="227329"/>
          </a:xfrm>
          <a:custGeom>
            <a:avLst/>
            <a:gdLst/>
            <a:ahLst/>
            <a:cxnLst/>
            <a:rect l="l" t="t" r="r" b="b"/>
            <a:pathLst>
              <a:path w="1198245" h="227330">
                <a:moveTo>
                  <a:pt x="187452" y="105156"/>
                </a:moveTo>
                <a:lnTo>
                  <a:pt x="97536" y="105156"/>
                </a:lnTo>
                <a:lnTo>
                  <a:pt x="97536" y="111252"/>
                </a:lnTo>
                <a:lnTo>
                  <a:pt x="110578" y="112826"/>
                </a:lnTo>
                <a:lnTo>
                  <a:pt x="118491" y="115824"/>
                </a:lnTo>
                <a:lnTo>
                  <a:pt x="123444" y="156972"/>
                </a:lnTo>
                <a:lnTo>
                  <a:pt x="99060" y="176784"/>
                </a:lnTo>
                <a:lnTo>
                  <a:pt x="87553" y="175666"/>
                </a:lnTo>
                <a:lnTo>
                  <a:pt x="54711" y="147408"/>
                </a:lnTo>
                <a:lnTo>
                  <a:pt x="45720" y="92964"/>
                </a:lnTo>
                <a:lnTo>
                  <a:pt x="48806" y="56730"/>
                </a:lnTo>
                <a:lnTo>
                  <a:pt x="57912" y="30480"/>
                </a:lnTo>
                <a:lnTo>
                  <a:pt x="72720" y="14528"/>
                </a:lnTo>
                <a:lnTo>
                  <a:pt x="92964" y="9144"/>
                </a:lnTo>
                <a:lnTo>
                  <a:pt x="102082" y="10007"/>
                </a:lnTo>
                <a:lnTo>
                  <a:pt x="135940" y="30772"/>
                </a:lnTo>
                <a:lnTo>
                  <a:pt x="155448" y="62484"/>
                </a:lnTo>
                <a:lnTo>
                  <a:pt x="161544" y="62484"/>
                </a:lnTo>
                <a:lnTo>
                  <a:pt x="161544" y="1524"/>
                </a:lnTo>
                <a:lnTo>
                  <a:pt x="153924" y="1524"/>
                </a:lnTo>
                <a:lnTo>
                  <a:pt x="150876" y="10668"/>
                </a:lnTo>
                <a:lnTo>
                  <a:pt x="147828" y="13716"/>
                </a:lnTo>
                <a:lnTo>
                  <a:pt x="140208" y="13716"/>
                </a:lnTo>
                <a:lnTo>
                  <a:pt x="135636" y="12192"/>
                </a:lnTo>
                <a:lnTo>
                  <a:pt x="131064" y="9144"/>
                </a:lnTo>
                <a:lnTo>
                  <a:pt x="119913" y="5143"/>
                </a:lnTo>
                <a:lnTo>
                  <a:pt x="109347" y="2286"/>
                </a:lnTo>
                <a:lnTo>
                  <a:pt x="99339" y="571"/>
                </a:lnTo>
                <a:lnTo>
                  <a:pt x="89916" y="0"/>
                </a:lnTo>
                <a:lnTo>
                  <a:pt x="54000" y="7264"/>
                </a:lnTo>
                <a:lnTo>
                  <a:pt x="25527" y="27241"/>
                </a:lnTo>
                <a:lnTo>
                  <a:pt x="6756" y="57226"/>
                </a:lnTo>
                <a:lnTo>
                  <a:pt x="0" y="94488"/>
                </a:lnTo>
                <a:lnTo>
                  <a:pt x="6781" y="131051"/>
                </a:lnTo>
                <a:lnTo>
                  <a:pt x="25717" y="159448"/>
                </a:lnTo>
                <a:lnTo>
                  <a:pt x="54648" y="177863"/>
                </a:lnTo>
                <a:lnTo>
                  <a:pt x="91440" y="184404"/>
                </a:lnTo>
                <a:lnTo>
                  <a:pt x="112077" y="183311"/>
                </a:lnTo>
                <a:lnTo>
                  <a:pt x="132016" y="180213"/>
                </a:lnTo>
                <a:lnTo>
                  <a:pt x="149936" y="175412"/>
                </a:lnTo>
                <a:lnTo>
                  <a:pt x="164592" y="169164"/>
                </a:lnTo>
                <a:lnTo>
                  <a:pt x="164592" y="135636"/>
                </a:lnTo>
                <a:lnTo>
                  <a:pt x="165366" y="124548"/>
                </a:lnTo>
                <a:lnTo>
                  <a:pt x="168592" y="117729"/>
                </a:lnTo>
                <a:lnTo>
                  <a:pt x="175514" y="113779"/>
                </a:lnTo>
                <a:lnTo>
                  <a:pt x="187452" y="111252"/>
                </a:lnTo>
                <a:lnTo>
                  <a:pt x="187452" y="105156"/>
                </a:lnTo>
                <a:close/>
              </a:path>
              <a:path w="1198245" h="227330">
                <a:moveTo>
                  <a:pt x="304787" y="150876"/>
                </a:moveTo>
                <a:lnTo>
                  <a:pt x="298691" y="147828"/>
                </a:lnTo>
                <a:lnTo>
                  <a:pt x="291147" y="155600"/>
                </a:lnTo>
                <a:lnTo>
                  <a:pt x="284022" y="160782"/>
                </a:lnTo>
                <a:lnTo>
                  <a:pt x="276618" y="163690"/>
                </a:lnTo>
                <a:lnTo>
                  <a:pt x="268211" y="164592"/>
                </a:lnTo>
                <a:lnTo>
                  <a:pt x="261277" y="163690"/>
                </a:lnTo>
                <a:lnTo>
                  <a:pt x="261531" y="163690"/>
                </a:lnTo>
                <a:lnTo>
                  <a:pt x="255638" y="161163"/>
                </a:lnTo>
                <a:lnTo>
                  <a:pt x="237731" y="115824"/>
                </a:lnTo>
                <a:lnTo>
                  <a:pt x="303263" y="115824"/>
                </a:lnTo>
                <a:lnTo>
                  <a:pt x="302158" y="105156"/>
                </a:lnTo>
                <a:lnTo>
                  <a:pt x="283006" y="65392"/>
                </a:lnTo>
                <a:lnTo>
                  <a:pt x="271259" y="59410"/>
                </a:lnTo>
                <a:lnTo>
                  <a:pt x="271259" y="105156"/>
                </a:lnTo>
                <a:lnTo>
                  <a:pt x="236207" y="105156"/>
                </a:lnTo>
                <a:lnTo>
                  <a:pt x="237350" y="85877"/>
                </a:lnTo>
                <a:lnTo>
                  <a:pt x="237401" y="85725"/>
                </a:lnTo>
                <a:lnTo>
                  <a:pt x="240779" y="73152"/>
                </a:lnTo>
                <a:lnTo>
                  <a:pt x="246494" y="66154"/>
                </a:lnTo>
                <a:lnTo>
                  <a:pt x="254495" y="64008"/>
                </a:lnTo>
                <a:lnTo>
                  <a:pt x="262115" y="64008"/>
                </a:lnTo>
                <a:lnTo>
                  <a:pt x="266687" y="68580"/>
                </a:lnTo>
                <a:lnTo>
                  <a:pt x="268211" y="76200"/>
                </a:lnTo>
                <a:lnTo>
                  <a:pt x="269341" y="80251"/>
                </a:lnTo>
                <a:lnTo>
                  <a:pt x="270332" y="85877"/>
                </a:lnTo>
                <a:lnTo>
                  <a:pt x="271005" y="92925"/>
                </a:lnTo>
                <a:lnTo>
                  <a:pt x="271043" y="94322"/>
                </a:lnTo>
                <a:lnTo>
                  <a:pt x="271246" y="101422"/>
                </a:lnTo>
                <a:lnTo>
                  <a:pt x="271259" y="105156"/>
                </a:lnTo>
                <a:lnTo>
                  <a:pt x="271259" y="59410"/>
                </a:lnTo>
                <a:lnTo>
                  <a:pt x="265341" y="57492"/>
                </a:lnTo>
                <a:lnTo>
                  <a:pt x="254495" y="56388"/>
                </a:lnTo>
                <a:lnTo>
                  <a:pt x="231787" y="61036"/>
                </a:lnTo>
                <a:lnTo>
                  <a:pt x="214490" y="74104"/>
                </a:lnTo>
                <a:lnTo>
                  <a:pt x="203492" y="94322"/>
                </a:lnTo>
                <a:lnTo>
                  <a:pt x="199631" y="120396"/>
                </a:lnTo>
                <a:lnTo>
                  <a:pt x="203466" y="146240"/>
                </a:lnTo>
                <a:lnTo>
                  <a:pt x="214299" y="165925"/>
                </a:lnTo>
                <a:lnTo>
                  <a:pt x="231140" y="178485"/>
                </a:lnTo>
                <a:lnTo>
                  <a:pt x="252971" y="182880"/>
                </a:lnTo>
                <a:lnTo>
                  <a:pt x="267716" y="181317"/>
                </a:lnTo>
                <a:lnTo>
                  <a:pt x="280593" y="176022"/>
                </a:lnTo>
                <a:lnTo>
                  <a:pt x="292620" y="166166"/>
                </a:lnTo>
                <a:lnTo>
                  <a:pt x="293878" y="164592"/>
                </a:lnTo>
                <a:lnTo>
                  <a:pt x="304787" y="150876"/>
                </a:lnTo>
                <a:close/>
              </a:path>
              <a:path w="1198245" h="227330">
                <a:moveTo>
                  <a:pt x="451104" y="173748"/>
                </a:moveTo>
                <a:lnTo>
                  <a:pt x="440436" y="173748"/>
                </a:lnTo>
                <a:lnTo>
                  <a:pt x="437388" y="170700"/>
                </a:lnTo>
                <a:lnTo>
                  <a:pt x="437388" y="94500"/>
                </a:lnTo>
                <a:lnTo>
                  <a:pt x="434911" y="78892"/>
                </a:lnTo>
                <a:lnTo>
                  <a:pt x="432435" y="74688"/>
                </a:lnTo>
                <a:lnTo>
                  <a:pt x="427863" y="66878"/>
                </a:lnTo>
                <a:lnTo>
                  <a:pt x="416814" y="59131"/>
                </a:lnTo>
                <a:lnTo>
                  <a:pt x="402336" y="56400"/>
                </a:lnTo>
                <a:lnTo>
                  <a:pt x="391477" y="57823"/>
                </a:lnTo>
                <a:lnTo>
                  <a:pt x="381762" y="62115"/>
                </a:lnTo>
                <a:lnTo>
                  <a:pt x="373189" y="69253"/>
                </a:lnTo>
                <a:lnTo>
                  <a:pt x="365760" y="79260"/>
                </a:lnTo>
                <a:lnTo>
                  <a:pt x="365760" y="59448"/>
                </a:lnTo>
                <a:lnTo>
                  <a:pt x="315468" y="59448"/>
                </a:lnTo>
                <a:lnTo>
                  <a:pt x="315468" y="65544"/>
                </a:lnTo>
                <a:lnTo>
                  <a:pt x="327660" y="67068"/>
                </a:lnTo>
                <a:lnTo>
                  <a:pt x="329184" y="70116"/>
                </a:lnTo>
                <a:lnTo>
                  <a:pt x="329184" y="169176"/>
                </a:lnTo>
                <a:lnTo>
                  <a:pt x="327660" y="172224"/>
                </a:lnTo>
                <a:lnTo>
                  <a:pt x="315468" y="173748"/>
                </a:lnTo>
                <a:lnTo>
                  <a:pt x="315468" y="179844"/>
                </a:lnTo>
                <a:lnTo>
                  <a:pt x="379476" y="179844"/>
                </a:lnTo>
                <a:lnTo>
                  <a:pt x="379476" y="173748"/>
                </a:lnTo>
                <a:lnTo>
                  <a:pt x="368808" y="172224"/>
                </a:lnTo>
                <a:lnTo>
                  <a:pt x="365760" y="169176"/>
                </a:lnTo>
                <a:lnTo>
                  <a:pt x="365760" y="88404"/>
                </a:lnTo>
                <a:lnTo>
                  <a:pt x="367284" y="85356"/>
                </a:lnTo>
                <a:lnTo>
                  <a:pt x="370332" y="82308"/>
                </a:lnTo>
                <a:lnTo>
                  <a:pt x="374396" y="79260"/>
                </a:lnTo>
                <a:lnTo>
                  <a:pt x="376428" y="77736"/>
                </a:lnTo>
                <a:lnTo>
                  <a:pt x="382524" y="74688"/>
                </a:lnTo>
                <a:lnTo>
                  <a:pt x="397764" y="74688"/>
                </a:lnTo>
                <a:lnTo>
                  <a:pt x="400812" y="80784"/>
                </a:lnTo>
                <a:lnTo>
                  <a:pt x="400812" y="169176"/>
                </a:lnTo>
                <a:lnTo>
                  <a:pt x="397764" y="173748"/>
                </a:lnTo>
                <a:lnTo>
                  <a:pt x="390144" y="173748"/>
                </a:lnTo>
                <a:lnTo>
                  <a:pt x="390144" y="179844"/>
                </a:lnTo>
                <a:lnTo>
                  <a:pt x="451104" y="179844"/>
                </a:lnTo>
                <a:lnTo>
                  <a:pt x="451104" y="173748"/>
                </a:lnTo>
                <a:close/>
              </a:path>
              <a:path w="1198245" h="227330">
                <a:moveTo>
                  <a:pt x="566928" y="150876"/>
                </a:moveTo>
                <a:lnTo>
                  <a:pt x="560832" y="147828"/>
                </a:lnTo>
                <a:lnTo>
                  <a:pt x="553275" y="155600"/>
                </a:lnTo>
                <a:lnTo>
                  <a:pt x="546163" y="160782"/>
                </a:lnTo>
                <a:lnTo>
                  <a:pt x="538746" y="163690"/>
                </a:lnTo>
                <a:lnTo>
                  <a:pt x="530352" y="164592"/>
                </a:lnTo>
                <a:lnTo>
                  <a:pt x="523405" y="163690"/>
                </a:lnTo>
                <a:lnTo>
                  <a:pt x="523659" y="163690"/>
                </a:lnTo>
                <a:lnTo>
                  <a:pt x="517779" y="161163"/>
                </a:lnTo>
                <a:lnTo>
                  <a:pt x="499872" y="115824"/>
                </a:lnTo>
                <a:lnTo>
                  <a:pt x="565404" y="115824"/>
                </a:lnTo>
                <a:lnTo>
                  <a:pt x="564286" y="105156"/>
                </a:lnTo>
                <a:lnTo>
                  <a:pt x="545134" y="65392"/>
                </a:lnTo>
                <a:lnTo>
                  <a:pt x="542798" y="64008"/>
                </a:lnTo>
                <a:lnTo>
                  <a:pt x="537019" y="60579"/>
                </a:lnTo>
                <a:lnTo>
                  <a:pt x="533400" y="59410"/>
                </a:lnTo>
                <a:lnTo>
                  <a:pt x="533400" y="105156"/>
                </a:lnTo>
                <a:lnTo>
                  <a:pt x="498348" y="105156"/>
                </a:lnTo>
                <a:lnTo>
                  <a:pt x="508838" y="66154"/>
                </a:lnTo>
                <a:lnTo>
                  <a:pt x="516636" y="64008"/>
                </a:lnTo>
                <a:lnTo>
                  <a:pt x="524256" y="64008"/>
                </a:lnTo>
                <a:lnTo>
                  <a:pt x="533400" y="105156"/>
                </a:lnTo>
                <a:lnTo>
                  <a:pt x="533400" y="59410"/>
                </a:lnTo>
                <a:lnTo>
                  <a:pt x="527469" y="57492"/>
                </a:lnTo>
                <a:lnTo>
                  <a:pt x="516636" y="56388"/>
                </a:lnTo>
                <a:lnTo>
                  <a:pt x="494550" y="61036"/>
                </a:lnTo>
                <a:lnTo>
                  <a:pt x="477202" y="74104"/>
                </a:lnTo>
                <a:lnTo>
                  <a:pt x="465836" y="94322"/>
                </a:lnTo>
                <a:lnTo>
                  <a:pt x="461772" y="120396"/>
                </a:lnTo>
                <a:lnTo>
                  <a:pt x="465620" y="146240"/>
                </a:lnTo>
                <a:lnTo>
                  <a:pt x="476631" y="165925"/>
                </a:lnTo>
                <a:lnTo>
                  <a:pt x="493915" y="178485"/>
                </a:lnTo>
                <a:lnTo>
                  <a:pt x="516636" y="182880"/>
                </a:lnTo>
                <a:lnTo>
                  <a:pt x="531126" y="181317"/>
                </a:lnTo>
                <a:lnTo>
                  <a:pt x="543496" y="176022"/>
                </a:lnTo>
                <a:lnTo>
                  <a:pt x="554990" y="166166"/>
                </a:lnTo>
                <a:lnTo>
                  <a:pt x="556221" y="164592"/>
                </a:lnTo>
                <a:lnTo>
                  <a:pt x="566928" y="150876"/>
                </a:lnTo>
                <a:close/>
              </a:path>
              <a:path w="1198245" h="227330">
                <a:moveTo>
                  <a:pt x="685787" y="77736"/>
                </a:moveTo>
                <a:lnTo>
                  <a:pt x="684174" y="69253"/>
                </a:lnTo>
                <a:lnTo>
                  <a:pt x="679691" y="62496"/>
                </a:lnTo>
                <a:lnTo>
                  <a:pt x="672934" y="58013"/>
                </a:lnTo>
                <a:lnTo>
                  <a:pt x="664451" y="56400"/>
                </a:lnTo>
                <a:lnTo>
                  <a:pt x="654913" y="57848"/>
                </a:lnTo>
                <a:lnTo>
                  <a:pt x="646353" y="62306"/>
                </a:lnTo>
                <a:lnTo>
                  <a:pt x="638098" y="69900"/>
                </a:lnTo>
                <a:lnTo>
                  <a:pt x="629399" y="80784"/>
                </a:lnTo>
                <a:lnTo>
                  <a:pt x="629399" y="59448"/>
                </a:lnTo>
                <a:lnTo>
                  <a:pt x="579107" y="59448"/>
                </a:lnTo>
                <a:lnTo>
                  <a:pt x="579107" y="65544"/>
                </a:lnTo>
                <a:lnTo>
                  <a:pt x="591299" y="67068"/>
                </a:lnTo>
                <a:lnTo>
                  <a:pt x="594347" y="70116"/>
                </a:lnTo>
                <a:lnTo>
                  <a:pt x="594347" y="169176"/>
                </a:lnTo>
                <a:lnTo>
                  <a:pt x="591299" y="172224"/>
                </a:lnTo>
                <a:lnTo>
                  <a:pt x="579107" y="173748"/>
                </a:lnTo>
                <a:lnTo>
                  <a:pt x="579107" y="179844"/>
                </a:lnTo>
                <a:lnTo>
                  <a:pt x="649211" y="179844"/>
                </a:lnTo>
                <a:lnTo>
                  <a:pt x="649211" y="173748"/>
                </a:lnTo>
                <a:lnTo>
                  <a:pt x="639686" y="172796"/>
                </a:lnTo>
                <a:lnTo>
                  <a:pt x="633590" y="169557"/>
                </a:lnTo>
                <a:lnTo>
                  <a:pt x="630351" y="163461"/>
                </a:lnTo>
                <a:lnTo>
                  <a:pt x="629399" y="153936"/>
                </a:lnTo>
                <a:lnTo>
                  <a:pt x="629399" y="103644"/>
                </a:lnTo>
                <a:lnTo>
                  <a:pt x="630732" y="94043"/>
                </a:lnTo>
                <a:lnTo>
                  <a:pt x="634352" y="86309"/>
                </a:lnTo>
                <a:lnTo>
                  <a:pt x="639686" y="81140"/>
                </a:lnTo>
                <a:lnTo>
                  <a:pt x="646163" y="79260"/>
                </a:lnTo>
                <a:lnTo>
                  <a:pt x="647687" y="79260"/>
                </a:lnTo>
                <a:lnTo>
                  <a:pt x="650735" y="80784"/>
                </a:lnTo>
                <a:lnTo>
                  <a:pt x="653783" y="85356"/>
                </a:lnTo>
                <a:lnTo>
                  <a:pt x="658355" y="92976"/>
                </a:lnTo>
                <a:lnTo>
                  <a:pt x="662927" y="94500"/>
                </a:lnTo>
                <a:lnTo>
                  <a:pt x="679691" y="94500"/>
                </a:lnTo>
                <a:lnTo>
                  <a:pt x="685787" y="86880"/>
                </a:lnTo>
                <a:lnTo>
                  <a:pt x="685787" y="77736"/>
                </a:lnTo>
                <a:close/>
              </a:path>
              <a:path w="1198245" h="227330">
                <a:moveTo>
                  <a:pt x="816851" y="167652"/>
                </a:moveTo>
                <a:lnTo>
                  <a:pt x="815327" y="166128"/>
                </a:lnTo>
                <a:lnTo>
                  <a:pt x="812279" y="163080"/>
                </a:lnTo>
                <a:lnTo>
                  <a:pt x="809231" y="166128"/>
                </a:lnTo>
                <a:lnTo>
                  <a:pt x="803135" y="166128"/>
                </a:lnTo>
                <a:lnTo>
                  <a:pt x="801611" y="164604"/>
                </a:lnTo>
                <a:lnTo>
                  <a:pt x="801611" y="115836"/>
                </a:lnTo>
                <a:lnTo>
                  <a:pt x="801611" y="92976"/>
                </a:lnTo>
                <a:lnTo>
                  <a:pt x="799477" y="83832"/>
                </a:lnTo>
                <a:lnTo>
                  <a:pt x="797941" y="77520"/>
                </a:lnTo>
                <a:lnTo>
                  <a:pt x="787704" y="66116"/>
                </a:lnTo>
                <a:lnTo>
                  <a:pt x="782967" y="64020"/>
                </a:lnTo>
                <a:lnTo>
                  <a:pt x="771296" y="58851"/>
                </a:lnTo>
                <a:lnTo>
                  <a:pt x="770991" y="58851"/>
                </a:lnTo>
                <a:lnTo>
                  <a:pt x="749795" y="56400"/>
                </a:lnTo>
                <a:lnTo>
                  <a:pt x="729081" y="58851"/>
                </a:lnTo>
                <a:lnTo>
                  <a:pt x="713219" y="65735"/>
                </a:lnTo>
                <a:lnTo>
                  <a:pt x="703084" y="76327"/>
                </a:lnTo>
                <a:lnTo>
                  <a:pt x="699503" y="89928"/>
                </a:lnTo>
                <a:lnTo>
                  <a:pt x="699503" y="100596"/>
                </a:lnTo>
                <a:lnTo>
                  <a:pt x="705599" y="106692"/>
                </a:lnTo>
                <a:lnTo>
                  <a:pt x="726935" y="106692"/>
                </a:lnTo>
                <a:lnTo>
                  <a:pt x="734555" y="100596"/>
                </a:lnTo>
                <a:lnTo>
                  <a:pt x="734555" y="88404"/>
                </a:lnTo>
                <a:lnTo>
                  <a:pt x="733031" y="83832"/>
                </a:lnTo>
                <a:lnTo>
                  <a:pt x="726732" y="77520"/>
                </a:lnTo>
                <a:lnTo>
                  <a:pt x="726935" y="77520"/>
                </a:lnTo>
                <a:lnTo>
                  <a:pt x="726935" y="68592"/>
                </a:lnTo>
                <a:lnTo>
                  <a:pt x="734555" y="64020"/>
                </a:lnTo>
                <a:lnTo>
                  <a:pt x="743699" y="64020"/>
                </a:lnTo>
                <a:lnTo>
                  <a:pt x="753465" y="65468"/>
                </a:lnTo>
                <a:lnTo>
                  <a:pt x="760082" y="69926"/>
                </a:lnTo>
                <a:lnTo>
                  <a:pt x="763854" y="77520"/>
                </a:lnTo>
                <a:lnTo>
                  <a:pt x="765035" y="88404"/>
                </a:lnTo>
                <a:lnTo>
                  <a:pt x="765035" y="106692"/>
                </a:lnTo>
                <a:lnTo>
                  <a:pt x="765035" y="115836"/>
                </a:lnTo>
                <a:lnTo>
                  <a:pt x="765035" y="153936"/>
                </a:lnTo>
                <a:lnTo>
                  <a:pt x="757415" y="161556"/>
                </a:lnTo>
                <a:lnTo>
                  <a:pt x="752843" y="164604"/>
                </a:lnTo>
                <a:lnTo>
                  <a:pt x="739127" y="164604"/>
                </a:lnTo>
                <a:lnTo>
                  <a:pt x="733031" y="156984"/>
                </a:lnTo>
                <a:lnTo>
                  <a:pt x="733056" y="147739"/>
                </a:lnTo>
                <a:lnTo>
                  <a:pt x="735037" y="137261"/>
                </a:lnTo>
                <a:lnTo>
                  <a:pt x="741032" y="128409"/>
                </a:lnTo>
                <a:lnTo>
                  <a:pt x="751039" y="121259"/>
                </a:lnTo>
                <a:lnTo>
                  <a:pt x="765035" y="115836"/>
                </a:lnTo>
                <a:lnTo>
                  <a:pt x="765035" y="106692"/>
                </a:lnTo>
                <a:lnTo>
                  <a:pt x="720255" y="122758"/>
                </a:lnTo>
                <a:lnTo>
                  <a:pt x="694931" y="155460"/>
                </a:lnTo>
                <a:lnTo>
                  <a:pt x="697090" y="166128"/>
                </a:lnTo>
                <a:lnTo>
                  <a:pt x="698119" y="167652"/>
                </a:lnTo>
                <a:lnTo>
                  <a:pt x="703122" y="174891"/>
                </a:lnTo>
                <a:lnTo>
                  <a:pt x="712292" y="180746"/>
                </a:lnTo>
                <a:lnTo>
                  <a:pt x="723887" y="182892"/>
                </a:lnTo>
                <a:lnTo>
                  <a:pt x="734822" y="181952"/>
                </a:lnTo>
                <a:lnTo>
                  <a:pt x="745032" y="178892"/>
                </a:lnTo>
                <a:lnTo>
                  <a:pt x="754964" y="173240"/>
                </a:lnTo>
                <a:lnTo>
                  <a:pt x="765035" y="164604"/>
                </a:lnTo>
                <a:lnTo>
                  <a:pt x="767943" y="173240"/>
                </a:lnTo>
                <a:lnTo>
                  <a:pt x="772274" y="178892"/>
                </a:lnTo>
                <a:lnTo>
                  <a:pt x="778332" y="181952"/>
                </a:lnTo>
                <a:lnTo>
                  <a:pt x="786371" y="182892"/>
                </a:lnTo>
                <a:lnTo>
                  <a:pt x="795235" y="181952"/>
                </a:lnTo>
                <a:lnTo>
                  <a:pt x="794918" y="181952"/>
                </a:lnTo>
                <a:lnTo>
                  <a:pt x="802182" y="179273"/>
                </a:lnTo>
                <a:lnTo>
                  <a:pt x="809307" y="174523"/>
                </a:lnTo>
                <a:lnTo>
                  <a:pt x="816851" y="167652"/>
                </a:lnTo>
                <a:close/>
              </a:path>
              <a:path w="1198245" h="227330">
                <a:moveTo>
                  <a:pt x="906780" y="153936"/>
                </a:moveTo>
                <a:lnTo>
                  <a:pt x="900684" y="150888"/>
                </a:lnTo>
                <a:lnTo>
                  <a:pt x="894588" y="161556"/>
                </a:lnTo>
                <a:lnTo>
                  <a:pt x="890016" y="164604"/>
                </a:lnTo>
                <a:lnTo>
                  <a:pt x="877824" y="164604"/>
                </a:lnTo>
                <a:lnTo>
                  <a:pt x="874776" y="160032"/>
                </a:lnTo>
                <a:lnTo>
                  <a:pt x="874776" y="71640"/>
                </a:lnTo>
                <a:lnTo>
                  <a:pt x="899160" y="71640"/>
                </a:lnTo>
                <a:lnTo>
                  <a:pt x="899160" y="59448"/>
                </a:lnTo>
                <a:lnTo>
                  <a:pt x="874776" y="59448"/>
                </a:lnTo>
                <a:lnTo>
                  <a:pt x="874776" y="15252"/>
                </a:lnTo>
                <a:lnTo>
                  <a:pt x="868680" y="15252"/>
                </a:lnTo>
                <a:lnTo>
                  <a:pt x="857059" y="30581"/>
                </a:lnTo>
                <a:lnTo>
                  <a:pt x="846582" y="43065"/>
                </a:lnTo>
                <a:lnTo>
                  <a:pt x="836104" y="53822"/>
                </a:lnTo>
                <a:lnTo>
                  <a:pt x="824484" y="64020"/>
                </a:lnTo>
                <a:lnTo>
                  <a:pt x="824484" y="71640"/>
                </a:lnTo>
                <a:lnTo>
                  <a:pt x="838200" y="71640"/>
                </a:lnTo>
                <a:lnTo>
                  <a:pt x="838200" y="155460"/>
                </a:lnTo>
                <a:lnTo>
                  <a:pt x="840359" y="166814"/>
                </a:lnTo>
                <a:lnTo>
                  <a:pt x="846391" y="175463"/>
                </a:lnTo>
                <a:lnTo>
                  <a:pt x="855548" y="180962"/>
                </a:lnTo>
                <a:lnTo>
                  <a:pt x="867156" y="182892"/>
                </a:lnTo>
                <a:lnTo>
                  <a:pt x="879551" y="181368"/>
                </a:lnTo>
                <a:lnTo>
                  <a:pt x="889825" y="176415"/>
                </a:lnTo>
                <a:lnTo>
                  <a:pt x="898652" y="167462"/>
                </a:lnTo>
                <a:lnTo>
                  <a:pt x="906780" y="153936"/>
                </a:lnTo>
                <a:close/>
              </a:path>
              <a:path w="1198245" h="227330">
                <a:moveTo>
                  <a:pt x="1031735" y="120408"/>
                </a:moveTo>
                <a:lnTo>
                  <a:pt x="1015352" y="74688"/>
                </a:lnTo>
                <a:lnTo>
                  <a:pt x="993584" y="60540"/>
                </a:lnTo>
                <a:lnTo>
                  <a:pt x="993584" y="123456"/>
                </a:lnTo>
                <a:lnTo>
                  <a:pt x="992682" y="146977"/>
                </a:lnTo>
                <a:lnTo>
                  <a:pt x="992568" y="147624"/>
                </a:lnTo>
                <a:lnTo>
                  <a:pt x="989444" y="163461"/>
                </a:lnTo>
                <a:lnTo>
                  <a:pt x="983348" y="172504"/>
                </a:lnTo>
                <a:lnTo>
                  <a:pt x="973823" y="175272"/>
                </a:lnTo>
                <a:lnTo>
                  <a:pt x="963168" y="172504"/>
                </a:lnTo>
                <a:lnTo>
                  <a:pt x="956106" y="163652"/>
                </a:lnTo>
                <a:lnTo>
                  <a:pt x="956068" y="163461"/>
                </a:lnTo>
                <a:lnTo>
                  <a:pt x="952182" y="147624"/>
                </a:lnTo>
                <a:lnTo>
                  <a:pt x="952157" y="146977"/>
                </a:lnTo>
                <a:lnTo>
                  <a:pt x="952055" y="144957"/>
                </a:lnTo>
                <a:lnTo>
                  <a:pt x="950963" y="123456"/>
                </a:lnTo>
                <a:lnTo>
                  <a:pt x="951039" y="121932"/>
                </a:lnTo>
                <a:lnTo>
                  <a:pt x="951103" y="120408"/>
                </a:lnTo>
                <a:lnTo>
                  <a:pt x="951166" y="118884"/>
                </a:lnTo>
                <a:lnTo>
                  <a:pt x="952182" y="94881"/>
                </a:lnTo>
                <a:lnTo>
                  <a:pt x="952296" y="94322"/>
                </a:lnTo>
                <a:lnTo>
                  <a:pt x="956106" y="76593"/>
                </a:lnTo>
                <a:lnTo>
                  <a:pt x="963180" y="66878"/>
                </a:lnTo>
                <a:lnTo>
                  <a:pt x="973823" y="64020"/>
                </a:lnTo>
                <a:lnTo>
                  <a:pt x="983348" y="67068"/>
                </a:lnTo>
                <a:lnTo>
                  <a:pt x="989444" y="76974"/>
                </a:lnTo>
                <a:lnTo>
                  <a:pt x="992682" y="94881"/>
                </a:lnTo>
                <a:lnTo>
                  <a:pt x="993533" y="118884"/>
                </a:lnTo>
                <a:lnTo>
                  <a:pt x="993584" y="123456"/>
                </a:lnTo>
                <a:lnTo>
                  <a:pt x="993584" y="60540"/>
                </a:lnTo>
                <a:lnTo>
                  <a:pt x="973823" y="56400"/>
                </a:lnTo>
                <a:lnTo>
                  <a:pt x="949515" y="61226"/>
                </a:lnTo>
                <a:lnTo>
                  <a:pt x="930198" y="74498"/>
                </a:lnTo>
                <a:lnTo>
                  <a:pt x="930084" y="74688"/>
                </a:lnTo>
                <a:lnTo>
                  <a:pt x="917460" y="94322"/>
                </a:lnTo>
                <a:lnTo>
                  <a:pt x="917359" y="94881"/>
                </a:lnTo>
                <a:lnTo>
                  <a:pt x="912863" y="118884"/>
                </a:lnTo>
                <a:lnTo>
                  <a:pt x="917460" y="144957"/>
                </a:lnTo>
                <a:lnTo>
                  <a:pt x="930198" y="165176"/>
                </a:lnTo>
                <a:lnTo>
                  <a:pt x="949515" y="178244"/>
                </a:lnTo>
                <a:lnTo>
                  <a:pt x="973823" y="182892"/>
                </a:lnTo>
                <a:lnTo>
                  <a:pt x="997051" y="178244"/>
                </a:lnTo>
                <a:lnTo>
                  <a:pt x="1027404" y="145592"/>
                </a:lnTo>
                <a:lnTo>
                  <a:pt x="1027518" y="144957"/>
                </a:lnTo>
                <a:lnTo>
                  <a:pt x="1031735" y="120408"/>
                </a:lnTo>
                <a:close/>
              </a:path>
              <a:path w="1198245" h="227330">
                <a:moveTo>
                  <a:pt x="1152144" y="77736"/>
                </a:moveTo>
                <a:lnTo>
                  <a:pt x="1150518" y="69253"/>
                </a:lnTo>
                <a:lnTo>
                  <a:pt x="1146048" y="62496"/>
                </a:lnTo>
                <a:lnTo>
                  <a:pt x="1139278" y="58013"/>
                </a:lnTo>
                <a:lnTo>
                  <a:pt x="1130808" y="56400"/>
                </a:lnTo>
                <a:lnTo>
                  <a:pt x="1121257" y="57848"/>
                </a:lnTo>
                <a:lnTo>
                  <a:pt x="1112710" y="62306"/>
                </a:lnTo>
                <a:lnTo>
                  <a:pt x="1104442" y="69900"/>
                </a:lnTo>
                <a:lnTo>
                  <a:pt x="1095756" y="80784"/>
                </a:lnTo>
                <a:lnTo>
                  <a:pt x="1095756" y="59448"/>
                </a:lnTo>
                <a:lnTo>
                  <a:pt x="1045464" y="59448"/>
                </a:lnTo>
                <a:lnTo>
                  <a:pt x="1045464" y="65544"/>
                </a:lnTo>
                <a:lnTo>
                  <a:pt x="1057656" y="67068"/>
                </a:lnTo>
                <a:lnTo>
                  <a:pt x="1060704" y="70116"/>
                </a:lnTo>
                <a:lnTo>
                  <a:pt x="1060704" y="169176"/>
                </a:lnTo>
                <a:lnTo>
                  <a:pt x="1057656" y="172224"/>
                </a:lnTo>
                <a:lnTo>
                  <a:pt x="1045464" y="173748"/>
                </a:lnTo>
                <a:lnTo>
                  <a:pt x="1045464" y="179844"/>
                </a:lnTo>
                <a:lnTo>
                  <a:pt x="1115568" y="179844"/>
                </a:lnTo>
                <a:lnTo>
                  <a:pt x="1115568" y="173748"/>
                </a:lnTo>
                <a:lnTo>
                  <a:pt x="1106043" y="172796"/>
                </a:lnTo>
                <a:lnTo>
                  <a:pt x="1099947" y="169557"/>
                </a:lnTo>
                <a:lnTo>
                  <a:pt x="1096708" y="163461"/>
                </a:lnTo>
                <a:lnTo>
                  <a:pt x="1095756" y="153936"/>
                </a:lnTo>
                <a:lnTo>
                  <a:pt x="1095756" y="103644"/>
                </a:lnTo>
                <a:lnTo>
                  <a:pt x="1097089" y="94043"/>
                </a:lnTo>
                <a:lnTo>
                  <a:pt x="1100709" y="86309"/>
                </a:lnTo>
                <a:lnTo>
                  <a:pt x="1106043" y="81140"/>
                </a:lnTo>
                <a:lnTo>
                  <a:pt x="1112520" y="79260"/>
                </a:lnTo>
                <a:lnTo>
                  <a:pt x="1114044" y="79260"/>
                </a:lnTo>
                <a:lnTo>
                  <a:pt x="1117092" y="80784"/>
                </a:lnTo>
                <a:lnTo>
                  <a:pt x="1120140" y="85356"/>
                </a:lnTo>
                <a:lnTo>
                  <a:pt x="1124712" y="92976"/>
                </a:lnTo>
                <a:lnTo>
                  <a:pt x="1129284" y="94500"/>
                </a:lnTo>
                <a:lnTo>
                  <a:pt x="1144524" y="94500"/>
                </a:lnTo>
                <a:lnTo>
                  <a:pt x="1152144" y="86880"/>
                </a:lnTo>
                <a:lnTo>
                  <a:pt x="1152144" y="77736"/>
                </a:lnTo>
                <a:close/>
              </a:path>
              <a:path w="1198245" h="227330">
                <a:moveTo>
                  <a:pt x="1197851" y="169164"/>
                </a:moveTo>
                <a:lnTo>
                  <a:pt x="1195933" y="157340"/>
                </a:lnTo>
                <a:lnTo>
                  <a:pt x="1190421" y="147637"/>
                </a:lnTo>
                <a:lnTo>
                  <a:pt x="1181785" y="141097"/>
                </a:lnTo>
                <a:lnTo>
                  <a:pt x="1170419" y="138684"/>
                </a:lnTo>
                <a:lnTo>
                  <a:pt x="1161948" y="140335"/>
                </a:lnTo>
                <a:lnTo>
                  <a:pt x="1155179" y="144970"/>
                </a:lnTo>
                <a:lnTo>
                  <a:pt x="1150708" y="152196"/>
                </a:lnTo>
                <a:lnTo>
                  <a:pt x="1149083" y="161544"/>
                </a:lnTo>
                <a:lnTo>
                  <a:pt x="1150467" y="169786"/>
                </a:lnTo>
                <a:lnTo>
                  <a:pt x="1154417" y="176022"/>
                </a:lnTo>
                <a:lnTo>
                  <a:pt x="1160665" y="179984"/>
                </a:lnTo>
                <a:lnTo>
                  <a:pt x="1168895" y="181356"/>
                </a:lnTo>
                <a:lnTo>
                  <a:pt x="1178039" y="181356"/>
                </a:lnTo>
                <a:lnTo>
                  <a:pt x="1179563" y="182880"/>
                </a:lnTo>
                <a:lnTo>
                  <a:pt x="1179563" y="187452"/>
                </a:lnTo>
                <a:lnTo>
                  <a:pt x="1177836" y="194627"/>
                </a:lnTo>
                <a:lnTo>
                  <a:pt x="1172514" y="202501"/>
                </a:lnTo>
                <a:lnTo>
                  <a:pt x="1163497" y="211251"/>
                </a:lnTo>
                <a:lnTo>
                  <a:pt x="1150607" y="220980"/>
                </a:lnTo>
                <a:lnTo>
                  <a:pt x="1153655" y="227076"/>
                </a:lnTo>
                <a:lnTo>
                  <a:pt x="1173429" y="214172"/>
                </a:lnTo>
                <a:lnTo>
                  <a:pt x="1187183" y="200406"/>
                </a:lnTo>
                <a:lnTo>
                  <a:pt x="1195235" y="185508"/>
                </a:lnTo>
                <a:lnTo>
                  <a:pt x="1197851" y="1691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551919" y="1667268"/>
            <a:ext cx="1067435" cy="180340"/>
          </a:xfrm>
          <a:custGeom>
            <a:avLst/>
            <a:gdLst/>
            <a:ahLst/>
            <a:cxnLst/>
            <a:rect l="l" t="t" r="r" b="b"/>
            <a:pathLst>
              <a:path w="1067434" h="180339">
                <a:moveTo>
                  <a:pt x="178308" y="170688"/>
                </a:moveTo>
                <a:lnTo>
                  <a:pt x="173736" y="170688"/>
                </a:lnTo>
                <a:lnTo>
                  <a:pt x="170688" y="169164"/>
                </a:lnTo>
                <a:lnTo>
                  <a:pt x="167640" y="166116"/>
                </a:lnTo>
                <a:lnTo>
                  <a:pt x="117944" y="94488"/>
                </a:lnTo>
                <a:lnTo>
                  <a:pt x="115824" y="91440"/>
                </a:lnTo>
                <a:lnTo>
                  <a:pt x="125717" y="88201"/>
                </a:lnTo>
                <a:lnTo>
                  <a:pt x="128778" y="86868"/>
                </a:lnTo>
                <a:lnTo>
                  <a:pt x="133159" y="84963"/>
                </a:lnTo>
                <a:lnTo>
                  <a:pt x="156895" y="48133"/>
                </a:lnTo>
                <a:lnTo>
                  <a:pt x="112776" y="48133"/>
                </a:lnTo>
                <a:lnTo>
                  <a:pt x="112776" y="48768"/>
                </a:lnTo>
                <a:lnTo>
                  <a:pt x="112179" y="56045"/>
                </a:lnTo>
                <a:lnTo>
                  <a:pt x="78511" y="86550"/>
                </a:lnTo>
                <a:lnTo>
                  <a:pt x="65532" y="86868"/>
                </a:lnTo>
                <a:lnTo>
                  <a:pt x="65532" y="13716"/>
                </a:lnTo>
                <a:lnTo>
                  <a:pt x="68580" y="10668"/>
                </a:lnTo>
                <a:lnTo>
                  <a:pt x="73152" y="9144"/>
                </a:lnTo>
                <a:lnTo>
                  <a:pt x="79248" y="9144"/>
                </a:lnTo>
                <a:lnTo>
                  <a:pt x="94780" y="11252"/>
                </a:lnTo>
                <a:lnTo>
                  <a:pt x="105156" y="18097"/>
                </a:lnTo>
                <a:lnTo>
                  <a:pt x="110972" y="30353"/>
                </a:lnTo>
                <a:lnTo>
                  <a:pt x="112636" y="47244"/>
                </a:lnTo>
                <a:lnTo>
                  <a:pt x="112776" y="47244"/>
                </a:lnTo>
                <a:lnTo>
                  <a:pt x="156972" y="47244"/>
                </a:lnTo>
                <a:lnTo>
                  <a:pt x="152196" y="27000"/>
                </a:lnTo>
                <a:lnTo>
                  <a:pt x="138112" y="12192"/>
                </a:lnTo>
                <a:lnTo>
                  <a:pt x="130429" y="9144"/>
                </a:lnTo>
                <a:lnTo>
                  <a:pt x="115189" y="3086"/>
                </a:lnTo>
                <a:lnTo>
                  <a:pt x="83820" y="0"/>
                </a:lnTo>
                <a:lnTo>
                  <a:pt x="0" y="0"/>
                </a:lnTo>
                <a:lnTo>
                  <a:pt x="0" y="6096"/>
                </a:lnTo>
                <a:lnTo>
                  <a:pt x="11938" y="7975"/>
                </a:lnTo>
                <a:lnTo>
                  <a:pt x="18859" y="12001"/>
                </a:lnTo>
                <a:lnTo>
                  <a:pt x="18948" y="12192"/>
                </a:lnTo>
                <a:lnTo>
                  <a:pt x="22085" y="19164"/>
                </a:lnTo>
                <a:lnTo>
                  <a:pt x="22860" y="30353"/>
                </a:lnTo>
                <a:lnTo>
                  <a:pt x="22860" y="146304"/>
                </a:lnTo>
                <a:lnTo>
                  <a:pt x="22085" y="158254"/>
                </a:lnTo>
                <a:lnTo>
                  <a:pt x="18859" y="165354"/>
                </a:lnTo>
                <a:lnTo>
                  <a:pt x="11938" y="169011"/>
                </a:lnTo>
                <a:lnTo>
                  <a:pt x="0" y="170688"/>
                </a:lnTo>
                <a:lnTo>
                  <a:pt x="0" y="176784"/>
                </a:lnTo>
                <a:lnTo>
                  <a:pt x="88392" y="176784"/>
                </a:lnTo>
                <a:lnTo>
                  <a:pt x="88392" y="170688"/>
                </a:lnTo>
                <a:lnTo>
                  <a:pt x="76466" y="168160"/>
                </a:lnTo>
                <a:lnTo>
                  <a:pt x="69532" y="164211"/>
                </a:lnTo>
                <a:lnTo>
                  <a:pt x="66319" y="157391"/>
                </a:lnTo>
                <a:lnTo>
                  <a:pt x="65532" y="146304"/>
                </a:lnTo>
                <a:lnTo>
                  <a:pt x="65532" y="94488"/>
                </a:lnTo>
                <a:lnTo>
                  <a:pt x="71628" y="94488"/>
                </a:lnTo>
                <a:lnTo>
                  <a:pt x="126492" y="176784"/>
                </a:lnTo>
                <a:lnTo>
                  <a:pt x="178308" y="176784"/>
                </a:lnTo>
                <a:lnTo>
                  <a:pt x="178308" y="170688"/>
                </a:lnTo>
                <a:close/>
              </a:path>
              <a:path w="1067434" h="180339">
                <a:moveTo>
                  <a:pt x="288036" y="147815"/>
                </a:moveTo>
                <a:lnTo>
                  <a:pt x="281940" y="144767"/>
                </a:lnTo>
                <a:lnTo>
                  <a:pt x="274396" y="152539"/>
                </a:lnTo>
                <a:lnTo>
                  <a:pt x="267271" y="157721"/>
                </a:lnTo>
                <a:lnTo>
                  <a:pt x="259867" y="160629"/>
                </a:lnTo>
                <a:lnTo>
                  <a:pt x="251460" y="161531"/>
                </a:lnTo>
                <a:lnTo>
                  <a:pt x="244297" y="160629"/>
                </a:lnTo>
                <a:lnTo>
                  <a:pt x="244563" y="160629"/>
                </a:lnTo>
                <a:lnTo>
                  <a:pt x="238315" y="158102"/>
                </a:lnTo>
                <a:lnTo>
                  <a:pt x="220980" y="112763"/>
                </a:lnTo>
                <a:lnTo>
                  <a:pt x="286512" y="112763"/>
                </a:lnTo>
                <a:lnTo>
                  <a:pt x="285254" y="102095"/>
                </a:lnTo>
                <a:lnTo>
                  <a:pt x="266039" y="62331"/>
                </a:lnTo>
                <a:lnTo>
                  <a:pt x="254508" y="56540"/>
                </a:lnTo>
                <a:lnTo>
                  <a:pt x="254508" y="102095"/>
                </a:lnTo>
                <a:lnTo>
                  <a:pt x="219456" y="102095"/>
                </a:lnTo>
                <a:lnTo>
                  <a:pt x="229108" y="63093"/>
                </a:lnTo>
                <a:lnTo>
                  <a:pt x="237744" y="60947"/>
                </a:lnTo>
                <a:lnTo>
                  <a:pt x="245364" y="60947"/>
                </a:lnTo>
                <a:lnTo>
                  <a:pt x="249936" y="65519"/>
                </a:lnTo>
                <a:lnTo>
                  <a:pt x="251460" y="73139"/>
                </a:lnTo>
                <a:lnTo>
                  <a:pt x="252590" y="77190"/>
                </a:lnTo>
                <a:lnTo>
                  <a:pt x="253580" y="82816"/>
                </a:lnTo>
                <a:lnTo>
                  <a:pt x="254254" y="89865"/>
                </a:lnTo>
                <a:lnTo>
                  <a:pt x="254292" y="91262"/>
                </a:lnTo>
                <a:lnTo>
                  <a:pt x="254495" y="98361"/>
                </a:lnTo>
                <a:lnTo>
                  <a:pt x="254508" y="102095"/>
                </a:lnTo>
                <a:lnTo>
                  <a:pt x="254508" y="56540"/>
                </a:lnTo>
                <a:lnTo>
                  <a:pt x="247942" y="54432"/>
                </a:lnTo>
                <a:lnTo>
                  <a:pt x="237744" y="53327"/>
                </a:lnTo>
                <a:lnTo>
                  <a:pt x="215036" y="57975"/>
                </a:lnTo>
                <a:lnTo>
                  <a:pt x="197739" y="71043"/>
                </a:lnTo>
                <a:lnTo>
                  <a:pt x="186740" y="91262"/>
                </a:lnTo>
                <a:lnTo>
                  <a:pt x="182880" y="117335"/>
                </a:lnTo>
                <a:lnTo>
                  <a:pt x="186715" y="143179"/>
                </a:lnTo>
                <a:lnTo>
                  <a:pt x="197548" y="162864"/>
                </a:lnTo>
                <a:lnTo>
                  <a:pt x="214388" y="175425"/>
                </a:lnTo>
                <a:lnTo>
                  <a:pt x="236220" y="179819"/>
                </a:lnTo>
                <a:lnTo>
                  <a:pt x="250964" y="178257"/>
                </a:lnTo>
                <a:lnTo>
                  <a:pt x="263842" y="172961"/>
                </a:lnTo>
                <a:lnTo>
                  <a:pt x="275869" y="163106"/>
                </a:lnTo>
                <a:lnTo>
                  <a:pt x="277126" y="161531"/>
                </a:lnTo>
                <a:lnTo>
                  <a:pt x="288036" y="147815"/>
                </a:lnTo>
                <a:close/>
              </a:path>
              <a:path w="1067434" h="180339">
                <a:moveTo>
                  <a:pt x="387108" y="140195"/>
                </a:moveTo>
                <a:lnTo>
                  <a:pt x="385025" y="127800"/>
                </a:lnTo>
                <a:lnTo>
                  <a:pt x="378536" y="117525"/>
                </a:lnTo>
                <a:lnTo>
                  <a:pt x="367169" y="108699"/>
                </a:lnTo>
                <a:lnTo>
                  <a:pt x="350532" y="100571"/>
                </a:lnTo>
                <a:lnTo>
                  <a:pt x="339648" y="95072"/>
                </a:lnTo>
                <a:lnTo>
                  <a:pt x="332054" y="89712"/>
                </a:lnTo>
                <a:lnTo>
                  <a:pt x="327596" y="84074"/>
                </a:lnTo>
                <a:lnTo>
                  <a:pt x="326148" y="77711"/>
                </a:lnTo>
                <a:lnTo>
                  <a:pt x="326148" y="68567"/>
                </a:lnTo>
                <a:lnTo>
                  <a:pt x="333768" y="62471"/>
                </a:lnTo>
                <a:lnTo>
                  <a:pt x="350532" y="62471"/>
                </a:lnTo>
                <a:lnTo>
                  <a:pt x="374916" y="91427"/>
                </a:lnTo>
                <a:lnTo>
                  <a:pt x="381012" y="91427"/>
                </a:lnTo>
                <a:lnTo>
                  <a:pt x="381012" y="54851"/>
                </a:lnTo>
                <a:lnTo>
                  <a:pt x="376440" y="54851"/>
                </a:lnTo>
                <a:lnTo>
                  <a:pt x="374916" y="57899"/>
                </a:lnTo>
                <a:lnTo>
                  <a:pt x="373392" y="59423"/>
                </a:lnTo>
                <a:lnTo>
                  <a:pt x="365772" y="59423"/>
                </a:lnTo>
                <a:lnTo>
                  <a:pt x="361200" y="57899"/>
                </a:lnTo>
                <a:lnTo>
                  <a:pt x="353580" y="54851"/>
                </a:lnTo>
                <a:lnTo>
                  <a:pt x="347484" y="53327"/>
                </a:lnTo>
                <a:lnTo>
                  <a:pt x="341388" y="53327"/>
                </a:lnTo>
                <a:lnTo>
                  <a:pt x="324662" y="56286"/>
                </a:lnTo>
                <a:lnTo>
                  <a:pt x="311670" y="64376"/>
                </a:lnTo>
                <a:lnTo>
                  <a:pt x="303237" y="76479"/>
                </a:lnTo>
                <a:lnTo>
                  <a:pt x="300240" y="91427"/>
                </a:lnTo>
                <a:lnTo>
                  <a:pt x="302310" y="103225"/>
                </a:lnTo>
                <a:lnTo>
                  <a:pt x="308813" y="113715"/>
                </a:lnTo>
                <a:lnTo>
                  <a:pt x="320167" y="123367"/>
                </a:lnTo>
                <a:lnTo>
                  <a:pt x="336816" y="132575"/>
                </a:lnTo>
                <a:lnTo>
                  <a:pt x="348335" y="138061"/>
                </a:lnTo>
                <a:lnTo>
                  <a:pt x="355866" y="143243"/>
                </a:lnTo>
                <a:lnTo>
                  <a:pt x="359956" y="148437"/>
                </a:lnTo>
                <a:lnTo>
                  <a:pt x="361200" y="153911"/>
                </a:lnTo>
                <a:lnTo>
                  <a:pt x="361200" y="164579"/>
                </a:lnTo>
                <a:lnTo>
                  <a:pt x="353580" y="170675"/>
                </a:lnTo>
                <a:lnTo>
                  <a:pt x="342912" y="170675"/>
                </a:lnTo>
                <a:lnTo>
                  <a:pt x="330339" y="168656"/>
                </a:lnTo>
                <a:lnTo>
                  <a:pt x="320052" y="162483"/>
                </a:lnTo>
                <a:lnTo>
                  <a:pt x="312051" y="152031"/>
                </a:lnTo>
                <a:lnTo>
                  <a:pt x="306336" y="137147"/>
                </a:lnTo>
                <a:lnTo>
                  <a:pt x="298716" y="137147"/>
                </a:lnTo>
                <a:lnTo>
                  <a:pt x="298716" y="179819"/>
                </a:lnTo>
                <a:lnTo>
                  <a:pt x="306336" y="179819"/>
                </a:lnTo>
                <a:lnTo>
                  <a:pt x="307860" y="175247"/>
                </a:lnTo>
                <a:lnTo>
                  <a:pt x="310908" y="172199"/>
                </a:lnTo>
                <a:lnTo>
                  <a:pt x="313956" y="172199"/>
                </a:lnTo>
                <a:lnTo>
                  <a:pt x="315480" y="173723"/>
                </a:lnTo>
                <a:lnTo>
                  <a:pt x="318528" y="173723"/>
                </a:lnTo>
                <a:lnTo>
                  <a:pt x="325170" y="175971"/>
                </a:lnTo>
                <a:lnTo>
                  <a:pt x="332816" y="177914"/>
                </a:lnTo>
                <a:lnTo>
                  <a:pt x="340169" y="179298"/>
                </a:lnTo>
                <a:lnTo>
                  <a:pt x="345960" y="179819"/>
                </a:lnTo>
                <a:lnTo>
                  <a:pt x="362673" y="177063"/>
                </a:lnTo>
                <a:lnTo>
                  <a:pt x="375678" y="169151"/>
                </a:lnTo>
                <a:lnTo>
                  <a:pt x="384098" y="156679"/>
                </a:lnTo>
                <a:lnTo>
                  <a:pt x="387108" y="140195"/>
                </a:lnTo>
                <a:close/>
              </a:path>
              <a:path w="1067434" h="180339">
                <a:moveTo>
                  <a:pt x="536460" y="166103"/>
                </a:moveTo>
                <a:lnTo>
                  <a:pt x="524268" y="166103"/>
                </a:lnTo>
                <a:lnTo>
                  <a:pt x="521220" y="163055"/>
                </a:lnTo>
                <a:lnTo>
                  <a:pt x="521220" y="56375"/>
                </a:lnTo>
                <a:lnTo>
                  <a:pt x="467880" y="56375"/>
                </a:lnTo>
                <a:lnTo>
                  <a:pt x="467880" y="62471"/>
                </a:lnTo>
                <a:lnTo>
                  <a:pt x="481596" y="63995"/>
                </a:lnTo>
                <a:lnTo>
                  <a:pt x="484644" y="67043"/>
                </a:lnTo>
                <a:lnTo>
                  <a:pt x="484644" y="152387"/>
                </a:lnTo>
                <a:lnTo>
                  <a:pt x="475500" y="160007"/>
                </a:lnTo>
                <a:lnTo>
                  <a:pt x="470928" y="163055"/>
                </a:lnTo>
                <a:lnTo>
                  <a:pt x="452640" y="163055"/>
                </a:lnTo>
                <a:lnTo>
                  <a:pt x="448068" y="158483"/>
                </a:lnTo>
                <a:lnTo>
                  <a:pt x="448068" y="56375"/>
                </a:lnTo>
                <a:lnTo>
                  <a:pt x="399300" y="56375"/>
                </a:lnTo>
                <a:lnTo>
                  <a:pt x="399300" y="62471"/>
                </a:lnTo>
                <a:lnTo>
                  <a:pt x="409968" y="63995"/>
                </a:lnTo>
                <a:lnTo>
                  <a:pt x="411492" y="67043"/>
                </a:lnTo>
                <a:lnTo>
                  <a:pt x="411492" y="143243"/>
                </a:lnTo>
                <a:lnTo>
                  <a:pt x="413969" y="158610"/>
                </a:lnTo>
                <a:lnTo>
                  <a:pt x="421017" y="170103"/>
                </a:lnTo>
                <a:lnTo>
                  <a:pt x="432066" y="177330"/>
                </a:lnTo>
                <a:lnTo>
                  <a:pt x="446544" y="179819"/>
                </a:lnTo>
                <a:lnTo>
                  <a:pt x="456133" y="178917"/>
                </a:lnTo>
                <a:lnTo>
                  <a:pt x="465023" y="176009"/>
                </a:lnTo>
                <a:lnTo>
                  <a:pt x="474179" y="170827"/>
                </a:lnTo>
                <a:lnTo>
                  <a:pt x="484644" y="163055"/>
                </a:lnTo>
                <a:lnTo>
                  <a:pt x="484644" y="179819"/>
                </a:lnTo>
                <a:lnTo>
                  <a:pt x="492899" y="177152"/>
                </a:lnTo>
                <a:lnTo>
                  <a:pt x="500456" y="175628"/>
                </a:lnTo>
                <a:lnTo>
                  <a:pt x="508850" y="174675"/>
                </a:lnTo>
                <a:lnTo>
                  <a:pt x="536460" y="172199"/>
                </a:lnTo>
                <a:lnTo>
                  <a:pt x="536460" y="166103"/>
                </a:lnTo>
                <a:close/>
              </a:path>
              <a:path w="1067434" h="180339">
                <a:moveTo>
                  <a:pt x="608076" y="170688"/>
                </a:moveTo>
                <a:lnTo>
                  <a:pt x="600456" y="170688"/>
                </a:lnTo>
                <a:lnTo>
                  <a:pt x="595884" y="166116"/>
                </a:lnTo>
                <a:lnTo>
                  <a:pt x="595884" y="0"/>
                </a:lnTo>
                <a:lnTo>
                  <a:pt x="545592" y="0"/>
                </a:lnTo>
                <a:lnTo>
                  <a:pt x="545592" y="6096"/>
                </a:lnTo>
                <a:lnTo>
                  <a:pt x="554736" y="7620"/>
                </a:lnTo>
                <a:lnTo>
                  <a:pt x="559308" y="12192"/>
                </a:lnTo>
                <a:lnTo>
                  <a:pt x="559308" y="164592"/>
                </a:lnTo>
                <a:lnTo>
                  <a:pt x="554736" y="170688"/>
                </a:lnTo>
                <a:lnTo>
                  <a:pt x="545592" y="170688"/>
                </a:lnTo>
                <a:lnTo>
                  <a:pt x="545592" y="176784"/>
                </a:lnTo>
                <a:lnTo>
                  <a:pt x="608076" y="176784"/>
                </a:lnTo>
                <a:lnTo>
                  <a:pt x="608076" y="170688"/>
                </a:lnTo>
                <a:close/>
              </a:path>
              <a:path w="1067434" h="180339">
                <a:moveTo>
                  <a:pt x="701040" y="150876"/>
                </a:moveTo>
                <a:lnTo>
                  <a:pt x="693420" y="147828"/>
                </a:lnTo>
                <a:lnTo>
                  <a:pt x="688848" y="158496"/>
                </a:lnTo>
                <a:lnTo>
                  <a:pt x="684276" y="161544"/>
                </a:lnTo>
                <a:lnTo>
                  <a:pt x="672084" y="161544"/>
                </a:lnTo>
                <a:lnTo>
                  <a:pt x="669036" y="156972"/>
                </a:lnTo>
                <a:lnTo>
                  <a:pt x="669036" y="68580"/>
                </a:lnTo>
                <a:lnTo>
                  <a:pt x="693420" y="68580"/>
                </a:lnTo>
                <a:lnTo>
                  <a:pt x="693420" y="56388"/>
                </a:lnTo>
                <a:lnTo>
                  <a:pt x="669036" y="56388"/>
                </a:lnTo>
                <a:lnTo>
                  <a:pt x="669036" y="12192"/>
                </a:lnTo>
                <a:lnTo>
                  <a:pt x="661416" y="12192"/>
                </a:lnTo>
                <a:lnTo>
                  <a:pt x="650684" y="27520"/>
                </a:lnTo>
                <a:lnTo>
                  <a:pt x="640651" y="40005"/>
                </a:lnTo>
                <a:lnTo>
                  <a:pt x="630351" y="50761"/>
                </a:lnTo>
                <a:lnTo>
                  <a:pt x="618744" y="60960"/>
                </a:lnTo>
                <a:lnTo>
                  <a:pt x="618744" y="68580"/>
                </a:lnTo>
                <a:lnTo>
                  <a:pt x="632460" y="68580"/>
                </a:lnTo>
                <a:lnTo>
                  <a:pt x="632460" y="152400"/>
                </a:lnTo>
                <a:lnTo>
                  <a:pt x="634415" y="163753"/>
                </a:lnTo>
                <a:lnTo>
                  <a:pt x="640080" y="172402"/>
                </a:lnTo>
                <a:lnTo>
                  <a:pt x="649185" y="177901"/>
                </a:lnTo>
                <a:lnTo>
                  <a:pt x="661416" y="179832"/>
                </a:lnTo>
                <a:lnTo>
                  <a:pt x="673608" y="178308"/>
                </a:lnTo>
                <a:lnTo>
                  <a:pt x="683514" y="173355"/>
                </a:lnTo>
                <a:lnTo>
                  <a:pt x="692277" y="164401"/>
                </a:lnTo>
                <a:lnTo>
                  <a:pt x="701040" y="150876"/>
                </a:lnTo>
                <a:close/>
              </a:path>
              <a:path w="1067434" h="180339">
                <a:moveTo>
                  <a:pt x="832104" y="164592"/>
                </a:moveTo>
                <a:lnTo>
                  <a:pt x="830580" y="163068"/>
                </a:lnTo>
                <a:lnTo>
                  <a:pt x="827532" y="160020"/>
                </a:lnTo>
                <a:lnTo>
                  <a:pt x="824484" y="163068"/>
                </a:lnTo>
                <a:lnTo>
                  <a:pt x="818388" y="163068"/>
                </a:lnTo>
                <a:lnTo>
                  <a:pt x="816864" y="161544"/>
                </a:lnTo>
                <a:lnTo>
                  <a:pt x="816864" y="112776"/>
                </a:lnTo>
                <a:lnTo>
                  <a:pt x="816864" y="89916"/>
                </a:lnTo>
                <a:lnTo>
                  <a:pt x="814730" y="80772"/>
                </a:lnTo>
                <a:lnTo>
                  <a:pt x="813193" y="74460"/>
                </a:lnTo>
                <a:lnTo>
                  <a:pt x="802957" y="63055"/>
                </a:lnTo>
                <a:lnTo>
                  <a:pt x="798220" y="60960"/>
                </a:lnTo>
                <a:lnTo>
                  <a:pt x="786549" y="55791"/>
                </a:lnTo>
                <a:lnTo>
                  <a:pt x="786244" y="55791"/>
                </a:lnTo>
                <a:lnTo>
                  <a:pt x="765048" y="53340"/>
                </a:lnTo>
                <a:lnTo>
                  <a:pt x="744334" y="55791"/>
                </a:lnTo>
                <a:lnTo>
                  <a:pt x="728472" y="62674"/>
                </a:lnTo>
                <a:lnTo>
                  <a:pt x="718337" y="73266"/>
                </a:lnTo>
                <a:lnTo>
                  <a:pt x="714756" y="86868"/>
                </a:lnTo>
                <a:lnTo>
                  <a:pt x="714756" y="97536"/>
                </a:lnTo>
                <a:lnTo>
                  <a:pt x="720852" y="103632"/>
                </a:lnTo>
                <a:lnTo>
                  <a:pt x="742188" y="103632"/>
                </a:lnTo>
                <a:lnTo>
                  <a:pt x="749808" y="97536"/>
                </a:lnTo>
                <a:lnTo>
                  <a:pt x="749808" y="85344"/>
                </a:lnTo>
                <a:lnTo>
                  <a:pt x="748284" y="80772"/>
                </a:lnTo>
                <a:lnTo>
                  <a:pt x="741984" y="74460"/>
                </a:lnTo>
                <a:lnTo>
                  <a:pt x="742188" y="74460"/>
                </a:lnTo>
                <a:lnTo>
                  <a:pt x="742188" y="65532"/>
                </a:lnTo>
                <a:lnTo>
                  <a:pt x="748284" y="60960"/>
                </a:lnTo>
                <a:lnTo>
                  <a:pt x="758952" y="60960"/>
                </a:lnTo>
                <a:lnTo>
                  <a:pt x="768718" y="62407"/>
                </a:lnTo>
                <a:lnTo>
                  <a:pt x="775335" y="66865"/>
                </a:lnTo>
                <a:lnTo>
                  <a:pt x="779106" y="74460"/>
                </a:lnTo>
                <a:lnTo>
                  <a:pt x="780288" y="85344"/>
                </a:lnTo>
                <a:lnTo>
                  <a:pt x="780288" y="103632"/>
                </a:lnTo>
                <a:lnTo>
                  <a:pt x="780288" y="112776"/>
                </a:lnTo>
                <a:lnTo>
                  <a:pt x="780288" y="150876"/>
                </a:lnTo>
                <a:lnTo>
                  <a:pt x="772668" y="158496"/>
                </a:lnTo>
                <a:lnTo>
                  <a:pt x="768096" y="161544"/>
                </a:lnTo>
                <a:lnTo>
                  <a:pt x="752856" y="161544"/>
                </a:lnTo>
                <a:lnTo>
                  <a:pt x="748284" y="153924"/>
                </a:lnTo>
                <a:lnTo>
                  <a:pt x="748309" y="144678"/>
                </a:lnTo>
                <a:lnTo>
                  <a:pt x="750290" y="134200"/>
                </a:lnTo>
                <a:lnTo>
                  <a:pt x="756285" y="125349"/>
                </a:lnTo>
                <a:lnTo>
                  <a:pt x="766292" y="118198"/>
                </a:lnTo>
                <a:lnTo>
                  <a:pt x="780288" y="112776"/>
                </a:lnTo>
                <a:lnTo>
                  <a:pt x="780288" y="103632"/>
                </a:lnTo>
                <a:lnTo>
                  <a:pt x="735507" y="119697"/>
                </a:lnTo>
                <a:lnTo>
                  <a:pt x="710184" y="152400"/>
                </a:lnTo>
                <a:lnTo>
                  <a:pt x="712343" y="163068"/>
                </a:lnTo>
                <a:lnTo>
                  <a:pt x="713371" y="164592"/>
                </a:lnTo>
                <a:lnTo>
                  <a:pt x="718375" y="171831"/>
                </a:lnTo>
                <a:lnTo>
                  <a:pt x="727544" y="177685"/>
                </a:lnTo>
                <a:lnTo>
                  <a:pt x="739140" y="179832"/>
                </a:lnTo>
                <a:lnTo>
                  <a:pt x="750074" y="178892"/>
                </a:lnTo>
                <a:lnTo>
                  <a:pt x="760285" y="175831"/>
                </a:lnTo>
                <a:lnTo>
                  <a:pt x="770216" y="170180"/>
                </a:lnTo>
                <a:lnTo>
                  <a:pt x="780288" y="161544"/>
                </a:lnTo>
                <a:lnTo>
                  <a:pt x="783196" y="170180"/>
                </a:lnTo>
                <a:lnTo>
                  <a:pt x="787527" y="175831"/>
                </a:lnTo>
                <a:lnTo>
                  <a:pt x="793584" y="178892"/>
                </a:lnTo>
                <a:lnTo>
                  <a:pt x="801624" y="179832"/>
                </a:lnTo>
                <a:lnTo>
                  <a:pt x="810488" y="178892"/>
                </a:lnTo>
                <a:lnTo>
                  <a:pt x="810171" y="178892"/>
                </a:lnTo>
                <a:lnTo>
                  <a:pt x="817435" y="176212"/>
                </a:lnTo>
                <a:lnTo>
                  <a:pt x="824560" y="171462"/>
                </a:lnTo>
                <a:lnTo>
                  <a:pt x="832104" y="164592"/>
                </a:lnTo>
                <a:close/>
              </a:path>
              <a:path w="1067434" h="180339">
                <a:moveTo>
                  <a:pt x="975372" y="170688"/>
                </a:moveTo>
                <a:lnTo>
                  <a:pt x="966228" y="170688"/>
                </a:lnTo>
                <a:lnTo>
                  <a:pt x="963180" y="167640"/>
                </a:lnTo>
                <a:lnTo>
                  <a:pt x="963180" y="91440"/>
                </a:lnTo>
                <a:lnTo>
                  <a:pt x="960704" y="75831"/>
                </a:lnTo>
                <a:lnTo>
                  <a:pt x="958227" y="71628"/>
                </a:lnTo>
                <a:lnTo>
                  <a:pt x="953655" y="63817"/>
                </a:lnTo>
                <a:lnTo>
                  <a:pt x="942606" y="56070"/>
                </a:lnTo>
                <a:lnTo>
                  <a:pt x="928128" y="53340"/>
                </a:lnTo>
                <a:lnTo>
                  <a:pt x="917270" y="54762"/>
                </a:lnTo>
                <a:lnTo>
                  <a:pt x="907554" y="59055"/>
                </a:lnTo>
                <a:lnTo>
                  <a:pt x="898982" y="66192"/>
                </a:lnTo>
                <a:lnTo>
                  <a:pt x="891552" y="76200"/>
                </a:lnTo>
                <a:lnTo>
                  <a:pt x="891552" y="56388"/>
                </a:lnTo>
                <a:lnTo>
                  <a:pt x="841260" y="56388"/>
                </a:lnTo>
                <a:lnTo>
                  <a:pt x="841260" y="62484"/>
                </a:lnTo>
                <a:lnTo>
                  <a:pt x="851928" y="64008"/>
                </a:lnTo>
                <a:lnTo>
                  <a:pt x="854976" y="67056"/>
                </a:lnTo>
                <a:lnTo>
                  <a:pt x="854976" y="166116"/>
                </a:lnTo>
                <a:lnTo>
                  <a:pt x="853452" y="169164"/>
                </a:lnTo>
                <a:lnTo>
                  <a:pt x="841260" y="170688"/>
                </a:lnTo>
                <a:lnTo>
                  <a:pt x="841260" y="176784"/>
                </a:lnTo>
                <a:lnTo>
                  <a:pt x="903744" y="176784"/>
                </a:lnTo>
                <a:lnTo>
                  <a:pt x="903744" y="170688"/>
                </a:lnTo>
                <a:lnTo>
                  <a:pt x="894600" y="169164"/>
                </a:lnTo>
                <a:lnTo>
                  <a:pt x="891552" y="166116"/>
                </a:lnTo>
                <a:lnTo>
                  <a:pt x="891552" y="85344"/>
                </a:lnTo>
                <a:lnTo>
                  <a:pt x="893076" y="82296"/>
                </a:lnTo>
                <a:lnTo>
                  <a:pt x="899172" y="76200"/>
                </a:lnTo>
                <a:lnTo>
                  <a:pt x="900696" y="74676"/>
                </a:lnTo>
                <a:lnTo>
                  <a:pt x="906792" y="71628"/>
                </a:lnTo>
                <a:lnTo>
                  <a:pt x="922032" y="71628"/>
                </a:lnTo>
                <a:lnTo>
                  <a:pt x="926604" y="77724"/>
                </a:lnTo>
                <a:lnTo>
                  <a:pt x="926604" y="166116"/>
                </a:lnTo>
                <a:lnTo>
                  <a:pt x="923556" y="170688"/>
                </a:lnTo>
                <a:lnTo>
                  <a:pt x="914412" y="170688"/>
                </a:lnTo>
                <a:lnTo>
                  <a:pt x="914412" y="176784"/>
                </a:lnTo>
                <a:lnTo>
                  <a:pt x="975372" y="176784"/>
                </a:lnTo>
                <a:lnTo>
                  <a:pt x="975372" y="170688"/>
                </a:lnTo>
                <a:close/>
              </a:path>
              <a:path w="1067434" h="180339">
                <a:moveTo>
                  <a:pt x="1066812" y="150876"/>
                </a:moveTo>
                <a:lnTo>
                  <a:pt x="1060716" y="147828"/>
                </a:lnTo>
                <a:lnTo>
                  <a:pt x="1056144" y="158496"/>
                </a:lnTo>
                <a:lnTo>
                  <a:pt x="1051572" y="161544"/>
                </a:lnTo>
                <a:lnTo>
                  <a:pt x="1039380" y="161544"/>
                </a:lnTo>
                <a:lnTo>
                  <a:pt x="1036332" y="156972"/>
                </a:lnTo>
                <a:lnTo>
                  <a:pt x="1036332" y="68580"/>
                </a:lnTo>
                <a:lnTo>
                  <a:pt x="1060716" y="68580"/>
                </a:lnTo>
                <a:lnTo>
                  <a:pt x="1060716" y="56388"/>
                </a:lnTo>
                <a:lnTo>
                  <a:pt x="1036332" y="56388"/>
                </a:lnTo>
                <a:lnTo>
                  <a:pt x="1036332" y="12192"/>
                </a:lnTo>
                <a:lnTo>
                  <a:pt x="1028712" y="12192"/>
                </a:lnTo>
                <a:lnTo>
                  <a:pt x="1017968" y="27520"/>
                </a:lnTo>
                <a:lnTo>
                  <a:pt x="1007948" y="40005"/>
                </a:lnTo>
                <a:lnTo>
                  <a:pt x="997635" y="50761"/>
                </a:lnTo>
                <a:lnTo>
                  <a:pt x="986040" y="60960"/>
                </a:lnTo>
                <a:lnTo>
                  <a:pt x="986040" y="68580"/>
                </a:lnTo>
                <a:lnTo>
                  <a:pt x="999756" y="68580"/>
                </a:lnTo>
                <a:lnTo>
                  <a:pt x="999756" y="152400"/>
                </a:lnTo>
                <a:lnTo>
                  <a:pt x="1001699" y="163753"/>
                </a:lnTo>
                <a:lnTo>
                  <a:pt x="1007376" y="172402"/>
                </a:lnTo>
                <a:lnTo>
                  <a:pt x="1016469" y="177901"/>
                </a:lnTo>
                <a:lnTo>
                  <a:pt x="1028712" y="179832"/>
                </a:lnTo>
                <a:lnTo>
                  <a:pt x="1040231" y="178308"/>
                </a:lnTo>
                <a:lnTo>
                  <a:pt x="1050048" y="173355"/>
                </a:lnTo>
                <a:lnTo>
                  <a:pt x="1058710" y="164401"/>
                </a:lnTo>
                <a:lnTo>
                  <a:pt x="1066812" y="1508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316736" y="2142744"/>
            <a:ext cx="952500" cy="180340"/>
            <a:chOff x="1316736" y="2142744"/>
            <a:chExt cx="952500" cy="18034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6736" y="2199132"/>
              <a:ext cx="129540" cy="123444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475232" y="2142756"/>
              <a:ext cx="794385" cy="180340"/>
            </a:xfrm>
            <a:custGeom>
              <a:avLst/>
              <a:gdLst/>
              <a:ahLst/>
              <a:cxnLst/>
              <a:rect l="l" t="t" r="r" b="b"/>
              <a:pathLst>
                <a:path w="794385" h="180339">
                  <a:moveTo>
                    <a:pt x="64008" y="100584"/>
                  </a:moveTo>
                  <a:lnTo>
                    <a:pt x="0" y="100584"/>
                  </a:lnTo>
                  <a:lnTo>
                    <a:pt x="0" y="132588"/>
                  </a:lnTo>
                  <a:lnTo>
                    <a:pt x="64008" y="132588"/>
                  </a:lnTo>
                  <a:lnTo>
                    <a:pt x="64008" y="100584"/>
                  </a:lnTo>
                  <a:close/>
                </a:path>
                <a:path w="794385" h="180339">
                  <a:moveTo>
                    <a:pt x="228600" y="0"/>
                  </a:moveTo>
                  <a:lnTo>
                    <a:pt x="80772" y="0"/>
                  </a:lnTo>
                  <a:lnTo>
                    <a:pt x="80772" y="6096"/>
                  </a:lnTo>
                  <a:lnTo>
                    <a:pt x="92049" y="7023"/>
                  </a:lnTo>
                  <a:lnTo>
                    <a:pt x="99060" y="10096"/>
                  </a:lnTo>
                  <a:lnTo>
                    <a:pt x="102628" y="15735"/>
                  </a:lnTo>
                  <a:lnTo>
                    <a:pt x="103632" y="24384"/>
                  </a:lnTo>
                  <a:lnTo>
                    <a:pt x="103632" y="150876"/>
                  </a:lnTo>
                  <a:lnTo>
                    <a:pt x="102844" y="159296"/>
                  </a:lnTo>
                  <a:lnTo>
                    <a:pt x="99631" y="164592"/>
                  </a:lnTo>
                  <a:lnTo>
                    <a:pt x="92697" y="167589"/>
                  </a:lnTo>
                  <a:lnTo>
                    <a:pt x="80772" y="169164"/>
                  </a:lnTo>
                  <a:lnTo>
                    <a:pt x="80772" y="175260"/>
                  </a:lnTo>
                  <a:lnTo>
                    <a:pt x="175260" y="175260"/>
                  </a:lnTo>
                  <a:lnTo>
                    <a:pt x="175260" y="169164"/>
                  </a:lnTo>
                  <a:lnTo>
                    <a:pt x="160439" y="168440"/>
                  </a:lnTo>
                  <a:lnTo>
                    <a:pt x="151638" y="165735"/>
                  </a:lnTo>
                  <a:lnTo>
                    <a:pt x="147396" y="160159"/>
                  </a:lnTo>
                  <a:lnTo>
                    <a:pt x="146304" y="150876"/>
                  </a:lnTo>
                  <a:lnTo>
                    <a:pt x="146304" y="88392"/>
                  </a:lnTo>
                  <a:lnTo>
                    <a:pt x="163639" y="91173"/>
                  </a:lnTo>
                  <a:lnTo>
                    <a:pt x="175260" y="98107"/>
                  </a:lnTo>
                  <a:lnTo>
                    <a:pt x="182308" y="110464"/>
                  </a:lnTo>
                  <a:lnTo>
                    <a:pt x="185928" y="129540"/>
                  </a:lnTo>
                  <a:lnTo>
                    <a:pt x="192024" y="129540"/>
                  </a:lnTo>
                  <a:lnTo>
                    <a:pt x="192024" y="41148"/>
                  </a:lnTo>
                  <a:lnTo>
                    <a:pt x="185928" y="41148"/>
                  </a:lnTo>
                  <a:lnTo>
                    <a:pt x="181444" y="60198"/>
                  </a:lnTo>
                  <a:lnTo>
                    <a:pt x="174117" y="72390"/>
                  </a:lnTo>
                  <a:lnTo>
                    <a:pt x="162775" y="78867"/>
                  </a:lnTo>
                  <a:lnTo>
                    <a:pt x="146304" y="80772"/>
                  </a:lnTo>
                  <a:lnTo>
                    <a:pt x="146304" y="10668"/>
                  </a:lnTo>
                  <a:lnTo>
                    <a:pt x="149352" y="7620"/>
                  </a:lnTo>
                  <a:lnTo>
                    <a:pt x="163068" y="7620"/>
                  </a:lnTo>
                  <a:lnTo>
                    <a:pt x="203136" y="15328"/>
                  </a:lnTo>
                  <a:lnTo>
                    <a:pt x="222504" y="50292"/>
                  </a:lnTo>
                  <a:lnTo>
                    <a:pt x="228600" y="50292"/>
                  </a:lnTo>
                  <a:lnTo>
                    <a:pt x="228600" y="0"/>
                  </a:lnTo>
                  <a:close/>
                </a:path>
                <a:path w="794385" h="180339">
                  <a:moveTo>
                    <a:pt x="347472" y="115811"/>
                  </a:moveTo>
                  <a:lnTo>
                    <a:pt x="330898" y="70853"/>
                  </a:lnTo>
                  <a:lnTo>
                    <a:pt x="309308" y="57416"/>
                  </a:lnTo>
                  <a:lnTo>
                    <a:pt x="309308" y="115811"/>
                  </a:lnTo>
                  <a:lnTo>
                    <a:pt x="309245" y="120383"/>
                  </a:lnTo>
                  <a:lnTo>
                    <a:pt x="308394" y="143268"/>
                  </a:lnTo>
                  <a:lnTo>
                    <a:pt x="304990" y="160197"/>
                  </a:lnTo>
                  <a:lnTo>
                    <a:pt x="298437" y="169418"/>
                  </a:lnTo>
                  <a:lnTo>
                    <a:pt x="288036" y="172199"/>
                  </a:lnTo>
                  <a:lnTo>
                    <a:pt x="278091" y="169418"/>
                  </a:lnTo>
                  <a:lnTo>
                    <a:pt x="278231" y="169418"/>
                  </a:lnTo>
                  <a:lnTo>
                    <a:pt x="271653" y="160578"/>
                  </a:lnTo>
                  <a:lnTo>
                    <a:pt x="271551" y="160197"/>
                  </a:lnTo>
                  <a:lnTo>
                    <a:pt x="267881" y="144564"/>
                  </a:lnTo>
                  <a:lnTo>
                    <a:pt x="267817" y="143268"/>
                  </a:lnTo>
                  <a:lnTo>
                    <a:pt x="267703" y="141008"/>
                  </a:lnTo>
                  <a:lnTo>
                    <a:pt x="266700" y="120383"/>
                  </a:lnTo>
                  <a:lnTo>
                    <a:pt x="266801" y="117335"/>
                  </a:lnTo>
                  <a:lnTo>
                    <a:pt x="266852" y="115811"/>
                  </a:lnTo>
                  <a:lnTo>
                    <a:pt x="267665" y="91173"/>
                  </a:lnTo>
                  <a:lnTo>
                    <a:pt x="267792" y="90525"/>
                  </a:lnTo>
                  <a:lnTo>
                    <a:pt x="271081" y="72948"/>
                  </a:lnTo>
                  <a:lnTo>
                    <a:pt x="277622" y="63601"/>
                  </a:lnTo>
                  <a:lnTo>
                    <a:pt x="288036" y="60947"/>
                  </a:lnTo>
                  <a:lnTo>
                    <a:pt x="298437" y="63766"/>
                  </a:lnTo>
                  <a:lnTo>
                    <a:pt x="304990" y="73139"/>
                  </a:lnTo>
                  <a:lnTo>
                    <a:pt x="308394" y="90525"/>
                  </a:lnTo>
                  <a:lnTo>
                    <a:pt x="308406" y="91173"/>
                  </a:lnTo>
                  <a:lnTo>
                    <a:pt x="309308" y="115811"/>
                  </a:lnTo>
                  <a:lnTo>
                    <a:pt x="309308" y="57416"/>
                  </a:lnTo>
                  <a:lnTo>
                    <a:pt x="288036" y="53327"/>
                  </a:lnTo>
                  <a:lnTo>
                    <a:pt x="264604" y="57950"/>
                  </a:lnTo>
                  <a:lnTo>
                    <a:pt x="245745" y="70853"/>
                  </a:lnTo>
                  <a:lnTo>
                    <a:pt x="233222" y="90525"/>
                  </a:lnTo>
                  <a:lnTo>
                    <a:pt x="233070" y="91173"/>
                  </a:lnTo>
                  <a:lnTo>
                    <a:pt x="228600" y="115811"/>
                  </a:lnTo>
                  <a:lnTo>
                    <a:pt x="232956" y="141008"/>
                  </a:lnTo>
                  <a:lnTo>
                    <a:pt x="245173" y="160769"/>
                  </a:lnTo>
                  <a:lnTo>
                    <a:pt x="263956" y="173685"/>
                  </a:lnTo>
                  <a:lnTo>
                    <a:pt x="288036" y="178295"/>
                  </a:lnTo>
                  <a:lnTo>
                    <a:pt x="312102" y="173685"/>
                  </a:lnTo>
                  <a:lnTo>
                    <a:pt x="314248" y="172199"/>
                  </a:lnTo>
                  <a:lnTo>
                    <a:pt x="330898" y="160769"/>
                  </a:lnTo>
                  <a:lnTo>
                    <a:pt x="331012" y="160578"/>
                  </a:lnTo>
                  <a:lnTo>
                    <a:pt x="343103" y="141008"/>
                  </a:lnTo>
                  <a:lnTo>
                    <a:pt x="347472" y="115811"/>
                  </a:lnTo>
                  <a:close/>
                </a:path>
                <a:path w="794385" h="180339">
                  <a:moveTo>
                    <a:pt x="467868" y="73139"/>
                  </a:moveTo>
                  <a:lnTo>
                    <a:pt x="466242" y="64909"/>
                  </a:lnTo>
                  <a:lnTo>
                    <a:pt x="461772" y="58661"/>
                  </a:lnTo>
                  <a:lnTo>
                    <a:pt x="455002" y="54711"/>
                  </a:lnTo>
                  <a:lnTo>
                    <a:pt x="446532" y="53327"/>
                  </a:lnTo>
                  <a:lnTo>
                    <a:pt x="436740" y="54571"/>
                  </a:lnTo>
                  <a:lnTo>
                    <a:pt x="427672" y="58661"/>
                  </a:lnTo>
                  <a:lnTo>
                    <a:pt x="418884" y="66192"/>
                  </a:lnTo>
                  <a:lnTo>
                    <a:pt x="409956" y="77711"/>
                  </a:lnTo>
                  <a:lnTo>
                    <a:pt x="409956" y="56375"/>
                  </a:lnTo>
                  <a:lnTo>
                    <a:pt x="361188" y="56375"/>
                  </a:lnTo>
                  <a:lnTo>
                    <a:pt x="361188" y="60947"/>
                  </a:lnTo>
                  <a:lnTo>
                    <a:pt x="371856" y="62471"/>
                  </a:lnTo>
                  <a:lnTo>
                    <a:pt x="374904" y="67043"/>
                  </a:lnTo>
                  <a:lnTo>
                    <a:pt x="374904" y="164579"/>
                  </a:lnTo>
                  <a:lnTo>
                    <a:pt x="371856" y="167627"/>
                  </a:lnTo>
                  <a:lnTo>
                    <a:pt x="361188" y="170675"/>
                  </a:lnTo>
                  <a:lnTo>
                    <a:pt x="361188" y="175247"/>
                  </a:lnTo>
                  <a:lnTo>
                    <a:pt x="431292" y="175247"/>
                  </a:lnTo>
                  <a:lnTo>
                    <a:pt x="431292" y="170675"/>
                  </a:lnTo>
                  <a:lnTo>
                    <a:pt x="421119" y="169062"/>
                  </a:lnTo>
                  <a:lnTo>
                    <a:pt x="415099" y="165722"/>
                  </a:lnTo>
                  <a:lnTo>
                    <a:pt x="412216" y="159537"/>
                  </a:lnTo>
                  <a:lnTo>
                    <a:pt x="411480" y="149339"/>
                  </a:lnTo>
                  <a:lnTo>
                    <a:pt x="411480" y="99047"/>
                  </a:lnTo>
                  <a:lnTo>
                    <a:pt x="412813" y="90093"/>
                  </a:lnTo>
                  <a:lnTo>
                    <a:pt x="416433" y="82283"/>
                  </a:lnTo>
                  <a:lnTo>
                    <a:pt x="421767" y="76758"/>
                  </a:lnTo>
                  <a:lnTo>
                    <a:pt x="428244" y="74663"/>
                  </a:lnTo>
                  <a:lnTo>
                    <a:pt x="429768" y="74663"/>
                  </a:lnTo>
                  <a:lnTo>
                    <a:pt x="432816" y="77711"/>
                  </a:lnTo>
                  <a:lnTo>
                    <a:pt x="434340" y="80759"/>
                  </a:lnTo>
                  <a:lnTo>
                    <a:pt x="440436" y="88379"/>
                  </a:lnTo>
                  <a:lnTo>
                    <a:pt x="443484" y="89903"/>
                  </a:lnTo>
                  <a:lnTo>
                    <a:pt x="460248" y="89903"/>
                  </a:lnTo>
                  <a:lnTo>
                    <a:pt x="467868" y="83807"/>
                  </a:lnTo>
                  <a:lnTo>
                    <a:pt x="467868" y="73139"/>
                  </a:lnTo>
                  <a:close/>
                </a:path>
                <a:path w="794385" h="180339">
                  <a:moveTo>
                    <a:pt x="577596" y="150876"/>
                  </a:moveTo>
                  <a:lnTo>
                    <a:pt x="573024" y="146304"/>
                  </a:lnTo>
                  <a:lnTo>
                    <a:pt x="566610" y="153822"/>
                  </a:lnTo>
                  <a:lnTo>
                    <a:pt x="560641" y="158496"/>
                  </a:lnTo>
                  <a:lnTo>
                    <a:pt x="554367" y="160870"/>
                  </a:lnTo>
                  <a:lnTo>
                    <a:pt x="547116" y="161544"/>
                  </a:lnTo>
                  <a:lnTo>
                    <a:pt x="531507" y="157416"/>
                  </a:lnTo>
                  <a:lnTo>
                    <a:pt x="519493" y="145732"/>
                  </a:lnTo>
                  <a:lnTo>
                    <a:pt x="511746" y="127457"/>
                  </a:lnTo>
                  <a:lnTo>
                    <a:pt x="509016" y="103632"/>
                  </a:lnTo>
                  <a:lnTo>
                    <a:pt x="510654" y="85382"/>
                  </a:lnTo>
                  <a:lnTo>
                    <a:pt x="515302" y="72009"/>
                  </a:lnTo>
                  <a:lnTo>
                    <a:pt x="522516" y="63766"/>
                  </a:lnTo>
                  <a:lnTo>
                    <a:pt x="531876" y="60960"/>
                  </a:lnTo>
                  <a:lnTo>
                    <a:pt x="536448" y="60960"/>
                  </a:lnTo>
                  <a:lnTo>
                    <a:pt x="539496" y="62484"/>
                  </a:lnTo>
                  <a:lnTo>
                    <a:pt x="541020" y="65532"/>
                  </a:lnTo>
                  <a:lnTo>
                    <a:pt x="542544" y="67056"/>
                  </a:lnTo>
                  <a:lnTo>
                    <a:pt x="542544" y="91440"/>
                  </a:lnTo>
                  <a:lnTo>
                    <a:pt x="547116" y="97536"/>
                  </a:lnTo>
                  <a:lnTo>
                    <a:pt x="568452" y="97536"/>
                  </a:lnTo>
                  <a:lnTo>
                    <a:pt x="574548" y="91440"/>
                  </a:lnTo>
                  <a:lnTo>
                    <a:pt x="574548" y="80772"/>
                  </a:lnTo>
                  <a:lnTo>
                    <a:pt x="571563" y="69405"/>
                  </a:lnTo>
                  <a:lnTo>
                    <a:pt x="563486" y="60960"/>
                  </a:lnTo>
                  <a:lnTo>
                    <a:pt x="563308" y="60769"/>
                  </a:lnTo>
                  <a:lnTo>
                    <a:pt x="550748" y="55257"/>
                  </a:lnTo>
                  <a:lnTo>
                    <a:pt x="534924" y="53340"/>
                  </a:lnTo>
                  <a:lnTo>
                    <a:pt x="509727" y="57975"/>
                  </a:lnTo>
                  <a:lnTo>
                    <a:pt x="489966" y="71056"/>
                  </a:lnTo>
                  <a:lnTo>
                    <a:pt x="477050" y="91262"/>
                  </a:lnTo>
                  <a:lnTo>
                    <a:pt x="477024" y="91440"/>
                  </a:lnTo>
                  <a:lnTo>
                    <a:pt x="472440" y="117348"/>
                  </a:lnTo>
                  <a:lnTo>
                    <a:pt x="476529" y="142532"/>
                  </a:lnTo>
                  <a:lnTo>
                    <a:pt x="488061" y="162306"/>
                  </a:lnTo>
                  <a:lnTo>
                    <a:pt x="505866" y="175209"/>
                  </a:lnTo>
                  <a:lnTo>
                    <a:pt x="528828" y="179832"/>
                  </a:lnTo>
                  <a:lnTo>
                    <a:pt x="542874" y="178092"/>
                  </a:lnTo>
                  <a:lnTo>
                    <a:pt x="555498" y="172783"/>
                  </a:lnTo>
                  <a:lnTo>
                    <a:pt x="566966" y="163753"/>
                  </a:lnTo>
                  <a:lnTo>
                    <a:pt x="568794" y="161544"/>
                  </a:lnTo>
                  <a:lnTo>
                    <a:pt x="577596" y="150876"/>
                  </a:lnTo>
                  <a:close/>
                </a:path>
                <a:path w="794385" h="180339">
                  <a:moveTo>
                    <a:pt x="694931" y="146304"/>
                  </a:moveTo>
                  <a:lnTo>
                    <a:pt x="687311" y="143256"/>
                  </a:lnTo>
                  <a:lnTo>
                    <a:pt x="679792" y="151015"/>
                  </a:lnTo>
                  <a:lnTo>
                    <a:pt x="672833" y="156210"/>
                  </a:lnTo>
                  <a:lnTo>
                    <a:pt x="665886" y="159105"/>
                  </a:lnTo>
                  <a:lnTo>
                    <a:pt x="658355" y="160020"/>
                  </a:lnTo>
                  <a:lnTo>
                    <a:pt x="650290" y="159105"/>
                  </a:lnTo>
                  <a:lnTo>
                    <a:pt x="650748" y="159105"/>
                  </a:lnTo>
                  <a:lnTo>
                    <a:pt x="644639" y="156781"/>
                  </a:lnTo>
                  <a:lnTo>
                    <a:pt x="626351" y="111252"/>
                  </a:lnTo>
                  <a:lnTo>
                    <a:pt x="693407" y="111252"/>
                  </a:lnTo>
                  <a:lnTo>
                    <a:pt x="692327" y="102108"/>
                  </a:lnTo>
                  <a:lnTo>
                    <a:pt x="672172" y="60960"/>
                  </a:lnTo>
                  <a:lnTo>
                    <a:pt x="663879" y="56769"/>
                  </a:lnTo>
                  <a:lnTo>
                    <a:pt x="661403" y="56083"/>
                  </a:lnTo>
                  <a:lnTo>
                    <a:pt x="661403" y="102108"/>
                  </a:lnTo>
                  <a:lnTo>
                    <a:pt x="624827" y="102108"/>
                  </a:lnTo>
                  <a:lnTo>
                    <a:pt x="626643" y="82169"/>
                  </a:lnTo>
                  <a:lnTo>
                    <a:pt x="630161" y="69532"/>
                  </a:lnTo>
                  <a:lnTo>
                    <a:pt x="635977" y="62877"/>
                  </a:lnTo>
                  <a:lnTo>
                    <a:pt x="644639" y="60960"/>
                  </a:lnTo>
                  <a:lnTo>
                    <a:pt x="652259" y="60960"/>
                  </a:lnTo>
                  <a:lnTo>
                    <a:pt x="656831" y="64008"/>
                  </a:lnTo>
                  <a:lnTo>
                    <a:pt x="658355" y="73152"/>
                  </a:lnTo>
                  <a:lnTo>
                    <a:pt x="659879" y="77724"/>
                  </a:lnTo>
                  <a:lnTo>
                    <a:pt x="659879" y="85344"/>
                  </a:lnTo>
                  <a:lnTo>
                    <a:pt x="661327" y="96837"/>
                  </a:lnTo>
                  <a:lnTo>
                    <a:pt x="661403" y="102108"/>
                  </a:lnTo>
                  <a:lnTo>
                    <a:pt x="661403" y="56083"/>
                  </a:lnTo>
                  <a:lnTo>
                    <a:pt x="654621" y="54190"/>
                  </a:lnTo>
                  <a:lnTo>
                    <a:pt x="644639" y="53340"/>
                  </a:lnTo>
                  <a:lnTo>
                    <a:pt x="621931" y="57734"/>
                  </a:lnTo>
                  <a:lnTo>
                    <a:pt x="604634" y="70294"/>
                  </a:lnTo>
                  <a:lnTo>
                    <a:pt x="593636" y="89979"/>
                  </a:lnTo>
                  <a:lnTo>
                    <a:pt x="589775" y="115824"/>
                  </a:lnTo>
                  <a:lnTo>
                    <a:pt x="593610" y="141655"/>
                  </a:lnTo>
                  <a:lnTo>
                    <a:pt x="604443" y="161353"/>
                  </a:lnTo>
                  <a:lnTo>
                    <a:pt x="621284" y="173901"/>
                  </a:lnTo>
                  <a:lnTo>
                    <a:pt x="643115" y="178308"/>
                  </a:lnTo>
                  <a:lnTo>
                    <a:pt x="657644" y="176733"/>
                  </a:lnTo>
                  <a:lnTo>
                    <a:pt x="670166" y="171450"/>
                  </a:lnTo>
                  <a:lnTo>
                    <a:pt x="682129" y="161582"/>
                  </a:lnTo>
                  <a:lnTo>
                    <a:pt x="683437" y="160020"/>
                  </a:lnTo>
                  <a:lnTo>
                    <a:pt x="694931" y="146304"/>
                  </a:lnTo>
                  <a:close/>
                </a:path>
                <a:path w="794385" h="180339">
                  <a:moveTo>
                    <a:pt x="794004" y="140195"/>
                  </a:moveTo>
                  <a:lnTo>
                    <a:pt x="791921" y="127558"/>
                  </a:lnTo>
                  <a:lnTo>
                    <a:pt x="785431" y="116763"/>
                  </a:lnTo>
                  <a:lnTo>
                    <a:pt x="774065" y="107416"/>
                  </a:lnTo>
                  <a:lnTo>
                    <a:pt x="746544" y="93548"/>
                  </a:lnTo>
                  <a:lnTo>
                    <a:pt x="738949" y="88188"/>
                  </a:lnTo>
                  <a:lnTo>
                    <a:pt x="734491" y="82550"/>
                  </a:lnTo>
                  <a:lnTo>
                    <a:pt x="733044" y="76187"/>
                  </a:lnTo>
                  <a:lnTo>
                    <a:pt x="733044" y="67043"/>
                  </a:lnTo>
                  <a:lnTo>
                    <a:pt x="740664" y="60947"/>
                  </a:lnTo>
                  <a:lnTo>
                    <a:pt x="755904" y="60947"/>
                  </a:lnTo>
                  <a:lnTo>
                    <a:pt x="763524" y="63995"/>
                  </a:lnTo>
                  <a:lnTo>
                    <a:pt x="769620" y="70091"/>
                  </a:lnTo>
                  <a:lnTo>
                    <a:pt x="775716" y="74663"/>
                  </a:lnTo>
                  <a:lnTo>
                    <a:pt x="777240" y="79235"/>
                  </a:lnTo>
                  <a:lnTo>
                    <a:pt x="781812" y="91427"/>
                  </a:lnTo>
                  <a:lnTo>
                    <a:pt x="787908" y="91427"/>
                  </a:lnTo>
                  <a:lnTo>
                    <a:pt x="787908" y="53327"/>
                  </a:lnTo>
                  <a:lnTo>
                    <a:pt x="781812" y="53327"/>
                  </a:lnTo>
                  <a:lnTo>
                    <a:pt x="780288" y="56375"/>
                  </a:lnTo>
                  <a:lnTo>
                    <a:pt x="778764" y="57899"/>
                  </a:lnTo>
                  <a:lnTo>
                    <a:pt x="772668" y="57899"/>
                  </a:lnTo>
                  <a:lnTo>
                    <a:pt x="758952" y="53327"/>
                  </a:lnTo>
                  <a:lnTo>
                    <a:pt x="748284" y="53327"/>
                  </a:lnTo>
                  <a:lnTo>
                    <a:pt x="731558" y="56045"/>
                  </a:lnTo>
                  <a:lnTo>
                    <a:pt x="718566" y="63614"/>
                  </a:lnTo>
                  <a:lnTo>
                    <a:pt x="710133" y="75196"/>
                  </a:lnTo>
                  <a:lnTo>
                    <a:pt x="707136" y="89903"/>
                  </a:lnTo>
                  <a:lnTo>
                    <a:pt x="709206" y="102552"/>
                  </a:lnTo>
                  <a:lnTo>
                    <a:pt x="715708" y="113334"/>
                  </a:lnTo>
                  <a:lnTo>
                    <a:pt x="727062" y="122694"/>
                  </a:lnTo>
                  <a:lnTo>
                    <a:pt x="754583" y="136563"/>
                  </a:lnTo>
                  <a:lnTo>
                    <a:pt x="762190" y="141909"/>
                  </a:lnTo>
                  <a:lnTo>
                    <a:pt x="766635" y="147561"/>
                  </a:lnTo>
                  <a:lnTo>
                    <a:pt x="768096" y="153911"/>
                  </a:lnTo>
                  <a:lnTo>
                    <a:pt x="766711" y="160388"/>
                  </a:lnTo>
                  <a:lnTo>
                    <a:pt x="762762" y="165722"/>
                  </a:lnTo>
                  <a:lnTo>
                    <a:pt x="756513" y="169341"/>
                  </a:lnTo>
                  <a:lnTo>
                    <a:pt x="748284" y="170675"/>
                  </a:lnTo>
                  <a:lnTo>
                    <a:pt x="735723" y="168414"/>
                  </a:lnTo>
                  <a:lnTo>
                    <a:pt x="725614" y="161721"/>
                  </a:lnTo>
                  <a:lnTo>
                    <a:pt x="718058" y="150749"/>
                  </a:lnTo>
                  <a:lnTo>
                    <a:pt x="713232" y="135623"/>
                  </a:lnTo>
                  <a:lnTo>
                    <a:pt x="705612" y="135623"/>
                  </a:lnTo>
                  <a:lnTo>
                    <a:pt x="705612" y="178295"/>
                  </a:lnTo>
                  <a:lnTo>
                    <a:pt x="711708" y="178295"/>
                  </a:lnTo>
                  <a:lnTo>
                    <a:pt x="714756" y="173723"/>
                  </a:lnTo>
                  <a:lnTo>
                    <a:pt x="716280" y="172199"/>
                  </a:lnTo>
                  <a:lnTo>
                    <a:pt x="722376" y="172199"/>
                  </a:lnTo>
                  <a:lnTo>
                    <a:pt x="725424" y="173723"/>
                  </a:lnTo>
                  <a:lnTo>
                    <a:pt x="731850" y="175971"/>
                  </a:lnTo>
                  <a:lnTo>
                    <a:pt x="739140" y="177914"/>
                  </a:lnTo>
                  <a:lnTo>
                    <a:pt x="746417" y="179298"/>
                  </a:lnTo>
                  <a:lnTo>
                    <a:pt x="752856" y="179819"/>
                  </a:lnTo>
                  <a:lnTo>
                    <a:pt x="769569" y="176847"/>
                  </a:lnTo>
                  <a:lnTo>
                    <a:pt x="782574" y="168579"/>
                  </a:lnTo>
                  <a:lnTo>
                    <a:pt x="790994" y="156032"/>
                  </a:lnTo>
                  <a:lnTo>
                    <a:pt x="794004" y="1401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48483" y="2142744"/>
            <a:ext cx="411480" cy="179832"/>
          </a:xfrm>
          <a:prstGeom prst="rect">
            <a:avLst/>
          </a:prstGeom>
        </p:spPr>
      </p:pic>
      <p:sp>
        <p:nvSpPr>
          <p:cNvPr id="11" name="object 11" descr=""/>
          <p:cNvSpPr/>
          <p:nvPr/>
        </p:nvSpPr>
        <p:spPr>
          <a:xfrm>
            <a:off x="2845308" y="2139695"/>
            <a:ext cx="928369" cy="231775"/>
          </a:xfrm>
          <a:custGeom>
            <a:avLst/>
            <a:gdLst/>
            <a:ahLst/>
            <a:cxnLst/>
            <a:rect l="l" t="t" r="r" b="b"/>
            <a:pathLst>
              <a:path w="928370" h="231775">
                <a:moveTo>
                  <a:pt x="166116" y="146304"/>
                </a:moveTo>
                <a:lnTo>
                  <a:pt x="158496" y="138684"/>
                </a:lnTo>
                <a:lnTo>
                  <a:pt x="148056" y="149402"/>
                </a:lnTo>
                <a:lnTo>
                  <a:pt x="139065" y="156972"/>
                </a:lnTo>
                <a:lnTo>
                  <a:pt x="130632" y="162267"/>
                </a:lnTo>
                <a:lnTo>
                  <a:pt x="121920" y="166116"/>
                </a:lnTo>
                <a:lnTo>
                  <a:pt x="114300" y="169164"/>
                </a:lnTo>
                <a:lnTo>
                  <a:pt x="105156" y="170688"/>
                </a:lnTo>
                <a:lnTo>
                  <a:pt x="97536" y="170688"/>
                </a:lnTo>
                <a:lnTo>
                  <a:pt x="56388" y="149352"/>
                </a:lnTo>
                <a:lnTo>
                  <a:pt x="45021" y="108204"/>
                </a:lnTo>
                <a:lnTo>
                  <a:pt x="44196" y="89916"/>
                </a:lnTo>
                <a:lnTo>
                  <a:pt x="47307" y="54559"/>
                </a:lnTo>
                <a:lnTo>
                  <a:pt x="56578" y="28765"/>
                </a:lnTo>
                <a:lnTo>
                  <a:pt x="71831" y="12979"/>
                </a:lnTo>
                <a:lnTo>
                  <a:pt x="92964" y="7620"/>
                </a:lnTo>
                <a:lnTo>
                  <a:pt x="102082" y="8509"/>
                </a:lnTo>
                <a:lnTo>
                  <a:pt x="135267" y="29895"/>
                </a:lnTo>
                <a:lnTo>
                  <a:pt x="153924" y="60960"/>
                </a:lnTo>
                <a:lnTo>
                  <a:pt x="161544" y="60960"/>
                </a:lnTo>
                <a:lnTo>
                  <a:pt x="161544" y="0"/>
                </a:lnTo>
                <a:lnTo>
                  <a:pt x="153924" y="0"/>
                </a:lnTo>
                <a:lnTo>
                  <a:pt x="150876" y="9144"/>
                </a:lnTo>
                <a:lnTo>
                  <a:pt x="147828" y="12192"/>
                </a:lnTo>
                <a:lnTo>
                  <a:pt x="140208" y="12192"/>
                </a:lnTo>
                <a:lnTo>
                  <a:pt x="137160" y="10668"/>
                </a:lnTo>
                <a:lnTo>
                  <a:pt x="131064" y="9144"/>
                </a:lnTo>
                <a:lnTo>
                  <a:pt x="119913" y="4508"/>
                </a:lnTo>
                <a:lnTo>
                  <a:pt x="109347" y="1714"/>
                </a:lnTo>
                <a:lnTo>
                  <a:pt x="99339" y="368"/>
                </a:lnTo>
                <a:lnTo>
                  <a:pt x="89916" y="0"/>
                </a:lnTo>
                <a:lnTo>
                  <a:pt x="54000" y="7035"/>
                </a:lnTo>
                <a:lnTo>
                  <a:pt x="25527" y="26479"/>
                </a:lnTo>
                <a:lnTo>
                  <a:pt x="6756" y="55943"/>
                </a:lnTo>
                <a:lnTo>
                  <a:pt x="0" y="92964"/>
                </a:lnTo>
                <a:lnTo>
                  <a:pt x="6565" y="129527"/>
                </a:lnTo>
                <a:lnTo>
                  <a:pt x="25146" y="157924"/>
                </a:lnTo>
                <a:lnTo>
                  <a:pt x="54000" y="176339"/>
                </a:lnTo>
                <a:lnTo>
                  <a:pt x="91440" y="182880"/>
                </a:lnTo>
                <a:lnTo>
                  <a:pt x="112102" y="181241"/>
                </a:lnTo>
                <a:lnTo>
                  <a:pt x="129921" y="175450"/>
                </a:lnTo>
                <a:lnTo>
                  <a:pt x="147154" y="164236"/>
                </a:lnTo>
                <a:lnTo>
                  <a:pt x="166116" y="146304"/>
                </a:lnTo>
                <a:close/>
              </a:path>
              <a:path w="928370" h="231775">
                <a:moveTo>
                  <a:pt x="300215" y="118872"/>
                </a:moveTo>
                <a:lnTo>
                  <a:pt x="283641" y="73914"/>
                </a:lnTo>
                <a:lnTo>
                  <a:pt x="262064" y="60477"/>
                </a:lnTo>
                <a:lnTo>
                  <a:pt x="262064" y="118872"/>
                </a:lnTo>
                <a:lnTo>
                  <a:pt x="261975" y="123444"/>
                </a:lnTo>
                <a:lnTo>
                  <a:pt x="260934" y="146329"/>
                </a:lnTo>
                <a:lnTo>
                  <a:pt x="257162" y="163258"/>
                </a:lnTo>
                <a:lnTo>
                  <a:pt x="250545" y="172478"/>
                </a:lnTo>
                <a:lnTo>
                  <a:pt x="240779" y="175260"/>
                </a:lnTo>
                <a:lnTo>
                  <a:pt x="230200" y="172478"/>
                </a:lnTo>
                <a:lnTo>
                  <a:pt x="230339" y="172478"/>
                </a:lnTo>
                <a:lnTo>
                  <a:pt x="223824" y="163639"/>
                </a:lnTo>
                <a:lnTo>
                  <a:pt x="223748" y="163258"/>
                </a:lnTo>
                <a:lnTo>
                  <a:pt x="220421" y="147624"/>
                </a:lnTo>
                <a:lnTo>
                  <a:pt x="220370" y="146329"/>
                </a:lnTo>
                <a:lnTo>
                  <a:pt x="220281" y="144068"/>
                </a:lnTo>
                <a:lnTo>
                  <a:pt x="219443" y="123444"/>
                </a:lnTo>
                <a:lnTo>
                  <a:pt x="219557" y="120396"/>
                </a:lnTo>
                <a:lnTo>
                  <a:pt x="219608" y="118872"/>
                </a:lnTo>
                <a:lnTo>
                  <a:pt x="220421" y="94234"/>
                </a:lnTo>
                <a:lnTo>
                  <a:pt x="220548" y="93586"/>
                </a:lnTo>
                <a:lnTo>
                  <a:pt x="223824" y="76009"/>
                </a:lnTo>
                <a:lnTo>
                  <a:pt x="230378" y="66662"/>
                </a:lnTo>
                <a:lnTo>
                  <a:pt x="240779" y="64008"/>
                </a:lnTo>
                <a:lnTo>
                  <a:pt x="251193" y="66827"/>
                </a:lnTo>
                <a:lnTo>
                  <a:pt x="257733" y="76200"/>
                </a:lnTo>
                <a:lnTo>
                  <a:pt x="261150" y="93586"/>
                </a:lnTo>
                <a:lnTo>
                  <a:pt x="261162" y="94234"/>
                </a:lnTo>
                <a:lnTo>
                  <a:pt x="262064" y="118872"/>
                </a:lnTo>
                <a:lnTo>
                  <a:pt x="262064" y="60477"/>
                </a:lnTo>
                <a:lnTo>
                  <a:pt x="240779" y="56388"/>
                </a:lnTo>
                <a:lnTo>
                  <a:pt x="217347" y="61010"/>
                </a:lnTo>
                <a:lnTo>
                  <a:pt x="198488" y="73914"/>
                </a:lnTo>
                <a:lnTo>
                  <a:pt x="185978" y="93586"/>
                </a:lnTo>
                <a:lnTo>
                  <a:pt x="185826" y="94234"/>
                </a:lnTo>
                <a:lnTo>
                  <a:pt x="181343" y="118872"/>
                </a:lnTo>
                <a:lnTo>
                  <a:pt x="185712" y="144068"/>
                </a:lnTo>
                <a:lnTo>
                  <a:pt x="197916" y="163830"/>
                </a:lnTo>
                <a:lnTo>
                  <a:pt x="216712" y="176745"/>
                </a:lnTo>
                <a:lnTo>
                  <a:pt x="240779" y="181356"/>
                </a:lnTo>
                <a:lnTo>
                  <a:pt x="264858" y="176745"/>
                </a:lnTo>
                <a:lnTo>
                  <a:pt x="267004" y="175260"/>
                </a:lnTo>
                <a:lnTo>
                  <a:pt x="283641" y="163830"/>
                </a:lnTo>
                <a:lnTo>
                  <a:pt x="283768" y="163639"/>
                </a:lnTo>
                <a:lnTo>
                  <a:pt x="295859" y="144068"/>
                </a:lnTo>
                <a:lnTo>
                  <a:pt x="300215" y="118872"/>
                </a:lnTo>
                <a:close/>
              </a:path>
              <a:path w="928370" h="231775">
                <a:moveTo>
                  <a:pt x="448056" y="169176"/>
                </a:moveTo>
                <a:lnTo>
                  <a:pt x="435864" y="167652"/>
                </a:lnTo>
                <a:lnTo>
                  <a:pt x="432816" y="164604"/>
                </a:lnTo>
                <a:lnTo>
                  <a:pt x="432816" y="59448"/>
                </a:lnTo>
                <a:lnTo>
                  <a:pt x="379476" y="59448"/>
                </a:lnTo>
                <a:lnTo>
                  <a:pt x="379476" y="64020"/>
                </a:lnTo>
                <a:lnTo>
                  <a:pt x="393192" y="65544"/>
                </a:lnTo>
                <a:lnTo>
                  <a:pt x="396240" y="68592"/>
                </a:lnTo>
                <a:lnTo>
                  <a:pt x="396240" y="155460"/>
                </a:lnTo>
                <a:lnTo>
                  <a:pt x="387096" y="163080"/>
                </a:lnTo>
                <a:lnTo>
                  <a:pt x="382524" y="166128"/>
                </a:lnTo>
                <a:lnTo>
                  <a:pt x="364236" y="166128"/>
                </a:lnTo>
                <a:lnTo>
                  <a:pt x="359664" y="160032"/>
                </a:lnTo>
                <a:lnTo>
                  <a:pt x="359664" y="59448"/>
                </a:lnTo>
                <a:lnTo>
                  <a:pt x="310896" y="59448"/>
                </a:lnTo>
                <a:lnTo>
                  <a:pt x="310896" y="64020"/>
                </a:lnTo>
                <a:lnTo>
                  <a:pt x="321564" y="67068"/>
                </a:lnTo>
                <a:lnTo>
                  <a:pt x="323088" y="68592"/>
                </a:lnTo>
                <a:lnTo>
                  <a:pt x="323088" y="146316"/>
                </a:lnTo>
                <a:lnTo>
                  <a:pt x="325564" y="161429"/>
                </a:lnTo>
                <a:lnTo>
                  <a:pt x="332613" y="172415"/>
                </a:lnTo>
                <a:lnTo>
                  <a:pt x="343662" y="179095"/>
                </a:lnTo>
                <a:lnTo>
                  <a:pt x="358140" y="181368"/>
                </a:lnTo>
                <a:lnTo>
                  <a:pt x="367728" y="180670"/>
                </a:lnTo>
                <a:lnTo>
                  <a:pt x="376618" y="178130"/>
                </a:lnTo>
                <a:lnTo>
                  <a:pt x="385775" y="172999"/>
                </a:lnTo>
                <a:lnTo>
                  <a:pt x="396240" y="164604"/>
                </a:lnTo>
                <a:lnTo>
                  <a:pt x="396240" y="181368"/>
                </a:lnTo>
                <a:lnTo>
                  <a:pt x="448056" y="173748"/>
                </a:lnTo>
                <a:lnTo>
                  <a:pt x="448056" y="169176"/>
                </a:lnTo>
                <a:close/>
              </a:path>
              <a:path w="928370" h="231775">
                <a:moveTo>
                  <a:pt x="589572" y="117360"/>
                </a:moveTo>
                <a:lnTo>
                  <a:pt x="589559" y="115836"/>
                </a:lnTo>
                <a:lnTo>
                  <a:pt x="586232" y="92405"/>
                </a:lnTo>
                <a:lnTo>
                  <a:pt x="576262" y="73164"/>
                </a:lnTo>
                <a:lnTo>
                  <a:pt x="572465" y="70116"/>
                </a:lnTo>
                <a:lnTo>
                  <a:pt x="560844" y="60782"/>
                </a:lnTo>
                <a:lnTo>
                  <a:pt x="551688" y="58762"/>
                </a:lnTo>
                <a:lnTo>
                  <a:pt x="551688" y="120408"/>
                </a:lnTo>
                <a:lnTo>
                  <a:pt x="550252" y="141287"/>
                </a:lnTo>
                <a:lnTo>
                  <a:pt x="545973" y="156032"/>
                </a:lnTo>
                <a:lnTo>
                  <a:pt x="538822" y="164769"/>
                </a:lnTo>
                <a:lnTo>
                  <a:pt x="528828" y="167652"/>
                </a:lnTo>
                <a:lnTo>
                  <a:pt x="519684" y="167652"/>
                </a:lnTo>
                <a:lnTo>
                  <a:pt x="512064" y="161556"/>
                </a:lnTo>
                <a:lnTo>
                  <a:pt x="509016" y="152412"/>
                </a:lnTo>
                <a:lnTo>
                  <a:pt x="509016" y="86880"/>
                </a:lnTo>
                <a:lnTo>
                  <a:pt x="510540" y="82308"/>
                </a:lnTo>
                <a:lnTo>
                  <a:pt x="516636" y="76212"/>
                </a:lnTo>
                <a:lnTo>
                  <a:pt x="519684" y="73164"/>
                </a:lnTo>
                <a:lnTo>
                  <a:pt x="525780" y="70116"/>
                </a:lnTo>
                <a:lnTo>
                  <a:pt x="531876" y="70116"/>
                </a:lnTo>
                <a:lnTo>
                  <a:pt x="540486" y="73164"/>
                </a:lnTo>
                <a:lnTo>
                  <a:pt x="540689" y="73164"/>
                </a:lnTo>
                <a:lnTo>
                  <a:pt x="546925" y="82689"/>
                </a:lnTo>
                <a:lnTo>
                  <a:pt x="550519" y="98399"/>
                </a:lnTo>
                <a:lnTo>
                  <a:pt x="551688" y="120408"/>
                </a:lnTo>
                <a:lnTo>
                  <a:pt x="551688" y="58762"/>
                </a:lnTo>
                <a:lnTo>
                  <a:pt x="541020" y="56400"/>
                </a:lnTo>
                <a:lnTo>
                  <a:pt x="530631" y="57556"/>
                </a:lnTo>
                <a:lnTo>
                  <a:pt x="521970" y="61163"/>
                </a:lnTo>
                <a:lnTo>
                  <a:pt x="514438" y="67322"/>
                </a:lnTo>
                <a:lnTo>
                  <a:pt x="507492" y="76212"/>
                </a:lnTo>
                <a:lnTo>
                  <a:pt x="507492" y="59448"/>
                </a:lnTo>
                <a:lnTo>
                  <a:pt x="457200" y="59448"/>
                </a:lnTo>
                <a:lnTo>
                  <a:pt x="457200" y="64020"/>
                </a:lnTo>
                <a:lnTo>
                  <a:pt x="469392" y="67068"/>
                </a:lnTo>
                <a:lnTo>
                  <a:pt x="472440" y="68592"/>
                </a:lnTo>
                <a:lnTo>
                  <a:pt x="472440" y="220992"/>
                </a:lnTo>
                <a:lnTo>
                  <a:pt x="469392" y="224040"/>
                </a:lnTo>
                <a:lnTo>
                  <a:pt x="457200" y="225564"/>
                </a:lnTo>
                <a:lnTo>
                  <a:pt x="457200" y="231660"/>
                </a:lnTo>
                <a:lnTo>
                  <a:pt x="528828" y="231660"/>
                </a:lnTo>
                <a:lnTo>
                  <a:pt x="528828" y="227088"/>
                </a:lnTo>
                <a:lnTo>
                  <a:pt x="519303" y="225196"/>
                </a:lnTo>
                <a:lnTo>
                  <a:pt x="513207" y="221183"/>
                </a:lnTo>
                <a:lnTo>
                  <a:pt x="513118" y="220992"/>
                </a:lnTo>
                <a:lnTo>
                  <a:pt x="509968" y="214007"/>
                </a:lnTo>
                <a:lnTo>
                  <a:pt x="509016" y="202704"/>
                </a:lnTo>
                <a:lnTo>
                  <a:pt x="509016" y="167652"/>
                </a:lnTo>
                <a:lnTo>
                  <a:pt x="517207" y="174294"/>
                </a:lnTo>
                <a:lnTo>
                  <a:pt x="524256" y="178511"/>
                </a:lnTo>
                <a:lnTo>
                  <a:pt x="531304" y="180721"/>
                </a:lnTo>
                <a:lnTo>
                  <a:pt x="539496" y="181368"/>
                </a:lnTo>
                <a:lnTo>
                  <a:pt x="559562" y="176695"/>
                </a:lnTo>
                <a:lnTo>
                  <a:pt x="575500" y="163461"/>
                </a:lnTo>
                <a:lnTo>
                  <a:pt x="585990" y="142786"/>
                </a:lnTo>
                <a:lnTo>
                  <a:pt x="589572" y="117360"/>
                </a:lnTo>
                <a:close/>
              </a:path>
              <a:path w="928370" h="231775">
                <a:moveTo>
                  <a:pt x="665988" y="173748"/>
                </a:moveTo>
                <a:lnTo>
                  <a:pt x="656844" y="172224"/>
                </a:lnTo>
                <a:lnTo>
                  <a:pt x="652272" y="167652"/>
                </a:lnTo>
                <a:lnTo>
                  <a:pt x="652272" y="3060"/>
                </a:lnTo>
                <a:lnTo>
                  <a:pt x="603504" y="3060"/>
                </a:lnTo>
                <a:lnTo>
                  <a:pt x="603504" y="7632"/>
                </a:lnTo>
                <a:lnTo>
                  <a:pt x="612648" y="9156"/>
                </a:lnTo>
                <a:lnTo>
                  <a:pt x="615696" y="13716"/>
                </a:lnTo>
                <a:lnTo>
                  <a:pt x="615696" y="167652"/>
                </a:lnTo>
                <a:lnTo>
                  <a:pt x="612648" y="172224"/>
                </a:lnTo>
                <a:lnTo>
                  <a:pt x="603504" y="173748"/>
                </a:lnTo>
                <a:lnTo>
                  <a:pt x="603504" y="178320"/>
                </a:lnTo>
                <a:lnTo>
                  <a:pt x="665988" y="178320"/>
                </a:lnTo>
                <a:lnTo>
                  <a:pt x="665988" y="173748"/>
                </a:lnTo>
                <a:close/>
              </a:path>
              <a:path w="928370" h="231775">
                <a:moveTo>
                  <a:pt x="781799" y="114312"/>
                </a:moveTo>
                <a:lnTo>
                  <a:pt x="768083" y="70116"/>
                </a:lnTo>
                <a:lnTo>
                  <a:pt x="760539" y="64020"/>
                </a:lnTo>
                <a:lnTo>
                  <a:pt x="752081" y="59829"/>
                </a:lnTo>
                <a:lnTo>
                  <a:pt x="748271" y="58826"/>
                </a:lnTo>
                <a:lnTo>
                  <a:pt x="748271" y="80784"/>
                </a:lnTo>
                <a:lnTo>
                  <a:pt x="748271" y="105168"/>
                </a:lnTo>
                <a:lnTo>
                  <a:pt x="713219" y="105168"/>
                </a:lnTo>
                <a:lnTo>
                  <a:pt x="715010" y="85229"/>
                </a:lnTo>
                <a:lnTo>
                  <a:pt x="718362" y="72593"/>
                </a:lnTo>
                <a:lnTo>
                  <a:pt x="723722" y="65938"/>
                </a:lnTo>
                <a:lnTo>
                  <a:pt x="731507" y="64020"/>
                </a:lnTo>
                <a:lnTo>
                  <a:pt x="739127" y="64020"/>
                </a:lnTo>
                <a:lnTo>
                  <a:pt x="743699" y="67068"/>
                </a:lnTo>
                <a:lnTo>
                  <a:pt x="748271" y="80784"/>
                </a:lnTo>
                <a:lnTo>
                  <a:pt x="748271" y="58826"/>
                </a:lnTo>
                <a:lnTo>
                  <a:pt x="742365" y="57251"/>
                </a:lnTo>
                <a:lnTo>
                  <a:pt x="731507" y="56400"/>
                </a:lnTo>
                <a:lnTo>
                  <a:pt x="709434" y="60794"/>
                </a:lnTo>
                <a:lnTo>
                  <a:pt x="692073" y="73355"/>
                </a:lnTo>
                <a:lnTo>
                  <a:pt x="680720" y="93040"/>
                </a:lnTo>
                <a:lnTo>
                  <a:pt x="676643" y="118884"/>
                </a:lnTo>
                <a:lnTo>
                  <a:pt x="680720" y="144716"/>
                </a:lnTo>
                <a:lnTo>
                  <a:pt x="692073" y="164414"/>
                </a:lnTo>
                <a:lnTo>
                  <a:pt x="709434" y="176961"/>
                </a:lnTo>
                <a:lnTo>
                  <a:pt x="731507" y="181368"/>
                </a:lnTo>
                <a:lnTo>
                  <a:pt x="746010" y="179793"/>
                </a:lnTo>
                <a:lnTo>
                  <a:pt x="758367" y="174510"/>
                </a:lnTo>
                <a:lnTo>
                  <a:pt x="769874" y="164642"/>
                </a:lnTo>
                <a:lnTo>
                  <a:pt x="771105" y="163080"/>
                </a:lnTo>
                <a:lnTo>
                  <a:pt x="781799" y="149364"/>
                </a:lnTo>
                <a:lnTo>
                  <a:pt x="775703" y="146316"/>
                </a:lnTo>
                <a:lnTo>
                  <a:pt x="768184" y="154076"/>
                </a:lnTo>
                <a:lnTo>
                  <a:pt x="761225" y="159270"/>
                </a:lnTo>
                <a:lnTo>
                  <a:pt x="754278" y="162166"/>
                </a:lnTo>
                <a:lnTo>
                  <a:pt x="746747" y="163080"/>
                </a:lnTo>
                <a:lnTo>
                  <a:pt x="738682" y="162166"/>
                </a:lnTo>
                <a:lnTo>
                  <a:pt x="739140" y="162166"/>
                </a:lnTo>
                <a:lnTo>
                  <a:pt x="733031" y="159842"/>
                </a:lnTo>
                <a:lnTo>
                  <a:pt x="714743" y="114312"/>
                </a:lnTo>
                <a:lnTo>
                  <a:pt x="781799" y="114312"/>
                </a:lnTo>
                <a:close/>
              </a:path>
              <a:path w="928370" h="231775">
                <a:moveTo>
                  <a:pt x="928116" y="169176"/>
                </a:moveTo>
                <a:lnTo>
                  <a:pt x="915924" y="167652"/>
                </a:lnTo>
                <a:lnTo>
                  <a:pt x="912876" y="164604"/>
                </a:lnTo>
                <a:lnTo>
                  <a:pt x="912876" y="71640"/>
                </a:lnTo>
                <a:lnTo>
                  <a:pt x="912876" y="3060"/>
                </a:lnTo>
                <a:lnTo>
                  <a:pt x="856488" y="3060"/>
                </a:lnTo>
                <a:lnTo>
                  <a:pt x="856488" y="7632"/>
                </a:lnTo>
                <a:lnTo>
                  <a:pt x="866648" y="9169"/>
                </a:lnTo>
                <a:lnTo>
                  <a:pt x="872680" y="12014"/>
                </a:lnTo>
                <a:lnTo>
                  <a:pt x="875550" y="16840"/>
                </a:lnTo>
                <a:lnTo>
                  <a:pt x="876300" y="24396"/>
                </a:lnTo>
                <a:lnTo>
                  <a:pt x="876300" y="71640"/>
                </a:lnTo>
                <a:lnTo>
                  <a:pt x="876300" y="86880"/>
                </a:lnTo>
                <a:lnTo>
                  <a:pt x="876300" y="150888"/>
                </a:lnTo>
                <a:lnTo>
                  <a:pt x="873252" y="155460"/>
                </a:lnTo>
                <a:lnTo>
                  <a:pt x="870204" y="158508"/>
                </a:lnTo>
                <a:lnTo>
                  <a:pt x="865632" y="164604"/>
                </a:lnTo>
                <a:lnTo>
                  <a:pt x="859536" y="167652"/>
                </a:lnTo>
                <a:lnTo>
                  <a:pt x="853440" y="167652"/>
                </a:lnTo>
                <a:lnTo>
                  <a:pt x="833628" y="118884"/>
                </a:lnTo>
                <a:lnTo>
                  <a:pt x="834809" y="97116"/>
                </a:lnTo>
                <a:lnTo>
                  <a:pt x="838581" y="81927"/>
                </a:lnTo>
                <a:lnTo>
                  <a:pt x="845197" y="73012"/>
                </a:lnTo>
                <a:lnTo>
                  <a:pt x="854964" y="70116"/>
                </a:lnTo>
                <a:lnTo>
                  <a:pt x="861504" y="71234"/>
                </a:lnTo>
                <a:lnTo>
                  <a:pt x="867346" y="74498"/>
                </a:lnTo>
                <a:lnTo>
                  <a:pt x="872312" y="79756"/>
                </a:lnTo>
                <a:lnTo>
                  <a:pt x="876300" y="86880"/>
                </a:lnTo>
                <a:lnTo>
                  <a:pt x="876300" y="71640"/>
                </a:lnTo>
                <a:lnTo>
                  <a:pt x="874585" y="70116"/>
                </a:lnTo>
                <a:lnTo>
                  <a:pt x="867867" y="64109"/>
                </a:lnTo>
                <a:lnTo>
                  <a:pt x="860298" y="59448"/>
                </a:lnTo>
                <a:lnTo>
                  <a:pt x="852716" y="57061"/>
                </a:lnTo>
                <a:lnTo>
                  <a:pt x="844296" y="56400"/>
                </a:lnTo>
                <a:lnTo>
                  <a:pt x="825093" y="61277"/>
                </a:lnTo>
                <a:lnTo>
                  <a:pt x="809625" y="74879"/>
                </a:lnTo>
                <a:lnTo>
                  <a:pt x="799287" y="95618"/>
                </a:lnTo>
                <a:lnTo>
                  <a:pt x="795528" y="121932"/>
                </a:lnTo>
                <a:lnTo>
                  <a:pt x="799020" y="146240"/>
                </a:lnTo>
                <a:lnTo>
                  <a:pt x="808672" y="165557"/>
                </a:lnTo>
                <a:lnTo>
                  <a:pt x="823163" y="178295"/>
                </a:lnTo>
                <a:lnTo>
                  <a:pt x="841248" y="182892"/>
                </a:lnTo>
                <a:lnTo>
                  <a:pt x="851433" y="181952"/>
                </a:lnTo>
                <a:lnTo>
                  <a:pt x="859917" y="178892"/>
                </a:lnTo>
                <a:lnTo>
                  <a:pt x="867816" y="173240"/>
                </a:lnTo>
                <a:lnTo>
                  <a:pt x="873302" y="167652"/>
                </a:lnTo>
                <a:lnTo>
                  <a:pt x="876300" y="164604"/>
                </a:lnTo>
                <a:lnTo>
                  <a:pt x="876300" y="181368"/>
                </a:lnTo>
                <a:lnTo>
                  <a:pt x="884770" y="179336"/>
                </a:lnTo>
                <a:lnTo>
                  <a:pt x="892683" y="177749"/>
                </a:lnTo>
                <a:lnTo>
                  <a:pt x="901153" y="176428"/>
                </a:lnTo>
                <a:lnTo>
                  <a:pt x="911352" y="175272"/>
                </a:lnTo>
                <a:lnTo>
                  <a:pt x="928116" y="173748"/>
                </a:lnTo>
                <a:lnTo>
                  <a:pt x="928116" y="16917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" name="object 12" descr=""/>
          <p:cNvGrpSpPr/>
          <p:nvPr/>
        </p:nvGrpSpPr>
        <p:grpSpPr>
          <a:xfrm>
            <a:off x="3843527" y="2142744"/>
            <a:ext cx="1275715" cy="180340"/>
            <a:chOff x="3843527" y="2142744"/>
            <a:chExt cx="1275715" cy="180340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3527" y="2199132"/>
              <a:ext cx="129539" cy="123444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000500" y="2142756"/>
              <a:ext cx="1118870" cy="180340"/>
            </a:xfrm>
            <a:custGeom>
              <a:avLst/>
              <a:gdLst/>
              <a:ahLst/>
              <a:cxnLst/>
              <a:rect l="l" t="t" r="r" b="b"/>
              <a:pathLst>
                <a:path w="1118870" h="180339">
                  <a:moveTo>
                    <a:pt x="65532" y="100584"/>
                  </a:moveTo>
                  <a:lnTo>
                    <a:pt x="0" y="100584"/>
                  </a:lnTo>
                  <a:lnTo>
                    <a:pt x="0" y="132588"/>
                  </a:lnTo>
                  <a:lnTo>
                    <a:pt x="65532" y="132588"/>
                  </a:lnTo>
                  <a:lnTo>
                    <a:pt x="65532" y="100584"/>
                  </a:lnTo>
                  <a:close/>
                </a:path>
                <a:path w="1118870" h="180339">
                  <a:moveTo>
                    <a:pt x="320040" y="0"/>
                  </a:moveTo>
                  <a:lnTo>
                    <a:pt x="252984" y="0"/>
                  </a:lnTo>
                  <a:lnTo>
                    <a:pt x="199644" y="123444"/>
                  </a:lnTo>
                  <a:lnTo>
                    <a:pt x="147828" y="0"/>
                  </a:lnTo>
                  <a:lnTo>
                    <a:pt x="80772" y="0"/>
                  </a:lnTo>
                  <a:lnTo>
                    <a:pt x="80772" y="6096"/>
                  </a:lnTo>
                  <a:lnTo>
                    <a:pt x="92938" y="7658"/>
                  </a:lnTo>
                  <a:lnTo>
                    <a:pt x="100393" y="10668"/>
                  </a:lnTo>
                  <a:lnTo>
                    <a:pt x="104127" y="15951"/>
                  </a:lnTo>
                  <a:lnTo>
                    <a:pt x="105156" y="24384"/>
                  </a:lnTo>
                  <a:lnTo>
                    <a:pt x="105156" y="149352"/>
                  </a:lnTo>
                  <a:lnTo>
                    <a:pt x="104127" y="158661"/>
                  </a:lnTo>
                  <a:lnTo>
                    <a:pt x="100393" y="164401"/>
                  </a:lnTo>
                  <a:lnTo>
                    <a:pt x="92938" y="167563"/>
                  </a:lnTo>
                  <a:lnTo>
                    <a:pt x="80772" y="169164"/>
                  </a:lnTo>
                  <a:lnTo>
                    <a:pt x="80772" y="175260"/>
                  </a:lnTo>
                  <a:lnTo>
                    <a:pt x="141732" y="175260"/>
                  </a:lnTo>
                  <a:lnTo>
                    <a:pt x="141732" y="169164"/>
                  </a:lnTo>
                  <a:lnTo>
                    <a:pt x="128676" y="167259"/>
                  </a:lnTo>
                  <a:lnTo>
                    <a:pt x="120777" y="163068"/>
                  </a:lnTo>
                  <a:lnTo>
                    <a:pt x="116865" y="155448"/>
                  </a:lnTo>
                  <a:lnTo>
                    <a:pt x="115824" y="143256"/>
                  </a:lnTo>
                  <a:lnTo>
                    <a:pt x="115824" y="19812"/>
                  </a:lnTo>
                  <a:lnTo>
                    <a:pt x="181356" y="175260"/>
                  </a:lnTo>
                  <a:lnTo>
                    <a:pt x="188976" y="175260"/>
                  </a:lnTo>
                  <a:lnTo>
                    <a:pt x="256032" y="16764"/>
                  </a:lnTo>
                  <a:lnTo>
                    <a:pt x="256032" y="150876"/>
                  </a:lnTo>
                  <a:lnTo>
                    <a:pt x="255003" y="159296"/>
                  </a:lnTo>
                  <a:lnTo>
                    <a:pt x="251269" y="164592"/>
                  </a:lnTo>
                  <a:lnTo>
                    <a:pt x="243814" y="167589"/>
                  </a:lnTo>
                  <a:lnTo>
                    <a:pt x="231648" y="169164"/>
                  </a:lnTo>
                  <a:lnTo>
                    <a:pt x="231648" y="175260"/>
                  </a:lnTo>
                  <a:lnTo>
                    <a:pt x="320040" y="175260"/>
                  </a:lnTo>
                  <a:lnTo>
                    <a:pt x="320040" y="169164"/>
                  </a:lnTo>
                  <a:lnTo>
                    <a:pt x="307225" y="167513"/>
                  </a:lnTo>
                  <a:lnTo>
                    <a:pt x="299847" y="164020"/>
                  </a:lnTo>
                  <a:lnTo>
                    <a:pt x="296456" y="157365"/>
                  </a:lnTo>
                  <a:lnTo>
                    <a:pt x="295656" y="146304"/>
                  </a:lnTo>
                  <a:lnTo>
                    <a:pt x="295656" y="28956"/>
                  </a:lnTo>
                  <a:lnTo>
                    <a:pt x="296672" y="17665"/>
                  </a:lnTo>
                  <a:lnTo>
                    <a:pt x="300418" y="10668"/>
                  </a:lnTo>
                  <a:lnTo>
                    <a:pt x="307860" y="7086"/>
                  </a:lnTo>
                  <a:lnTo>
                    <a:pt x="320040" y="6096"/>
                  </a:lnTo>
                  <a:lnTo>
                    <a:pt x="320040" y="0"/>
                  </a:lnTo>
                  <a:close/>
                </a:path>
                <a:path w="1118870" h="180339">
                  <a:moveTo>
                    <a:pt x="449580" y="115811"/>
                  </a:moveTo>
                  <a:lnTo>
                    <a:pt x="433006" y="70853"/>
                  </a:lnTo>
                  <a:lnTo>
                    <a:pt x="411416" y="57416"/>
                  </a:lnTo>
                  <a:lnTo>
                    <a:pt x="411416" y="115811"/>
                  </a:lnTo>
                  <a:lnTo>
                    <a:pt x="411353" y="120383"/>
                  </a:lnTo>
                  <a:lnTo>
                    <a:pt x="410502" y="143268"/>
                  </a:lnTo>
                  <a:lnTo>
                    <a:pt x="407098" y="160197"/>
                  </a:lnTo>
                  <a:lnTo>
                    <a:pt x="400545" y="169418"/>
                  </a:lnTo>
                  <a:lnTo>
                    <a:pt x="390144" y="172199"/>
                  </a:lnTo>
                  <a:lnTo>
                    <a:pt x="380199" y="169418"/>
                  </a:lnTo>
                  <a:lnTo>
                    <a:pt x="380339" y="169418"/>
                  </a:lnTo>
                  <a:lnTo>
                    <a:pt x="373761" y="160578"/>
                  </a:lnTo>
                  <a:lnTo>
                    <a:pt x="373659" y="160197"/>
                  </a:lnTo>
                  <a:lnTo>
                    <a:pt x="369989" y="144564"/>
                  </a:lnTo>
                  <a:lnTo>
                    <a:pt x="369925" y="143268"/>
                  </a:lnTo>
                  <a:lnTo>
                    <a:pt x="369811" y="141008"/>
                  </a:lnTo>
                  <a:lnTo>
                    <a:pt x="368808" y="120383"/>
                  </a:lnTo>
                  <a:lnTo>
                    <a:pt x="368909" y="117335"/>
                  </a:lnTo>
                  <a:lnTo>
                    <a:pt x="368960" y="115811"/>
                  </a:lnTo>
                  <a:lnTo>
                    <a:pt x="369773" y="91173"/>
                  </a:lnTo>
                  <a:lnTo>
                    <a:pt x="369900" y="90525"/>
                  </a:lnTo>
                  <a:lnTo>
                    <a:pt x="373189" y="72948"/>
                  </a:lnTo>
                  <a:lnTo>
                    <a:pt x="379730" y="63601"/>
                  </a:lnTo>
                  <a:lnTo>
                    <a:pt x="390144" y="60947"/>
                  </a:lnTo>
                  <a:lnTo>
                    <a:pt x="400545" y="63766"/>
                  </a:lnTo>
                  <a:lnTo>
                    <a:pt x="407098" y="73139"/>
                  </a:lnTo>
                  <a:lnTo>
                    <a:pt x="410502" y="90525"/>
                  </a:lnTo>
                  <a:lnTo>
                    <a:pt x="410514" y="91173"/>
                  </a:lnTo>
                  <a:lnTo>
                    <a:pt x="411416" y="115811"/>
                  </a:lnTo>
                  <a:lnTo>
                    <a:pt x="411416" y="57416"/>
                  </a:lnTo>
                  <a:lnTo>
                    <a:pt x="390144" y="53327"/>
                  </a:lnTo>
                  <a:lnTo>
                    <a:pt x="366712" y="57950"/>
                  </a:lnTo>
                  <a:lnTo>
                    <a:pt x="347853" y="70853"/>
                  </a:lnTo>
                  <a:lnTo>
                    <a:pt x="335330" y="90525"/>
                  </a:lnTo>
                  <a:lnTo>
                    <a:pt x="335178" y="91173"/>
                  </a:lnTo>
                  <a:lnTo>
                    <a:pt x="330708" y="115811"/>
                  </a:lnTo>
                  <a:lnTo>
                    <a:pt x="335064" y="141008"/>
                  </a:lnTo>
                  <a:lnTo>
                    <a:pt x="347281" y="160769"/>
                  </a:lnTo>
                  <a:lnTo>
                    <a:pt x="366064" y="173685"/>
                  </a:lnTo>
                  <a:lnTo>
                    <a:pt x="390144" y="178295"/>
                  </a:lnTo>
                  <a:lnTo>
                    <a:pt x="414210" y="173685"/>
                  </a:lnTo>
                  <a:lnTo>
                    <a:pt x="416356" y="172199"/>
                  </a:lnTo>
                  <a:lnTo>
                    <a:pt x="433006" y="160769"/>
                  </a:lnTo>
                  <a:lnTo>
                    <a:pt x="433120" y="160578"/>
                  </a:lnTo>
                  <a:lnTo>
                    <a:pt x="445211" y="141008"/>
                  </a:lnTo>
                  <a:lnTo>
                    <a:pt x="449580" y="115811"/>
                  </a:lnTo>
                  <a:close/>
                </a:path>
                <a:path w="1118870" h="180339">
                  <a:moveTo>
                    <a:pt x="670547" y="170688"/>
                  </a:moveTo>
                  <a:lnTo>
                    <a:pt x="659879" y="169164"/>
                  </a:lnTo>
                  <a:lnTo>
                    <a:pt x="656831" y="166116"/>
                  </a:lnTo>
                  <a:lnTo>
                    <a:pt x="656831" y="89916"/>
                  </a:lnTo>
                  <a:lnTo>
                    <a:pt x="654354" y="74307"/>
                  </a:lnTo>
                  <a:lnTo>
                    <a:pt x="647306" y="62293"/>
                  </a:lnTo>
                  <a:lnTo>
                    <a:pt x="636257" y="54546"/>
                  </a:lnTo>
                  <a:lnTo>
                    <a:pt x="621779" y="51816"/>
                  </a:lnTo>
                  <a:lnTo>
                    <a:pt x="611098" y="53047"/>
                  </a:lnTo>
                  <a:lnTo>
                    <a:pt x="601395" y="57150"/>
                  </a:lnTo>
                  <a:lnTo>
                    <a:pt x="591997" y="64668"/>
                  </a:lnTo>
                  <a:lnTo>
                    <a:pt x="582155" y="76200"/>
                  </a:lnTo>
                  <a:lnTo>
                    <a:pt x="576059" y="65316"/>
                  </a:lnTo>
                  <a:lnTo>
                    <a:pt x="568820" y="57721"/>
                  </a:lnTo>
                  <a:lnTo>
                    <a:pt x="559866" y="53263"/>
                  </a:lnTo>
                  <a:lnTo>
                    <a:pt x="548627" y="51816"/>
                  </a:lnTo>
                  <a:lnTo>
                    <a:pt x="536892" y="53263"/>
                  </a:lnTo>
                  <a:lnTo>
                    <a:pt x="526719" y="57721"/>
                  </a:lnTo>
                  <a:lnTo>
                    <a:pt x="517982" y="65316"/>
                  </a:lnTo>
                  <a:lnTo>
                    <a:pt x="510527" y="76200"/>
                  </a:lnTo>
                  <a:lnTo>
                    <a:pt x="510527" y="56388"/>
                  </a:lnTo>
                  <a:lnTo>
                    <a:pt x="460235" y="56388"/>
                  </a:lnTo>
                  <a:lnTo>
                    <a:pt x="460235" y="60960"/>
                  </a:lnTo>
                  <a:lnTo>
                    <a:pt x="470903" y="62484"/>
                  </a:lnTo>
                  <a:lnTo>
                    <a:pt x="473951" y="67056"/>
                  </a:lnTo>
                  <a:lnTo>
                    <a:pt x="473951" y="164592"/>
                  </a:lnTo>
                  <a:lnTo>
                    <a:pt x="470903" y="167640"/>
                  </a:lnTo>
                  <a:lnTo>
                    <a:pt x="460235" y="170688"/>
                  </a:lnTo>
                  <a:lnTo>
                    <a:pt x="460235" y="175260"/>
                  </a:lnTo>
                  <a:lnTo>
                    <a:pt x="522719" y="175260"/>
                  </a:lnTo>
                  <a:lnTo>
                    <a:pt x="522719" y="170688"/>
                  </a:lnTo>
                  <a:lnTo>
                    <a:pt x="513575" y="169164"/>
                  </a:lnTo>
                  <a:lnTo>
                    <a:pt x="510527" y="164592"/>
                  </a:lnTo>
                  <a:lnTo>
                    <a:pt x="510527" y="83820"/>
                  </a:lnTo>
                  <a:lnTo>
                    <a:pt x="515099" y="77724"/>
                  </a:lnTo>
                  <a:lnTo>
                    <a:pt x="518147" y="76200"/>
                  </a:lnTo>
                  <a:lnTo>
                    <a:pt x="524243" y="71628"/>
                  </a:lnTo>
                  <a:lnTo>
                    <a:pt x="528815" y="70104"/>
                  </a:lnTo>
                  <a:lnTo>
                    <a:pt x="544055" y="70104"/>
                  </a:lnTo>
                  <a:lnTo>
                    <a:pt x="547103" y="76200"/>
                  </a:lnTo>
                  <a:lnTo>
                    <a:pt x="547103" y="166116"/>
                  </a:lnTo>
                  <a:lnTo>
                    <a:pt x="544055" y="169164"/>
                  </a:lnTo>
                  <a:lnTo>
                    <a:pt x="534911" y="170688"/>
                  </a:lnTo>
                  <a:lnTo>
                    <a:pt x="534911" y="175260"/>
                  </a:lnTo>
                  <a:lnTo>
                    <a:pt x="595871" y="175260"/>
                  </a:lnTo>
                  <a:lnTo>
                    <a:pt x="595871" y="170688"/>
                  </a:lnTo>
                  <a:lnTo>
                    <a:pt x="586727" y="169164"/>
                  </a:lnTo>
                  <a:lnTo>
                    <a:pt x="583679" y="164592"/>
                  </a:lnTo>
                  <a:lnTo>
                    <a:pt x="583679" y="83820"/>
                  </a:lnTo>
                  <a:lnTo>
                    <a:pt x="591299" y="76200"/>
                  </a:lnTo>
                  <a:lnTo>
                    <a:pt x="597395" y="71628"/>
                  </a:lnTo>
                  <a:lnTo>
                    <a:pt x="601967" y="70104"/>
                  </a:lnTo>
                  <a:lnTo>
                    <a:pt x="617207" y="70104"/>
                  </a:lnTo>
                  <a:lnTo>
                    <a:pt x="620255" y="76200"/>
                  </a:lnTo>
                  <a:lnTo>
                    <a:pt x="620255" y="166116"/>
                  </a:lnTo>
                  <a:lnTo>
                    <a:pt x="617207" y="169164"/>
                  </a:lnTo>
                  <a:lnTo>
                    <a:pt x="608063" y="170688"/>
                  </a:lnTo>
                  <a:lnTo>
                    <a:pt x="608063" y="175260"/>
                  </a:lnTo>
                  <a:lnTo>
                    <a:pt x="670547" y="175260"/>
                  </a:lnTo>
                  <a:lnTo>
                    <a:pt x="670547" y="170688"/>
                  </a:lnTo>
                  <a:close/>
                </a:path>
                <a:path w="1118870" h="180339">
                  <a:moveTo>
                    <a:pt x="786371" y="146304"/>
                  </a:moveTo>
                  <a:lnTo>
                    <a:pt x="780275" y="143256"/>
                  </a:lnTo>
                  <a:lnTo>
                    <a:pt x="772515" y="151015"/>
                  </a:lnTo>
                  <a:lnTo>
                    <a:pt x="765035" y="156210"/>
                  </a:lnTo>
                  <a:lnTo>
                    <a:pt x="757567" y="159105"/>
                  </a:lnTo>
                  <a:lnTo>
                    <a:pt x="749795" y="160020"/>
                  </a:lnTo>
                  <a:lnTo>
                    <a:pt x="742429" y="159105"/>
                  </a:lnTo>
                  <a:lnTo>
                    <a:pt x="742823" y="159105"/>
                  </a:lnTo>
                  <a:lnTo>
                    <a:pt x="736650" y="156781"/>
                  </a:lnTo>
                  <a:lnTo>
                    <a:pt x="719315" y="111252"/>
                  </a:lnTo>
                  <a:lnTo>
                    <a:pt x="784847" y="111252"/>
                  </a:lnTo>
                  <a:lnTo>
                    <a:pt x="783767" y="102108"/>
                  </a:lnTo>
                  <a:lnTo>
                    <a:pt x="764273" y="60960"/>
                  </a:lnTo>
                  <a:lnTo>
                    <a:pt x="755891" y="56769"/>
                  </a:lnTo>
                  <a:lnTo>
                    <a:pt x="752843" y="55956"/>
                  </a:lnTo>
                  <a:lnTo>
                    <a:pt x="752843" y="102108"/>
                  </a:lnTo>
                  <a:lnTo>
                    <a:pt x="717791" y="102108"/>
                  </a:lnTo>
                  <a:lnTo>
                    <a:pt x="718731" y="82169"/>
                  </a:lnTo>
                  <a:lnTo>
                    <a:pt x="721791" y="69532"/>
                  </a:lnTo>
                  <a:lnTo>
                    <a:pt x="727443" y="62877"/>
                  </a:lnTo>
                  <a:lnTo>
                    <a:pt x="736079" y="60960"/>
                  </a:lnTo>
                  <a:lnTo>
                    <a:pt x="743699" y="60960"/>
                  </a:lnTo>
                  <a:lnTo>
                    <a:pt x="748271" y="64008"/>
                  </a:lnTo>
                  <a:lnTo>
                    <a:pt x="749795" y="73152"/>
                  </a:lnTo>
                  <a:lnTo>
                    <a:pt x="751319" y="77724"/>
                  </a:lnTo>
                  <a:lnTo>
                    <a:pt x="751319" y="85344"/>
                  </a:lnTo>
                  <a:lnTo>
                    <a:pt x="752767" y="96837"/>
                  </a:lnTo>
                  <a:lnTo>
                    <a:pt x="752843" y="102108"/>
                  </a:lnTo>
                  <a:lnTo>
                    <a:pt x="752843" y="55956"/>
                  </a:lnTo>
                  <a:lnTo>
                    <a:pt x="746277" y="54190"/>
                  </a:lnTo>
                  <a:lnTo>
                    <a:pt x="736079" y="53340"/>
                  </a:lnTo>
                  <a:lnTo>
                    <a:pt x="713371" y="57734"/>
                  </a:lnTo>
                  <a:lnTo>
                    <a:pt x="696074" y="70294"/>
                  </a:lnTo>
                  <a:lnTo>
                    <a:pt x="685076" y="89979"/>
                  </a:lnTo>
                  <a:lnTo>
                    <a:pt x="681215" y="115824"/>
                  </a:lnTo>
                  <a:lnTo>
                    <a:pt x="685050" y="141655"/>
                  </a:lnTo>
                  <a:lnTo>
                    <a:pt x="695883" y="161353"/>
                  </a:lnTo>
                  <a:lnTo>
                    <a:pt x="712724" y="173901"/>
                  </a:lnTo>
                  <a:lnTo>
                    <a:pt x="734555" y="178308"/>
                  </a:lnTo>
                  <a:lnTo>
                    <a:pt x="749300" y="176733"/>
                  </a:lnTo>
                  <a:lnTo>
                    <a:pt x="762177" y="171450"/>
                  </a:lnTo>
                  <a:lnTo>
                    <a:pt x="774204" y="161582"/>
                  </a:lnTo>
                  <a:lnTo>
                    <a:pt x="775462" y="160020"/>
                  </a:lnTo>
                  <a:lnTo>
                    <a:pt x="786371" y="146304"/>
                  </a:lnTo>
                  <a:close/>
                </a:path>
                <a:path w="1118870" h="180339">
                  <a:moveTo>
                    <a:pt x="932675" y="170688"/>
                  </a:moveTo>
                  <a:lnTo>
                    <a:pt x="922007" y="169164"/>
                  </a:lnTo>
                  <a:lnTo>
                    <a:pt x="918959" y="166116"/>
                  </a:lnTo>
                  <a:lnTo>
                    <a:pt x="918959" y="89916"/>
                  </a:lnTo>
                  <a:lnTo>
                    <a:pt x="916482" y="74307"/>
                  </a:lnTo>
                  <a:lnTo>
                    <a:pt x="909434" y="62293"/>
                  </a:lnTo>
                  <a:lnTo>
                    <a:pt x="898385" y="54546"/>
                  </a:lnTo>
                  <a:lnTo>
                    <a:pt x="883907" y="51816"/>
                  </a:lnTo>
                  <a:lnTo>
                    <a:pt x="873048" y="53263"/>
                  </a:lnTo>
                  <a:lnTo>
                    <a:pt x="863333" y="57721"/>
                  </a:lnTo>
                  <a:lnTo>
                    <a:pt x="854760" y="65316"/>
                  </a:lnTo>
                  <a:lnTo>
                    <a:pt x="847331" y="76200"/>
                  </a:lnTo>
                  <a:lnTo>
                    <a:pt x="847331" y="56388"/>
                  </a:lnTo>
                  <a:lnTo>
                    <a:pt x="797039" y="56388"/>
                  </a:lnTo>
                  <a:lnTo>
                    <a:pt x="797039" y="60960"/>
                  </a:lnTo>
                  <a:lnTo>
                    <a:pt x="809231" y="64008"/>
                  </a:lnTo>
                  <a:lnTo>
                    <a:pt x="810755" y="65532"/>
                  </a:lnTo>
                  <a:lnTo>
                    <a:pt x="810755" y="166116"/>
                  </a:lnTo>
                  <a:lnTo>
                    <a:pt x="809231" y="167640"/>
                  </a:lnTo>
                  <a:lnTo>
                    <a:pt x="797039" y="170688"/>
                  </a:lnTo>
                  <a:lnTo>
                    <a:pt x="797039" y="175260"/>
                  </a:lnTo>
                  <a:lnTo>
                    <a:pt x="859523" y="175260"/>
                  </a:lnTo>
                  <a:lnTo>
                    <a:pt x="859523" y="170688"/>
                  </a:lnTo>
                  <a:lnTo>
                    <a:pt x="850379" y="169164"/>
                  </a:lnTo>
                  <a:lnTo>
                    <a:pt x="847331" y="164592"/>
                  </a:lnTo>
                  <a:lnTo>
                    <a:pt x="847331" y="83820"/>
                  </a:lnTo>
                  <a:lnTo>
                    <a:pt x="848855" y="80772"/>
                  </a:lnTo>
                  <a:lnTo>
                    <a:pt x="851903" y="79248"/>
                  </a:lnTo>
                  <a:lnTo>
                    <a:pt x="857999" y="73152"/>
                  </a:lnTo>
                  <a:lnTo>
                    <a:pt x="864095" y="70104"/>
                  </a:lnTo>
                  <a:lnTo>
                    <a:pt x="877811" y="70104"/>
                  </a:lnTo>
                  <a:lnTo>
                    <a:pt x="882383" y="77724"/>
                  </a:lnTo>
                  <a:lnTo>
                    <a:pt x="882383" y="164592"/>
                  </a:lnTo>
                  <a:lnTo>
                    <a:pt x="879335" y="169164"/>
                  </a:lnTo>
                  <a:lnTo>
                    <a:pt x="870191" y="170688"/>
                  </a:lnTo>
                  <a:lnTo>
                    <a:pt x="870191" y="175260"/>
                  </a:lnTo>
                  <a:lnTo>
                    <a:pt x="932675" y="175260"/>
                  </a:lnTo>
                  <a:lnTo>
                    <a:pt x="932675" y="170688"/>
                  </a:lnTo>
                  <a:close/>
                </a:path>
                <a:path w="1118870" h="180339">
                  <a:moveTo>
                    <a:pt x="1024128" y="149339"/>
                  </a:moveTo>
                  <a:lnTo>
                    <a:pt x="1016508" y="147815"/>
                  </a:lnTo>
                  <a:lnTo>
                    <a:pt x="1011936" y="156959"/>
                  </a:lnTo>
                  <a:lnTo>
                    <a:pt x="1007364" y="160007"/>
                  </a:lnTo>
                  <a:lnTo>
                    <a:pt x="995172" y="160007"/>
                  </a:lnTo>
                  <a:lnTo>
                    <a:pt x="992124" y="155435"/>
                  </a:lnTo>
                  <a:lnTo>
                    <a:pt x="992124" y="67043"/>
                  </a:lnTo>
                  <a:lnTo>
                    <a:pt x="1016508" y="67043"/>
                  </a:lnTo>
                  <a:lnTo>
                    <a:pt x="1016508" y="54851"/>
                  </a:lnTo>
                  <a:lnTo>
                    <a:pt x="992124" y="54851"/>
                  </a:lnTo>
                  <a:lnTo>
                    <a:pt x="992124" y="10655"/>
                  </a:lnTo>
                  <a:lnTo>
                    <a:pt x="986028" y="10655"/>
                  </a:lnTo>
                  <a:lnTo>
                    <a:pt x="974407" y="25996"/>
                  </a:lnTo>
                  <a:lnTo>
                    <a:pt x="963930" y="38468"/>
                  </a:lnTo>
                  <a:lnTo>
                    <a:pt x="953452" y="49237"/>
                  </a:lnTo>
                  <a:lnTo>
                    <a:pt x="941832" y="59423"/>
                  </a:lnTo>
                  <a:lnTo>
                    <a:pt x="941832" y="67043"/>
                  </a:lnTo>
                  <a:lnTo>
                    <a:pt x="955548" y="67043"/>
                  </a:lnTo>
                  <a:lnTo>
                    <a:pt x="955548" y="152387"/>
                  </a:lnTo>
                  <a:lnTo>
                    <a:pt x="957491" y="163512"/>
                  </a:lnTo>
                  <a:lnTo>
                    <a:pt x="963168" y="171627"/>
                  </a:lnTo>
                  <a:lnTo>
                    <a:pt x="972261" y="176606"/>
                  </a:lnTo>
                  <a:lnTo>
                    <a:pt x="984504" y="178295"/>
                  </a:lnTo>
                  <a:lnTo>
                    <a:pt x="996899" y="176771"/>
                  </a:lnTo>
                  <a:lnTo>
                    <a:pt x="1007173" y="171818"/>
                  </a:lnTo>
                  <a:lnTo>
                    <a:pt x="1016000" y="162864"/>
                  </a:lnTo>
                  <a:lnTo>
                    <a:pt x="1024128" y="149339"/>
                  </a:lnTo>
                  <a:close/>
                </a:path>
                <a:path w="1118870" h="180339">
                  <a:moveTo>
                    <a:pt x="1118616" y="140195"/>
                  </a:moveTo>
                  <a:lnTo>
                    <a:pt x="1116533" y="127558"/>
                  </a:lnTo>
                  <a:lnTo>
                    <a:pt x="1110043" y="116763"/>
                  </a:lnTo>
                  <a:lnTo>
                    <a:pt x="1098677" y="107416"/>
                  </a:lnTo>
                  <a:lnTo>
                    <a:pt x="1071156" y="93548"/>
                  </a:lnTo>
                  <a:lnTo>
                    <a:pt x="1063561" y="88188"/>
                  </a:lnTo>
                  <a:lnTo>
                    <a:pt x="1059103" y="82550"/>
                  </a:lnTo>
                  <a:lnTo>
                    <a:pt x="1057656" y="76187"/>
                  </a:lnTo>
                  <a:lnTo>
                    <a:pt x="1057656" y="67043"/>
                  </a:lnTo>
                  <a:lnTo>
                    <a:pt x="1065276" y="60947"/>
                  </a:lnTo>
                  <a:lnTo>
                    <a:pt x="1082040" y="60947"/>
                  </a:lnTo>
                  <a:lnTo>
                    <a:pt x="1088136" y="63995"/>
                  </a:lnTo>
                  <a:lnTo>
                    <a:pt x="1094232" y="70091"/>
                  </a:lnTo>
                  <a:lnTo>
                    <a:pt x="1100328" y="74663"/>
                  </a:lnTo>
                  <a:lnTo>
                    <a:pt x="1103376" y="79235"/>
                  </a:lnTo>
                  <a:lnTo>
                    <a:pt x="1106424" y="91427"/>
                  </a:lnTo>
                  <a:lnTo>
                    <a:pt x="1112520" y="91427"/>
                  </a:lnTo>
                  <a:lnTo>
                    <a:pt x="1112520" y="53327"/>
                  </a:lnTo>
                  <a:lnTo>
                    <a:pt x="1107948" y="53327"/>
                  </a:lnTo>
                  <a:lnTo>
                    <a:pt x="1106424" y="56375"/>
                  </a:lnTo>
                  <a:lnTo>
                    <a:pt x="1104900" y="57899"/>
                  </a:lnTo>
                  <a:lnTo>
                    <a:pt x="1097280" y="57899"/>
                  </a:lnTo>
                  <a:lnTo>
                    <a:pt x="1092708" y="56375"/>
                  </a:lnTo>
                  <a:lnTo>
                    <a:pt x="1085088" y="53327"/>
                  </a:lnTo>
                  <a:lnTo>
                    <a:pt x="1072896" y="53327"/>
                  </a:lnTo>
                  <a:lnTo>
                    <a:pt x="1056170" y="56045"/>
                  </a:lnTo>
                  <a:lnTo>
                    <a:pt x="1043178" y="63614"/>
                  </a:lnTo>
                  <a:lnTo>
                    <a:pt x="1034745" y="75196"/>
                  </a:lnTo>
                  <a:lnTo>
                    <a:pt x="1031748" y="89903"/>
                  </a:lnTo>
                  <a:lnTo>
                    <a:pt x="1033818" y="102552"/>
                  </a:lnTo>
                  <a:lnTo>
                    <a:pt x="1040320" y="113334"/>
                  </a:lnTo>
                  <a:lnTo>
                    <a:pt x="1051674" y="122694"/>
                  </a:lnTo>
                  <a:lnTo>
                    <a:pt x="1068324" y="131051"/>
                  </a:lnTo>
                  <a:lnTo>
                    <a:pt x="1079842" y="136563"/>
                  </a:lnTo>
                  <a:lnTo>
                    <a:pt x="1087374" y="141909"/>
                  </a:lnTo>
                  <a:lnTo>
                    <a:pt x="1091463" y="147561"/>
                  </a:lnTo>
                  <a:lnTo>
                    <a:pt x="1092708" y="153911"/>
                  </a:lnTo>
                  <a:lnTo>
                    <a:pt x="1092708" y="163055"/>
                  </a:lnTo>
                  <a:lnTo>
                    <a:pt x="1085088" y="170675"/>
                  </a:lnTo>
                  <a:lnTo>
                    <a:pt x="1074420" y="170675"/>
                  </a:lnTo>
                  <a:lnTo>
                    <a:pt x="1061847" y="168414"/>
                  </a:lnTo>
                  <a:lnTo>
                    <a:pt x="1051560" y="161721"/>
                  </a:lnTo>
                  <a:lnTo>
                    <a:pt x="1043559" y="150749"/>
                  </a:lnTo>
                  <a:lnTo>
                    <a:pt x="1037844" y="135623"/>
                  </a:lnTo>
                  <a:lnTo>
                    <a:pt x="1030224" y="135623"/>
                  </a:lnTo>
                  <a:lnTo>
                    <a:pt x="1030224" y="178295"/>
                  </a:lnTo>
                  <a:lnTo>
                    <a:pt x="1037844" y="178295"/>
                  </a:lnTo>
                  <a:lnTo>
                    <a:pt x="1039368" y="173723"/>
                  </a:lnTo>
                  <a:lnTo>
                    <a:pt x="1042416" y="172199"/>
                  </a:lnTo>
                  <a:lnTo>
                    <a:pt x="1046988" y="172199"/>
                  </a:lnTo>
                  <a:lnTo>
                    <a:pt x="1050036" y="173723"/>
                  </a:lnTo>
                  <a:lnTo>
                    <a:pt x="1056678" y="175971"/>
                  </a:lnTo>
                  <a:lnTo>
                    <a:pt x="1064323" y="177914"/>
                  </a:lnTo>
                  <a:lnTo>
                    <a:pt x="1071676" y="179298"/>
                  </a:lnTo>
                  <a:lnTo>
                    <a:pt x="1077468" y="179819"/>
                  </a:lnTo>
                  <a:lnTo>
                    <a:pt x="1094181" y="176847"/>
                  </a:lnTo>
                  <a:lnTo>
                    <a:pt x="1107186" y="168579"/>
                  </a:lnTo>
                  <a:lnTo>
                    <a:pt x="1115606" y="156032"/>
                  </a:lnTo>
                  <a:lnTo>
                    <a:pt x="1118616" y="14019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5201412" y="2139708"/>
            <a:ext cx="687705" cy="184785"/>
          </a:xfrm>
          <a:custGeom>
            <a:avLst/>
            <a:gdLst/>
            <a:ahLst/>
            <a:cxnLst/>
            <a:rect l="l" t="t" r="r" b="b"/>
            <a:pathLst>
              <a:path w="687704" h="184785">
                <a:moveTo>
                  <a:pt x="124968" y="128016"/>
                </a:moveTo>
                <a:lnTo>
                  <a:pt x="108889" y="88582"/>
                </a:lnTo>
                <a:lnTo>
                  <a:pt x="57912" y="60960"/>
                </a:lnTo>
                <a:lnTo>
                  <a:pt x="44615" y="53644"/>
                </a:lnTo>
                <a:lnTo>
                  <a:pt x="36195" y="47053"/>
                </a:lnTo>
                <a:lnTo>
                  <a:pt x="31762" y="40170"/>
                </a:lnTo>
                <a:lnTo>
                  <a:pt x="30480" y="32004"/>
                </a:lnTo>
                <a:lnTo>
                  <a:pt x="32423" y="21755"/>
                </a:lnTo>
                <a:lnTo>
                  <a:pt x="38100" y="14097"/>
                </a:lnTo>
                <a:lnTo>
                  <a:pt x="47193" y="9283"/>
                </a:lnTo>
                <a:lnTo>
                  <a:pt x="59436" y="7620"/>
                </a:lnTo>
                <a:lnTo>
                  <a:pt x="68529" y="8470"/>
                </a:lnTo>
                <a:lnTo>
                  <a:pt x="102489" y="35052"/>
                </a:lnTo>
                <a:lnTo>
                  <a:pt x="109728" y="53340"/>
                </a:lnTo>
                <a:lnTo>
                  <a:pt x="117348" y="53340"/>
                </a:lnTo>
                <a:lnTo>
                  <a:pt x="117348" y="0"/>
                </a:lnTo>
                <a:lnTo>
                  <a:pt x="109728" y="0"/>
                </a:lnTo>
                <a:lnTo>
                  <a:pt x="108204" y="6096"/>
                </a:lnTo>
                <a:lnTo>
                  <a:pt x="106680" y="7620"/>
                </a:lnTo>
                <a:lnTo>
                  <a:pt x="99060" y="7620"/>
                </a:lnTo>
                <a:lnTo>
                  <a:pt x="96012" y="6096"/>
                </a:lnTo>
                <a:lnTo>
                  <a:pt x="81508" y="2565"/>
                </a:lnTo>
                <a:lnTo>
                  <a:pt x="74104" y="1143"/>
                </a:lnTo>
                <a:lnTo>
                  <a:pt x="66979" y="279"/>
                </a:lnTo>
                <a:lnTo>
                  <a:pt x="59436" y="0"/>
                </a:lnTo>
                <a:lnTo>
                  <a:pt x="35598" y="3352"/>
                </a:lnTo>
                <a:lnTo>
                  <a:pt x="17335" y="13144"/>
                </a:lnTo>
                <a:lnTo>
                  <a:pt x="5638" y="28930"/>
                </a:lnTo>
                <a:lnTo>
                  <a:pt x="1524" y="50292"/>
                </a:lnTo>
                <a:lnTo>
                  <a:pt x="1524" y="57912"/>
                </a:lnTo>
                <a:lnTo>
                  <a:pt x="3048" y="62484"/>
                </a:lnTo>
                <a:lnTo>
                  <a:pt x="4572" y="68580"/>
                </a:lnTo>
                <a:lnTo>
                  <a:pt x="31788" y="96862"/>
                </a:lnTo>
                <a:lnTo>
                  <a:pt x="79057" y="121627"/>
                </a:lnTo>
                <a:lnTo>
                  <a:pt x="88392" y="128397"/>
                </a:lnTo>
                <a:lnTo>
                  <a:pt x="93154" y="135724"/>
                </a:lnTo>
                <a:lnTo>
                  <a:pt x="94488" y="144780"/>
                </a:lnTo>
                <a:lnTo>
                  <a:pt x="92240" y="157251"/>
                </a:lnTo>
                <a:lnTo>
                  <a:pt x="85725" y="166878"/>
                </a:lnTo>
                <a:lnTo>
                  <a:pt x="75196" y="173062"/>
                </a:lnTo>
                <a:lnTo>
                  <a:pt x="60960" y="175260"/>
                </a:lnTo>
                <a:lnTo>
                  <a:pt x="50101" y="174091"/>
                </a:lnTo>
                <a:lnTo>
                  <a:pt x="19189" y="148437"/>
                </a:lnTo>
                <a:lnTo>
                  <a:pt x="7620" y="118872"/>
                </a:lnTo>
                <a:lnTo>
                  <a:pt x="0" y="118872"/>
                </a:lnTo>
                <a:lnTo>
                  <a:pt x="0" y="184404"/>
                </a:lnTo>
                <a:lnTo>
                  <a:pt x="7620" y="184404"/>
                </a:lnTo>
                <a:lnTo>
                  <a:pt x="9144" y="176784"/>
                </a:lnTo>
                <a:lnTo>
                  <a:pt x="12192" y="175260"/>
                </a:lnTo>
                <a:lnTo>
                  <a:pt x="21336" y="175260"/>
                </a:lnTo>
                <a:lnTo>
                  <a:pt x="35445" y="179895"/>
                </a:lnTo>
                <a:lnTo>
                  <a:pt x="44005" y="182308"/>
                </a:lnTo>
                <a:lnTo>
                  <a:pt x="52260" y="183845"/>
                </a:lnTo>
                <a:lnTo>
                  <a:pt x="60960" y="184404"/>
                </a:lnTo>
                <a:lnTo>
                  <a:pt x="87033" y="180301"/>
                </a:lnTo>
                <a:lnTo>
                  <a:pt x="107251" y="168783"/>
                </a:lnTo>
                <a:lnTo>
                  <a:pt x="120319" y="150964"/>
                </a:lnTo>
                <a:lnTo>
                  <a:pt x="124968" y="128016"/>
                </a:lnTo>
                <a:close/>
              </a:path>
              <a:path w="687704" h="184785">
                <a:moveTo>
                  <a:pt x="262115" y="118859"/>
                </a:moveTo>
                <a:lnTo>
                  <a:pt x="245541" y="73901"/>
                </a:lnTo>
                <a:lnTo>
                  <a:pt x="223964" y="60464"/>
                </a:lnTo>
                <a:lnTo>
                  <a:pt x="223964" y="118859"/>
                </a:lnTo>
                <a:lnTo>
                  <a:pt x="223875" y="123431"/>
                </a:lnTo>
                <a:lnTo>
                  <a:pt x="222834" y="146316"/>
                </a:lnTo>
                <a:lnTo>
                  <a:pt x="219062" y="163245"/>
                </a:lnTo>
                <a:lnTo>
                  <a:pt x="212445" y="172466"/>
                </a:lnTo>
                <a:lnTo>
                  <a:pt x="202679" y="175247"/>
                </a:lnTo>
                <a:lnTo>
                  <a:pt x="192100" y="172466"/>
                </a:lnTo>
                <a:lnTo>
                  <a:pt x="192239" y="172466"/>
                </a:lnTo>
                <a:lnTo>
                  <a:pt x="185724" y="163626"/>
                </a:lnTo>
                <a:lnTo>
                  <a:pt x="185648" y="163245"/>
                </a:lnTo>
                <a:lnTo>
                  <a:pt x="182321" y="147612"/>
                </a:lnTo>
                <a:lnTo>
                  <a:pt x="182270" y="146316"/>
                </a:lnTo>
                <a:lnTo>
                  <a:pt x="182181" y="144056"/>
                </a:lnTo>
                <a:lnTo>
                  <a:pt x="181343" y="123431"/>
                </a:lnTo>
                <a:lnTo>
                  <a:pt x="181457" y="120383"/>
                </a:lnTo>
                <a:lnTo>
                  <a:pt x="181508" y="118859"/>
                </a:lnTo>
                <a:lnTo>
                  <a:pt x="182321" y="94221"/>
                </a:lnTo>
                <a:lnTo>
                  <a:pt x="182448" y="93573"/>
                </a:lnTo>
                <a:lnTo>
                  <a:pt x="185724" y="75996"/>
                </a:lnTo>
                <a:lnTo>
                  <a:pt x="192278" y="66649"/>
                </a:lnTo>
                <a:lnTo>
                  <a:pt x="202679" y="63995"/>
                </a:lnTo>
                <a:lnTo>
                  <a:pt x="213093" y="66814"/>
                </a:lnTo>
                <a:lnTo>
                  <a:pt x="219633" y="76187"/>
                </a:lnTo>
                <a:lnTo>
                  <a:pt x="223050" y="93573"/>
                </a:lnTo>
                <a:lnTo>
                  <a:pt x="223062" y="94221"/>
                </a:lnTo>
                <a:lnTo>
                  <a:pt x="223964" y="118859"/>
                </a:lnTo>
                <a:lnTo>
                  <a:pt x="223964" y="60464"/>
                </a:lnTo>
                <a:lnTo>
                  <a:pt x="202679" y="56375"/>
                </a:lnTo>
                <a:lnTo>
                  <a:pt x="179247" y="60998"/>
                </a:lnTo>
                <a:lnTo>
                  <a:pt x="160388" y="73901"/>
                </a:lnTo>
                <a:lnTo>
                  <a:pt x="147878" y="93573"/>
                </a:lnTo>
                <a:lnTo>
                  <a:pt x="147726" y="94221"/>
                </a:lnTo>
                <a:lnTo>
                  <a:pt x="143243" y="118859"/>
                </a:lnTo>
                <a:lnTo>
                  <a:pt x="147612" y="144056"/>
                </a:lnTo>
                <a:lnTo>
                  <a:pt x="159816" y="163817"/>
                </a:lnTo>
                <a:lnTo>
                  <a:pt x="178612" y="176733"/>
                </a:lnTo>
                <a:lnTo>
                  <a:pt x="202679" y="181343"/>
                </a:lnTo>
                <a:lnTo>
                  <a:pt x="226758" y="176733"/>
                </a:lnTo>
                <a:lnTo>
                  <a:pt x="228904" y="175247"/>
                </a:lnTo>
                <a:lnTo>
                  <a:pt x="245541" y="163817"/>
                </a:lnTo>
                <a:lnTo>
                  <a:pt x="245668" y="163626"/>
                </a:lnTo>
                <a:lnTo>
                  <a:pt x="257759" y="144056"/>
                </a:lnTo>
                <a:lnTo>
                  <a:pt x="262115" y="118859"/>
                </a:lnTo>
                <a:close/>
              </a:path>
              <a:path w="687704" h="184785">
                <a:moveTo>
                  <a:pt x="335280" y="173736"/>
                </a:moveTo>
                <a:lnTo>
                  <a:pt x="327660" y="172212"/>
                </a:lnTo>
                <a:lnTo>
                  <a:pt x="323088" y="167640"/>
                </a:lnTo>
                <a:lnTo>
                  <a:pt x="323088" y="3048"/>
                </a:lnTo>
                <a:lnTo>
                  <a:pt x="272796" y="3048"/>
                </a:lnTo>
                <a:lnTo>
                  <a:pt x="272796" y="7620"/>
                </a:lnTo>
                <a:lnTo>
                  <a:pt x="281940" y="9144"/>
                </a:lnTo>
                <a:lnTo>
                  <a:pt x="286512" y="13703"/>
                </a:lnTo>
                <a:lnTo>
                  <a:pt x="286512" y="167640"/>
                </a:lnTo>
                <a:lnTo>
                  <a:pt x="281940" y="172212"/>
                </a:lnTo>
                <a:lnTo>
                  <a:pt x="272796" y="173736"/>
                </a:lnTo>
                <a:lnTo>
                  <a:pt x="272796" y="178308"/>
                </a:lnTo>
                <a:lnTo>
                  <a:pt x="335280" y="178308"/>
                </a:lnTo>
                <a:lnTo>
                  <a:pt x="335280" y="173736"/>
                </a:lnTo>
                <a:close/>
              </a:path>
              <a:path w="687704" h="184785">
                <a:moveTo>
                  <a:pt x="463283" y="59436"/>
                </a:moveTo>
                <a:lnTo>
                  <a:pt x="423659" y="59436"/>
                </a:lnTo>
                <a:lnTo>
                  <a:pt x="423659" y="64008"/>
                </a:lnTo>
                <a:lnTo>
                  <a:pt x="434327" y="65532"/>
                </a:lnTo>
                <a:lnTo>
                  <a:pt x="437375" y="67056"/>
                </a:lnTo>
                <a:lnTo>
                  <a:pt x="437375" y="80772"/>
                </a:lnTo>
                <a:lnTo>
                  <a:pt x="435851" y="85344"/>
                </a:lnTo>
                <a:lnTo>
                  <a:pt x="416039" y="132588"/>
                </a:lnTo>
                <a:lnTo>
                  <a:pt x="396227" y="79248"/>
                </a:lnTo>
                <a:lnTo>
                  <a:pt x="393179" y="74676"/>
                </a:lnTo>
                <a:lnTo>
                  <a:pt x="393179" y="67056"/>
                </a:lnTo>
                <a:lnTo>
                  <a:pt x="396227" y="65532"/>
                </a:lnTo>
                <a:lnTo>
                  <a:pt x="402323" y="65532"/>
                </a:lnTo>
                <a:lnTo>
                  <a:pt x="406895" y="64008"/>
                </a:lnTo>
                <a:lnTo>
                  <a:pt x="406895" y="59436"/>
                </a:lnTo>
                <a:lnTo>
                  <a:pt x="341363" y="59436"/>
                </a:lnTo>
                <a:lnTo>
                  <a:pt x="341363" y="64008"/>
                </a:lnTo>
                <a:lnTo>
                  <a:pt x="347459" y="65532"/>
                </a:lnTo>
                <a:lnTo>
                  <a:pt x="348983" y="65532"/>
                </a:lnTo>
                <a:lnTo>
                  <a:pt x="357746" y="82867"/>
                </a:lnTo>
                <a:lnTo>
                  <a:pt x="363372" y="94932"/>
                </a:lnTo>
                <a:lnTo>
                  <a:pt x="367271" y="105156"/>
                </a:lnTo>
                <a:lnTo>
                  <a:pt x="399275" y="181356"/>
                </a:lnTo>
                <a:lnTo>
                  <a:pt x="405371" y="181356"/>
                </a:lnTo>
                <a:lnTo>
                  <a:pt x="448043" y="79248"/>
                </a:lnTo>
                <a:lnTo>
                  <a:pt x="452615" y="67056"/>
                </a:lnTo>
                <a:lnTo>
                  <a:pt x="455663" y="65532"/>
                </a:lnTo>
                <a:lnTo>
                  <a:pt x="463283" y="64008"/>
                </a:lnTo>
                <a:lnTo>
                  <a:pt x="463283" y="59436"/>
                </a:lnTo>
                <a:close/>
              </a:path>
              <a:path w="687704" h="184785">
                <a:moveTo>
                  <a:pt x="569963" y="149352"/>
                </a:moveTo>
                <a:lnTo>
                  <a:pt x="563867" y="146304"/>
                </a:lnTo>
                <a:lnTo>
                  <a:pt x="556107" y="154063"/>
                </a:lnTo>
                <a:lnTo>
                  <a:pt x="548627" y="159258"/>
                </a:lnTo>
                <a:lnTo>
                  <a:pt x="541159" y="162153"/>
                </a:lnTo>
                <a:lnTo>
                  <a:pt x="533387" y="163068"/>
                </a:lnTo>
                <a:lnTo>
                  <a:pt x="525322" y="162153"/>
                </a:lnTo>
                <a:lnTo>
                  <a:pt x="525780" y="162153"/>
                </a:lnTo>
                <a:lnTo>
                  <a:pt x="519671" y="159829"/>
                </a:lnTo>
                <a:lnTo>
                  <a:pt x="501383" y="114300"/>
                </a:lnTo>
                <a:lnTo>
                  <a:pt x="568439" y="114300"/>
                </a:lnTo>
                <a:lnTo>
                  <a:pt x="567359" y="105156"/>
                </a:lnTo>
                <a:lnTo>
                  <a:pt x="547204" y="64008"/>
                </a:lnTo>
                <a:lnTo>
                  <a:pt x="538911" y="59817"/>
                </a:lnTo>
                <a:lnTo>
                  <a:pt x="536435" y="59131"/>
                </a:lnTo>
                <a:lnTo>
                  <a:pt x="536435" y="105156"/>
                </a:lnTo>
                <a:lnTo>
                  <a:pt x="501383" y="105156"/>
                </a:lnTo>
                <a:lnTo>
                  <a:pt x="502323" y="85217"/>
                </a:lnTo>
                <a:lnTo>
                  <a:pt x="505383" y="72580"/>
                </a:lnTo>
                <a:lnTo>
                  <a:pt x="511035" y="65925"/>
                </a:lnTo>
                <a:lnTo>
                  <a:pt x="519671" y="64008"/>
                </a:lnTo>
                <a:lnTo>
                  <a:pt x="527291" y="64008"/>
                </a:lnTo>
                <a:lnTo>
                  <a:pt x="531863" y="67056"/>
                </a:lnTo>
                <a:lnTo>
                  <a:pt x="533387" y="76200"/>
                </a:lnTo>
                <a:lnTo>
                  <a:pt x="534911" y="80772"/>
                </a:lnTo>
                <a:lnTo>
                  <a:pt x="534911" y="88392"/>
                </a:lnTo>
                <a:lnTo>
                  <a:pt x="536359" y="99885"/>
                </a:lnTo>
                <a:lnTo>
                  <a:pt x="536435" y="105156"/>
                </a:lnTo>
                <a:lnTo>
                  <a:pt x="536435" y="59131"/>
                </a:lnTo>
                <a:lnTo>
                  <a:pt x="529653" y="57238"/>
                </a:lnTo>
                <a:lnTo>
                  <a:pt x="519671" y="56388"/>
                </a:lnTo>
                <a:lnTo>
                  <a:pt x="496963" y="60782"/>
                </a:lnTo>
                <a:lnTo>
                  <a:pt x="479666" y="73342"/>
                </a:lnTo>
                <a:lnTo>
                  <a:pt x="468668" y="93027"/>
                </a:lnTo>
                <a:lnTo>
                  <a:pt x="464807" y="118872"/>
                </a:lnTo>
                <a:lnTo>
                  <a:pt x="468642" y="144703"/>
                </a:lnTo>
                <a:lnTo>
                  <a:pt x="479475" y="164401"/>
                </a:lnTo>
                <a:lnTo>
                  <a:pt x="496316" y="176949"/>
                </a:lnTo>
                <a:lnTo>
                  <a:pt x="518147" y="181356"/>
                </a:lnTo>
                <a:lnTo>
                  <a:pt x="532892" y="179781"/>
                </a:lnTo>
                <a:lnTo>
                  <a:pt x="545769" y="174498"/>
                </a:lnTo>
                <a:lnTo>
                  <a:pt x="557796" y="164630"/>
                </a:lnTo>
                <a:lnTo>
                  <a:pt x="559054" y="163068"/>
                </a:lnTo>
                <a:lnTo>
                  <a:pt x="569963" y="149352"/>
                </a:lnTo>
                <a:close/>
              </a:path>
              <a:path w="687704" h="184785">
                <a:moveTo>
                  <a:pt x="687311" y="76187"/>
                </a:moveTo>
                <a:lnTo>
                  <a:pt x="685914" y="67957"/>
                </a:lnTo>
                <a:lnTo>
                  <a:pt x="681786" y="61709"/>
                </a:lnTo>
                <a:lnTo>
                  <a:pt x="675106" y="57759"/>
                </a:lnTo>
                <a:lnTo>
                  <a:pt x="665975" y="56375"/>
                </a:lnTo>
                <a:lnTo>
                  <a:pt x="657072" y="57619"/>
                </a:lnTo>
                <a:lnTo>
                  <a:pt x="648449" y="61709"/>
                </a:lnTo>
                <a:lnTo>
                  <a:pt x="639838" y="69240"/>
                </a:lnTo>
                <a:lnTo>
                  <a:pt x="630923" y="80759"/>
                </a:lnTo>
                <a:lnTo>
                  <a:pt x="630923" y="59423"/>
                </a:lnTo>
                <a:lnTo>
                  <a:pt x="582155" y="59423"/>
                </a:lnTo>
                <a:lnTo>
                  <a:pt x="582155" y="63995"/>
                </a:lnTo>
                <a:lnTo>
                  <a:pt x="592823" y="65519"/>
                </a:lnTo>
                <a:lnTo>
                  <a:pt x="595871" y="70091"/>
                </a:lnTo>
                <a:lnTo>
                  <a:pt x="595871" y="167627"/>
                </a:lnTo>
                <a:lnTo>
                  <a:pt x="592823" y="170675"/>
                </a:lnTo>
                <a:lnTo>
                  <a:pt x="582155" y="173723"/>
                </a:lnTo>
                <a:lnTo>
                  <a:pt x="582155" y="178295"/>
                </a:lnTo>
                <a:lnTo>
                  <a:pt x="652259" y="178295"/>
                </a:lnTo>
                <a:lnTo>
                  <a:pt x="652259" y="173723"/>
                </a:lnTo>
                <a:lnTo>
                  <a:pt x="642099" y="172110"/>
                </a:lnTo>
                <a:lnTo>
                  <a:pt x="636066" y="168770"/>
                </a:lnTo>
                <a:lnTo>
                  <a:pt x="633196" y="162585"/>
                </a:lnTo>
                <a:lnTo>
                  <a:pt x="632447" y="152387"/>
                </a:lnTo>
                <a:lnTo>
                  <a:pt x="632447" y="102095"/>
                </a:lnTo>
                <a:lnTo>
                  <a:pt x="633768" y="93141"/>
                </a:lnTo>
                <a:lnTo>
                  <a:pt x="637209" y="85331"/>
                </a:lnTo>
                <a:lnTo>
                  <a:pt x="642099" y="79806"/>
                </a:lnTo>
                <a:lnTo>
                  <a:pt x="647687" y="77711"/>
                </a:lnTo>
                <a:lnTo>
                  <a:pt x="650735" y="77711"/>
                </a:lnTo>
                <a:lnTo>
                  <a:pt x="652259" y="80759"/>
                </a:lnTo>
                <a:lnTo>
                  <a:pt x="655307" y="83807"/>
                </a:lnTo>
                <a:lnTo>
                  <a:pt x="661403" y="91427"/>
                </a:lnTo>
                <a:lnTo>
                  <a:pt x="664451" y="92951"/>
                </a:lnTo>
                <a:lnTo>
                  <a:pt x="681215" y="92951"/>
                </a:lnTo>
                <a:lnTo>
                  <a:pt x="687311" y="86855"/>
                </a:lnTo>
                <a:lnTo>
                  <a:pt x="687311" y="761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3412" y="2138172"/>
            <a:ext cx="484631" cy="182879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03020" y="2612135"/>
            <a:ext cx="1860803" cy="234696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3236963" y="2612135"/>
            <a:ext cx="1012190" cy="234950"/>
          </a:xfrm>
          <a:custGeom>
            <a:avLst/>
            <a:gdLst/>
            <a:ahLst/>
            <a:cxnLst/>
            <a:rect l="l" t="t" r="r" b="b"/>
            <a:pathLst>
              <a:path w="1012189" h="234950">
                <a:moveTo>
                  <a:pt x="237744" y="4572"/>
                </a:moveTo>
                <a:lnTo>
                  <a:pt x="172212" y="4572"/>
                </a:lnTo>
                <a:lnTo>
                  <a:pt x="118872" y="128016"/>
                </a:lnTo>
                <a:lnTo>
                  <a:pt x="65532" y="4572"/>
                </a:lnTo>
                <a:lnTo>
                  <a:pt x="0" y="4572"/>
                </a:lnTo>
                <a:lnTo>
                  <a:pt x="0" y="10668"/>
                </a:lnTo>
                <a:lnTo>
                  <a:pt x="11938" y="12242"/>
                </a:lnTo>
                <a:lnTo>
                  <a:pt x="18859" y="15240"/>
                </a:lnTo>
                <a:lnTo>
                  <a:pt x="22085" y="20535"/>
                </a:lnTo>
                <a:lnTo>
                  <a:pt x="22860" y="28956"/>
                </a:lnTo>
                <a:lnTo>
                  <a:pt x="22860" y="153924"/>
                </a:lnTo>
                <a:lnTo>
                  <a:pt x="22085" y="163258"/>
                </a:lnTo>
                <a:lnTo>
                  <a:pt x="18859" y="169164"/>
                </a:lnTo>
                <a:lnTo>
                  <a:pt x="11938" y="172783"/>
                </a:lnTo>
                <a:lnTo>
                  <a:pt x="0" y="175260"/>
                </a:lnTo>
                <a:lnTo>
                  <a:pt x="0" y="181356"/>
                </a:lnTo>
                <a:lnTo>
                  <a:pt x="60960" y="181356"/>
                </a:lnTo>
                <a:lnTo>
                  <a:pt x="60960" y="175260"/>
                </a:lnTo>
                <a:lnTo>
                  <a:pt x="47675" y="173151"/>
                </a:lnTo>
                <a:lnTo>
                  <a:pt x="39243" y="168592"/>
                </a:lnTo>
                <a:lnTo>
                  <a:pt x="34823" y="160909"/>
                </a:lnTo>
                <a:lnTo>
                  <a:pt x="33528" y="149352"/>
                </a:lnTo>
                <a:lnTo>
                  <a:pt x="33528" y="25908"/>
                </a:lnTo>
                <a:lnTo>
                  <a:pt x="100584" y="181356"/>
                </a:lnTo>
                <a:lnTo>
                  <a:pt x="108204" y="181356"/>
                </a:lnTo>
                <a:lnTo>
                  <a:pt x="173736" y="21336"/>
                </a:lnTo>
                <a:lnTo>
                  <a:pt x="173736" y="155448"/>
                </a:lnTo>
                <a:lnTo>
                  <a:pt x="172961" y="164769"/>
                </a:lnTo>
                <a:lnTo>
                  <a:pt x="169735" y="170497"/>
                </a:lnTo>
                <a:lnTo>
                  <a:pt x="162814" y="173672"/>
                </a:lnTo>
                <a:lnTo>
                  <a:pt x="150876" y="175260"/>
                </a:lnTo>
                <a:lnTo>
                  <a:pt x="150876" y="181356"/>
                </a:lnTo>
                <a:lnTo>
                  <a:pt x="237744" y="181356"/>
                </a:lnTo>
                <a:lnTo>
                  <a:pt x="237744" y="175260"/>
                </a:lnTo>
                <a:lnTo>
                  <a:pt x="225818" y="172745"/>
                </a:lnTo>
                <a:lnTo>
                  <a:pt x="218884" y="168783"/>
                </a:lnTo>
                <a:lnTo>
                  <a:pt x="215671" y="161975"/>
                </a:lnTo>
                <a:lnTo>
                  <a:pt x="214884" y="150876"/>
                </a:lnTo>
                <a:lnTo>
                  <a:pt x="214884" y="35052"/>
                </a:lnTo>
                <a:lnTo>
                  <a:pt x="215887" y="23101"/>
                </a:lnTo>
                <a:lnTo>
                  <a:pt x="219456" y="16002"/>
                </a:lnTo>
                <a:lnTo>
                  <a:pt x="226466" y="12344"/>
                </a:lnTo>
                <a:lnTo>
                  <a:pt x="237744" y="10668"/>
                </a:lnTo>
                <a:lnTo>
                  <a:pt x="237744" y="4572"/>
                </a:lnTo>
                <a:close/>
              </a:path>
              <a:path w="1012189" h="234950">
                <a:moveTo>
                  <a:pt x="371868" y="169164"/>
                </a:moveTo>
                <a:lnTo>
                  <a:pt x="370344" y="167640"/>
                </a:lnTo>
                <a:lnTo>
                  <a:pt x="367296" y="164592"/>
                </a:lnTo>
                <a:lnTo>
                  <a:pt x="364248" y="166116"/>
                </a:lnTo>
                <a:lnTo>
                  <a:pt x="364248" y="167640"/>
                </a:lnTo>
                <a:lnTo>
                  <a:pt x="358152" y="167640"/>
                </a:lnTo>
                <a:lnTo>
                  <a:pt x="356628" y="166116"/>
                </a:lnTo>
                <a:lnTo>
                  <a:pt x="356628" y="117348"/>
                </a:lnTo>
                <a:lnTo>
                  <a:pt x="356628" y="92964"/>
                </a:lnTo>
                <a:lnTo>
                  <a:pt x="326288" y="60134"/>
                </a:lnTo>
                <a:lnTo>
                  <a:pt x="325945" y="60134"/>
                </a:lnTo>
                <a:lnTo>
                  <a:pt x="304812" y="57912"/>
                </a:lnTo>
                <a:lnTo>
                  <a:pt x="284086" y="60134"/>
                </a:lnTo>
                <a:lnTo>
                  <a:pt x="268236" y="66484"/>
                </a:lnTo>
                <a:lnTo>
                  <a:pt x="258089" y="76568"/>
                </a:lnTo>
                <a:lnTo>
                  <a:pt x="254520" y="89916"/>
                </a:lnTo>
                <a:lnTo>
                  <a:pt x="254520" y="102108"/>
                </a:lnTo>
                <a:lnTo>
                  <a:pt x="260616" y="108204"/>
                </a:lnTo>
                <a:lnTo>
                  <a:pt x="281952" y="108204"/>
                </a:lnTo>
                <a:lnTo>
                  <a:pt x="281952" y="77724"/>
                </a:lnTo>
                <a:lnTo>
                  <a:pt x="281952" y="70104"/>
                </a:lnTo>
                <a:lnTo>
                  <a:pt x="288048" y="65532"/>
                </a:lnTo>
                <a:lnTo>
                  <a:pt x="298716" y="65532"/>
                </a:lnTo>
                <a:lnTo>
                  <a:pt x="307822" y="66865"/>
                </a:lnTo>
                <a:lnTo>
                  <a:pt x="308330" y="66865"/>
                </a:lnTo>
                <a:lnTo>
                  <a:pt x="315099" y="71247"/>
                </a:lnTo>
                <a:lnTo>
                  <a:pt x="318858" y="78397"/>
                </a:lnTo>
                <a:lnTo>
                  <a:pt x="320052" y="88392"/>
                </a:lnTo>
                <a:lnTo>
                  <a:pt x="320052" y="108204"/>
                </a:lnTo>
                <a:lnTo>
                  <a:pt x="320052" y="117348"/>
                </a:lnTo>
                <a:lnTo>
                  <a:pt x="320052" y="153924"/>
                </a:lnTo>
                <a:lnTo>
                  <a:pt x="312432" y="163068"/>
                </a:lnTo>
                <a:lnTo>
                  <a:pt x="307860" y="166116"/>
                </a:lnTo>
                <a:lnTo>
                  <a:pt x="292620" y="166116"/>
                </a:lnTo>
                <a:lnTo>
                  <a:pt x="288048" y="158496"/>
                </a:lnTo>
                <a:lnTo>
                  <a:pt x="288048" y="147828"/>
                </a:lnTo>
                <a:lnTo>
                  <a:pt x="290042" y="137287"/>
                </a:lnTo>
                <a:lnTo>
                  <a:pt x="296049" y="128587"/>
                </a:lnTo>
                <a:lnTo>
                  <a:pt x="306044" y="121907"/>
                </a:lnTo>
                <a:lnTo>
                  <a:pt x="320052" y="117348"/>
                </a:lnTo>
                <a:lnTo>
                  <a:pt x="320052" y="108204"/>
                </a:lnTo>
                <a:lnTo>
                  <a:pt x="275259" y="123634"/>
                </a:lnTo>
                <a:lnTo>
                  <a:pt x="249948" y="156972"/>
                </a:lnTo>
                <a:lnTo>
                  <a:pt x="252095" y="167640"/>
                </a:lnTo>
                <a:lnTo>
                  <a:pt x="253123" y="169164"/>
                </a:lnTo>
                <a:lnTo>
                  <a:pt x="258140" y="176415"/>
                </a:lnTo>
                <a:lnTo>
                  <a:pt x="267296" y="182270"/>
                </a:lnTo>
                <a:lnTo>
                  <a:pt x="278904" y="184416"/>
                </a:lnTo>
                <a:lnTo>
                  <a:pt x="289826" y="183273"/>
                </a:lnTo>
                <a:lnTo>
                  <a:pt x="300050" y="179844"/>
                </a:lnTo>
                <a:lnTo>
                  <a:pt x="309968" y="174129"/>
                </a:lnTo>
                <a:lnTo>
                  <a:pt x="320052" y="166116"/>
                </a:lnTo>
                <a:lnTo>
                  <a:pt x="322948" y="174764"/>
                </a:lnTo>
                <a:lnTo>
                  <a:pt x="327291" y="180416"/>
                </a:lnTo>
                <a:lnTo>
                  <a:pt x="333336" y="183476"/>
                </a:lnTo>
                <a:lnTo>
                  <a:pt x="341388" y="184416"/>
                </a:lnTo>
                <a:lnTo>
                  <a:pt x="350240" y="183476"/>
                </a:lnTo>
                <a:lnTo>
                  <a:pt x="349923" y="183476"/>
                </a:lnTo>
                <a:lnTo>
                  <a:pt x="357200" y="180797"/>
                </a:lnTo>
                <a:lnTo>
                  <a:pt x="364312" y="176047"/>
                </a:lnTo>
                <a:lnTo>
                  <a:pt x="371868" y="169164"/>
                </a:lnTo>
                <a:close/>
              </a:path>
              <a:path w="1012189" h="234950">
                <a:moveTo>
                  <a:pt x="512076" y="118884"/>
                </a:moveTo>
                <a:lnTo>
                  <a:pt x="508520" y="93929"/>
                </a:lnTo>
                <a:lnTo>
                  <a:pt x="498551" y="74688"/>
                </a:lnTo>
                <a:lnTo>
                  <a:pt x="496646" y="73164"/>
                </a:lnTo>
                <a:lnTo>
                  <a:pt x="483133" y="62306"/>
                </a:lnTo>
                <a:lnTo>
                  <a:pt x="473976" y="60286"/>
                </a:lnTo>
                <a:lnTo>
                  <a:pt x="473976" y="121932"/>
                </a:lnTo>
                <a:lnTo>
                  <a:pt x="472541" y="143687"/>
                </a:lnTo>
                <a:lnTo>
                  <a:pt x="468261" y="158889"/>
                </a:lnTo>
                <a:lnTo>
                  <a:pt x="461111" y="167792"/>
                </a:lnTo>
                <a:lnTo>
                  <a:pt x="451116" y="170700"/>
                </a:lnTo>
                <a:lnTo>
                  <a:pt x="445439" y="169570"/>
                </a:lnTo>
                <a:lnTo>
                  <a:pt x="444779" y="169176"/>
                </a:lnTo>
                <a:lnTo>
                  <a:pt x="440067" y="166319"/>
                </a:lnTo>
                <a:lnTo>
                  <a:pt x="435254" y="161048"/>
                </a:lnTo>
                <a:lnTo>
                  <a:pt x="431304" y="153936"/>
                </a:lnTo>
                <a:lnTo>
                  <a:pt x="431304" y="88404"/>
                </a:lnTo>
                <a:lnTo>
                  <a:pt x="432828" y="83832"/>
                </a:lnTo>
                <a:lnTo>
                  <a:pt x="437400" y="80784"/>
                </a:lnTo>
                <a:lnTo>
                  <a:pt x="438924" y="79260"/>
                </a:lnTo>
                <a:lnTo>
                  <a:pt x="441972" y="76212"/>
                </a:lnTo>
                <a:lnTo>
                  <a:pt x="448068" y="73164"/>
                </a:lnTo>
                <a:lnTo>
                  <a:pt x="454164" y="73164"/>
                </a:lnTo>
                <a:lnTo>
                  <a:pt x="463042" y="76060"/>
                </a:lnTo>
                <a:lnTo>
                  <a:pt x="463143" y="76212"/>
                </a:lnTo>
                <a:lnTo>
                  <a:pt x="469214" y="84975"/>
                </a:lnTo>
                <a:lnTo>
                  <a:pt x="472808" y="100164"/>
                </a:lnTo>
                <a:lnTo>
                  <a:pt x="473976" y="121932"/>
                </a:lnTo>
                <a:lnTo>
                  <a:pt x="473976" y="60286"/>
                </a:lnTo>
                <a:lnTo>
                  <a:pt x="463308" y="57924"/>
                </a:lnTo>
                <a:lnTo>
                  <a:pt x="452945" y="59105"/>
                </a:lnTo>
                <a:lnTo>
                  <a:pt x="444449" y="62877"/>
                </a:lnTo>
                <a:lnTo>
                  <a:pt x="437375" y="69494"/>
                </a:lnTo>
                <a:lnTo>
                  <a:pt x="431304" y="79260"/>
                </a:lnTo>
                <a:lnTo>
                  <a:pt x="431304" y="60972"/>
                </a:lnTo>
                <a:lnTo>
                  <a:pt x="381012" y="60972"/>
                </a:lnTo>
                <a:lnTo>
                  <a:pt x="381012" y="67068"/>
                </a:lnTo>
                <a:lnTo>
                  <a:pt x="391680" y="68592"/>
                </a:lnTo>
                <a:lnTo>
                  <a:pt x="394728" y="71640"/>
                </a:lnTo>
                <a:lnTo>
                  <a:pt x="394728" y="224040"/>
                </a:lnTo>
                <a:lnTo>
                  <a:pt x="393204" y="225564"/>
                </a:lnTo>
                <a:lnTo>
                  <a:pt x="379488" y="227088"/>
                </a:lnTo>
                <a:lnTo>
                  <a:pt x="379488" y="234708"/>
                </a:lnTo>
                <a:lnTo>
                  <a:pt x="451116" y="234708"/>
                </a:lnTo>
                <a:lnTo>
                  <a:pt x="451116" y="228612"/>
                </a:lnTo>
                <a:lnTo>
                  <a:pt x="441591" y="226720"/>
                </a:lnTo>
                <a:lnTo>
                  <a:pt x="435495" y="222707"/>
                </a:lnTo>
                <a:lnTo>
                  <a:pt x="432257" y="215531"/>
                </a:lnTo>
                <a:lnTo>
                  <a:pt x="431304" y="204228"/>
                </a:lnTo>
                <a:lnTo>
                  <a:pt x="431304" y="169176"/>
                </a:lnTo>
                <a:lnTo>
                  <a:pt x="439699" y="176047"/>
                </a:lnTo>
                <a:lnTo>
                  <a:pt x="447116" y="180797"/>
                </a:lnTo>
                <a:lnTo>
                  <a:pt x="454228" y="183527"/>
                </a:lnTo>
                <a:lnTo>
                  <a:pt x="461784" y="184416"/>
                </a:lnTo>
                <a:lnTo>
                  <a:pt x="481850" y="179527"/>
                </a:lnTo>
                <a:lnTo>
                  <a:pt x="492201" y="170700"/>
                </a:lnTo>
                <a:lnTo>
                  <a:pt x="497789" y="165938"/>
                </a:lnTo>
                <a:lnTo>
                  <a:pt x="508279" y="145186"/>
                </a:lnTo>
                <a:lnTo>
                  <a:pt x="512076" y="118884"/>
                </a:lnTo>
                <a:close/>
              </a:path>
              <a:path w="1012189" h="234950">
                <a:moveTo>
                  <a:pt x="658368" y="118884"/>
                </a:moveTo>
                <a:lnTo>
                  <a:pt x="644842" y="74688"/>
                </a:lnTo>
                <a:lnTo>
                  <a:pt x="620268" y="60286"/>
                </a:lnTo>
                <a:lnTo>
                  <a:pt x="620268" y="121932"/>
                </a:lnTo>
                <a:lnTo>
                  <a:pt x="618845" y="143687"/>
                </a:lnTo>
                <a:lnTo>
                  <a:pt x="614553" y="158889"/>
                </a:lnTo>
                <a:lnTo>
                  <a:pt x="607415" y="167792"/>
                </a:lnTo>
                <a:lnTo>
                  <a:pt x="597408" y="170700"/>
                </a:lnTo>
                <a:lnTo>
                  <a:pt x="590892" y="169570"/>
                </a:lnTo>
                <a:lnTo>
                  <a:pt x="590181" y="169176"/>
                </a:lnTo>
                <a:lnTo>
                  <a:pt x="585216" y="166319"/>
                </a:lnTo>
                <a:lnTo>
                  <a:pt x="580694" y="161048"/>
                </a:lnTo>
                <a:lnTo>
                  <a:pt x="577596" y="153936"/>
                </a:lnTo>
                <a:lnTo>
                  <a:pt x="577596" y="88404"/>
                </a:lnTo>
                <a:lnTo>
                  <a:pt x="579120" y="83832"/>
                </a:lnTo>
                <a:lnTo>
                  <a:pt x="582168" y="80784"/>
                </a:lnTo>
                <a:lnTo>
                  <a:pt x="584200" y="79260"/>
                </a:lnTo>
                <a:lnTo>
                  <a:pt x="588264" y="76212"/>
                </a:lnTo>
                <a:lnTo>
                  <a:pt x="594360" y="73164"/>
                </a:lnTo>
                <a:lnTo>
                  <a:pt x="600456" y="73164"/>
                </a:lnTo>
                <a:lnTo>
                  <a:pt x="609346" y="76060"/>
                </a:lnTo>
                <a:lnTo>
                  <a:pt x="609447" y="76212"/>
                </a:lnTo>
                <a:lnTo>
                  <a:pt x="615505" y="84975"/>
                </a:lnTo>
                <a:lnTo>
                  <a:pt x="619112" y="100164"/>
                </a:lnTo>
                <a:lnTo>
                  <a:pt x="620268" y="121932"/>
                </a:lnTo>
                <a:lnTo>
                  <a:pt x="620268" y="60286"/>
                </a:lnTo>
                <a:lnTo>
                  <a:pt x="609600" y="57924"/>
                </a:lnTo>
                <a:lnTo>
                  <a:pt x="599224" y="59105"/>
                </a:lnTo>
                <a:lnTo>
                  <a:pt x="590550" y="62877"/>
                </a:lnTo>
                <a:lnTo>
                  <a:pt x="583031" y="69494"/>
                </a:lnTo>
                <a:lnTo>
                  <a:pt x="576072" y="79260"/>
                </a:lnTo>
                <a:lnTo>
                  <a:pt x="576072" y="60972"/>
                </a:lnTo>
                <a:lnTo>
                  <a:pt x="525780" y="60972"/>
                </a:lnTo>
                <a:lnTo>
                  <a:pt x="525780" y="67068"/>
                </a:lnTo>
                <a:lnTo>
                  <a:pt x="537972" y="68592"/>
                </a:lnTo>
                <a:lnTo>
                  <a:pt x="541020" y="71640"/>
                </a:lnTo>
                <a:lnTo>
                  <a:pt x="541020" y="224040"/>
                </a:lnTo>
                <a:lnTo>
                  <a:pt x="537972" y="225564"/>
                </a:lnTo>
                <a:lnTo>
                  <a:pt x="525780" y="227088"/>
                </a:lnTo>
                <a:lnTo>
                  <a:pt x="525780" y="234708"/>
                </a:lnTo>
                <a:lnTo>
                  <a:pt x="597408" y="234708"/>
                </a:lnTo>
                <a:lnTo>
                  <a:pt x="597408" y="228612"/>
                </a:lnTo>
                <a:lnTo>
                  <a:pt x="587883" y="226720"/>
                </a:lnTo>
                <a:lnTo>
                  <a:pt x="581787" y="222707"/>
                </a:lnTo>
                <a:lnTo>
                  <a:pt x="578548" y="215531"/>
                </a:lnTo>
                <a:lnTo>
                  <a:pt x="577596" y="204228"/>
                </a:lnTo>
                <a:lnTo>
                  <a:pt x="577596" y="169176"/>
                </a:lnTo>
                <a:lnTo>
                  <a:pt x="585787" y="176047"/>
                </a:lnTo>
                <a:lnTo>
                  <a:pt x="592836" y="180797"/>
                </a:lnTo>
                <a:lnTo>
                  <a:pt x="599884" y="183527"/>
                </a:lnTo>
                <a:lnTo>
                  <a:pt x="608076" y="184416"/>
                </a:lnTo>
                <a:lnTo>
                  <a:pt x="628154" y="179527"/>
                </a:lnTo>
                <a:lnTo>
                  <a:pt x="638505" y="170700"/>
                </a:lnTo>
                <a:lnTo>
                  <a:pt x="644080" y="165938"/>
                </a:lnTo>
                <a:lnTo>
                  <a:pt x="654583" y="145186"/>
                </a:lnTo>
                <a:lnTo>
                  <a:pt x="658368" y="118884"/>
                </a:lnTo>
                <a:close/>
              </a:path>
              <a:path w="1012189" h="234950">
                <a:moveTo>
                  <a:pt x="722376" y="19812"/>
                </a:moveTo>
                <a:lnTo>
                  <a:pt x="720788" y="12217"/>
                </a:lnTo>
                <a:lnTo>
                  <a:pt x="716470" y="5905"/>
                </a:lnTo>
                <a:lnTo>
                  <a:pt x="710171" y="1600"/>
                </a:lnTo>
                <a:lnTo>
                  <a:pt x="702564" y="0"/>
                </a:lnTo>
                <a:lnTo>
                  <a:pt x="694334" y="1600"/>
                </a:lnTo>
                <a:lnTo>
                  <a:pt x="688086" y="5905"/>
                </a:lnTo>
                <a:lnTo>
                  <a:pt x="684136" y="12217"/>
                </a:lnTo>
                <a:lnTo>
                  <a:pt x="682752" y="19812"/>
                </a:lnTo>
                <a:lnTo>
                  <a:pt x="684136" y="28295"/>
                </a:lnTo>
                <a:lnTo>
                  <a:pt x="688086" y="35052"/>
                </a:lnTo>
                <a:lnTo>
                  <a:pt x="694334" y="39535"/>
                </a:lnTo>
                <a:lnTo>
                  <a:pt x="702564" y="41148"/>
                </a:lnTo>
                <a:lnTo>
                  <a:pt x="710171" y="39535"/>
                </a:lnTo>
                <a:lnTo>
                  <a:pt x="716470" y="35052"/>
                </a:lnTo>
                <a:lnTo>
                  <a:pt x="720788" y="28295"/>
                </a:lnTo>
                <a:lnTo>
                  <a:pt x="722376" y="19812"/>
                </a:lnTo>
                <a:close/>
              </a:path>
              <a:path w="1012189" h="234950">
                <a:moveTo>
                  <a:pt x="733044" y="175260"/>
                </a:moveTo>
                <a:lnTo>
                  <a:pt x="723900" y="173736"/>
                </a:lnTo>
                <a:lnTo>
                  <a:pt x="720852" y="170688"/>
                </a:lnTo>
                <a:lnTo>
                  <a:pt x="720852" y="60960"/>
                </a:lnTo>
                <a:lnTo>
                  <a:pt x="670560" y="60960"/>
                </a:lnTo>
                <a:lnTo>
                  <a:pt x="670560" y="67056"/>
                </a:lnTo>
                <a:lnTo>
                  <a:pt x="682752" y="68580"/>
                </a:lnTo>
                <a:lnTo>
                  <a:pt x="685800" y="71628"/>
                </a:lnTo>
                <a:lnTo>
                  <a:pt x="685800" y="170688"/>
                </a:lnTo>
                <a:lnTo>
                  <a:pt x="682752" y="172212"/>
                </a:lnTo>
                <a:lnTo>
                  <a:pt x="670560" y="175260"/>
                </a:lnTo>
                <a:lnTo>
                  <a:pt x="670560" y="181356"/>
                </a:lnTo>
                <a:lnTo>
                  <a:pt x="733044" y="181356"/>
                </a:lnTo>
                <a:lnTo>
                  <a:pt x="733044" y="175260"/>
                </a:lnTo>
                <a:close/>
              </a:path>
              <a:path w="1012189" h="234950">
                <a:moveTo>
                  <a:pt x="880884" y="175260"/>
                </a:moveTo>
                <a:lnTo>
                  <a:pt x="870216" y="173736"/>
                </a:lnTo>
                <a:lnTo>
                  <a:pt x="867168" y="170688"/>
                </a:lnTo>
                <a:lnTo>
                  <a:pt x="867168" y="94488"/>
                </a:lnTo>
                <a:lnTo>
                  <a:pt x="864692" y="79133"/>
                </a:lnTo>
                <a:lnTo>
                  <a:pt x="857643" y="67627"/>
                </a:lnTo>
                <a:lnTo>
                  <a:pt x="846594" y="60413"/>
                </a:lnTo>
                <a:lnTo>
                  <a:pt x="832116" y="57912"/>
                </a:lnTo>
                <a:lnTo>
                  <a:pt x="821258" y="59347"/>
                </a:lnTo>
                <a:lnTo>
                  <a:pt x="811542" y="63627"/>
                </a:lnTo>
                <a:lnTo>
                  <a:pt x="802970" y="70777"/>
                </a:lnTo>
                <a:lnTo>
                  <a:pt x="795540" y="80772"/>
                </a:lnTo>
                <a:lnTo>
                  <a:pt x="795540" y="60960"/>
                </a:lnTo>
                <a:lnTo>
                  <a:pt x="745248" y="60960"/>
                </a:lnTo>
                <a:lnTo>
                  <a:pt x="745248" y="67056"/>
                </a:lnTo>
                <a:lnTo>
                  <a:pt x="757440" y="68580"/>
                </a:lnTo>
                <a:lnTo>
                  <a:pt x="758964" y="71628"/>
                </a:lnTo>
                <a:lnTo>
                  <a:pt x="758964" y="170688"/>
                </a:lnTo>
                <a:lnTo>
                  <a:pt x="757440" y="172212"/>
                </a:lnTo>
                <a:lnTo>
                  <a:pt x="745248" y="175260"/>
                </a:lnTo>
                <a:lnTo>
                  <a:pt x="745248" y="181356"/>
                </a:lnTo>
                <a:lnTo>
                  <a:pt x="807732" y="181356"/>
                </a:lnTo>
                <a:lnTo>
                  <a:pt x="807732" y="175260"/>
                </a:lnTo>
                <a:lnTo>
                  <a:pt x="798588" y="173736"/>
                </a:lnTo>
                <a:lnTo>
                  <a:pt x="795540" y="170688"/>
                </a:lnTo>
                <a:lnTo>
                  <a:pt x="795540" y="88392"/>
                </a:lnTo>
                <a:lnTo>
                  <a:pt x="800112" y="83820"/>
                </a:lnTo>
                <a:lnTo>
                  <a:pt x="812304" y="74676"/>
                </a:lnTo>
                <a:lnTo>
                  <a:pt x="818400" y="74676"/>
                </a:lnTo>
                <a:lnTo>
                  <a:pt x="824153" y="76111"/>
                </a:lnTo>
                <a:lnTo>
                  <a:pt x="827925" y="80391"/>
                </a:lnTo>
                <a:lnTo>
                  <a:pt x="829970" y="87541"/>
                </a:lnTo>
                <a:lnTo>
                  <a:pt x="830592" y="97536"/>
                </a:lnTo>
                <a:lnTo>
                  <a:pt x="830592" y="170688"/>
                </a:lnTo>
                <a:lnTo>
                  <a:pt x="827544" y="173736"/>
                </a:lnTo>
                <a:lnTo>
                  <a:pt x="818400" y="175260"/>
                </a:lnTo>
                <a:lnTo>
                  <a:pt x="818400" y="181356"/>
                </a:lnTo>
                <a:lnTo>
                  <a:pt x="880884" y="181356"/>
                </a:lnTo>
                <a:lnTo>
                  <a:pt x="880884" y="175260"/>
                </a:lnTo>
                <a:close/>
              </a:path>
              <a:path w="1012189" h="234950">
                <a:moveTo>
                  <a:pt x="1011936" y="62496"/>
                </a:moveTo>
                <a:lnTo>
                  <a:pt x="978408" y="62496"/>
                </a:lnTo>
                <a:lnTo>
                  <a:pt x="970013" y="60490"/>
                </a:lnTo>
                <a:lnTo>
                  <a:pt x="966139" y="59753"/>
                </a:lnTo>
                <a:lnTo>
                  <a:pt x="966139" y="99072"/>
                </a:lnTo>
                <a:lnTo>
                  <a:pt x="966127" y="102120"/>
                </a:lnTo>
                <a:lnTo>
                  <a:pt x="965314" y="116116"/>
                </a:lnTo>
                <a:lnTo>
                  <a:pt x="962406" y="126504"/>
                </a:lnTo>
                <a:lnTo>
                  <a:pt x="957224" y="132308"/>
                </a:lnTo>
                <a:lnTo>
                  <a:pt x="949452" y="134124"/>
                </a:lnTo>
                <a:lnTo>
                  <a:pt x="940816" y="132308"/>
                </a:lnTo>
                <a:lnTo>
                  <a:pt x="935164" y="126504"/>
                </a:lnTo>
                <a:lnTo>
                  <a:pt x="932103" y="116116"/>
                </a:lnTo>
                <a:lnTo>
                  <a:pt x="931265" y="102120"/>
                </a:lnTo>
                <a:lnTo>
                  <a:pt x="931252" y="99072"/>
                </a:lnTo>
                <a:lnTo>
                  <a:pt x="932103" y="84188"/>
                </a:lnTo>
                <a:lnTo>
                  <a:pt x="966139" y="99072"/>
                </a:lnTo>
                <a:lnTo>
                  <a:pt x="966139" y="59753"/>
                </a:lnTo>
                <a:lnTo>
                  <a:pt x="962596" y="59067"/>
                </a:lnTo>
                <a:lnTo>
                  <a:pt x="955484" y="58204"/>
                </a:lnTo>
                <a:lnTo>
                  <a:pt x="947928" y="57924"/>
                </a:lnTo>
                <a:lnTo>
                  <a:pt x="926744" y="60921"/>
                </a:lnTo>
                <a:lnTo>
                  <a:pt x="909828" y="69354"/>
                </a:lnTo>
                <a:lnTo>
                  <a:pt x="898639" y="82346"/>
                </a:lnTo>
                <a:lnTo>
                  <a:pt x="894588" y="99072"/>
                </a:lnTo>
                <a:lnTo>
                  <a:pt x="895159" y="105905"/>
                </a:lnTo>
                <a:lnTo>
                  <a:pt x="920026" y="135470"/>
                </a:lnTo>
                <a:lnTo>
                  <a:pt x="928116" y="138696"/>
                </a:lnTo>
                <a:lnTo>
                  <a:pt x="914120" y="144741"/>
                </a:lnTo>
                <a:lnTo>
                  <a:pt x="904113" y="151650"/>
                </a:lnTo>
                <a:lnTo>
                  <a:pt x="898118" y="159689"/>
                </a:lnTo>
                <a:lnTo>
                  <a:pt x="896112" y="169176"/>
                </a:lnTo>
                <a:lnTo>
                  <a:pt x="897089" y="176364"/>
                </a:lnTo>
                <a:lnTo>
                  <a:pt x="900493" y="182130"/>
                </a:lnTo>
                <a:lnTo>
                  <a:pt x="907046" y="186740"/>
                </a:lnTo>
                <a:lnTo>
                  <a:pt x="917448" y="190512"/>
                </a:lnTo>
                <a:lnTo>
                  <a:pt x="907211" y="193408"/>
                </a:lnTo>
                <a:lnTo>
                  <a:pt x="899541" y="197751"/>
                </a:lnTo>
                <a:lnTo>
                  <a:pt x="894740" y="203796"/>
                </a:lnTo>
                <a:lnTo>
                  <a:pt x="894651" y="204228"/>
                </a:lnTo>
                <a:lnTo>
                  <a:pt x="893064" y="211848"/>
                </a:lnTo>
                <a:lnTo>
                  <a:pt x="944880" y="234708"/>
                </a:lnTo>
                <a:lnTo>
                  <a:pt x="974013" y="232156"/>
                </a:lnTo>
                <a:lnTo>
                  <a:pt x="1007681" y="212204"/>
                </a:lnTo>
                <a:lnTo>
                  <a:pt x="1011936" y="195084"/>
                </a:lnTo>
                <a:lnTo>
                  <a:pt x="1008913" y="181724"/>
                </a:lnTo>
                <a:lnTo>
                  <a:pt x="1000315" y="171653"/>
                </a:lnTo>
                <a:lnTo>
                  <a:pt x="990600" y="167068"/>
                </a:lnTo>
                <a:lnTo>
                  <a:pt x="990600" y="199656"/>
                </a:lnTo>
                <a:lnTo>
                  <a:pt x="990600" y="207276"/>
                </a:lnTo>
                <a:lnTo>
                  <a:pt x="988060" y="215506"/>
                </a:lnTo>
                <a:lnTo>
                  <a:pt x="980503" y="221754"/>
                </a:lnTo>
                <a:lnTo>
                  <a:pt x="968108" y="225704"/>
                </a:lnTo>
                <a:lnTo>
                  <a:pt x="950976" y="227088"/>
                </a:lnTo>
                <a:lnTo>
                  <a:pt x="935863" y="225945"/>
                </a:lnTo>
                <a:lnTo>
                  <a:pt x="924877" y="222516"/>
                </a:lnTo>
                <a:lnTo>
                  <a:pt x="918197" y="216801"/>
                </a:lnTo>
                <a:lnTo>
                  <a:pt x="915924" y="208800"/>
                </a:lnTo>
                <a:lnTo>
                  <a:pt x="915924" y="204228"/>
                </a:lnTo>
                <a:lnTo>
                  <a:pt x="917448" y="201180"/>
                </a:lnTo>
                <a:lnTo>
                  <a:pt x="925068" y="195084"/>
                </a:lnTo>
                <a:lnTo>
                  <a:pt x="984504" y="195084"/>
                </a:lnTo>
                <a:lnTo>
                  <a:pt x="990600" y="199656"/>
                </a:lnTo>
                <a:lnTo>
                  <a:pt x="990600" y="167068"/>
                </a:lnTo>
                <a:lnTo>
                  <a:pt x="986866" y="165290"/>
                </a:lnTo>
                <a:lnTo>
                  <a:pt x="969264" y="163080"/>
                </a:lnTo>
                <a:lnTo>
                  <a:pt x="950976" y="163080"/>
                </a:lnTo>
                <a:lnTo>
                  <a:pt x="937933" y="162712"/>
                </a:lnTo>
                <a:lnTo>
                  <a:pt x="930021" y="161366"/>
                </a:lnTo>
                <a:lnTo>
                  <a:pt x="926122" y="158572"/>
                </a:lnTo>
                <a:lnTo>
                  <a:pt x="925068" y="153936"/>
                </a:lnTo>
                <a:lnTo>
                  <a:pt x="925068" y="146316"/>
                </a:lnTo>
                <a:lnTo>
                  <a:pt x="932688" y="140220"/>
                </a:lnTo>
                <a:lnTo>
                  <a:pt x="955548" y="140220"/>
                </a:lnTo>
                <a:lnTo>
                  <a:pt x="963701" y="139903"/>
                </a:lnTo>
                <a:lnTo>
                  <a:pt x="1000125" y="112039"/>
                </a:lnTo>
                <a:lnTo>
                  <a:pt x="1001268" y="102120"/>
                </a:lnTo>
                <a:lnTo>
                  <a:pt x="1001153" y="100596"/>
                </a:lnTo>
                <a:lnTo>
                  <a:pt x="1001026" y="99072"/>
                </a:lnTo>
                <a:lnTo>
                  <a:pt x="1000683" y="94640"/>
                </a:lnTo>
                <a:lnTo>
                  <a:pt x="998791" y="88023"/>
                </a:lnTo>
                <a:lnTo>
                  <a:pt x="995489" y="81965"/>
                </a:lnTo>
                <a:lnTo>
                  <a:pt x="990600" y="76212"/>
                </a:lnTo>
                <a:lnTo>
                  <a:pt x="1011936" y="76212"/>
                </a:lnTo>
                <a:lnTo>
                  <a:pt x="1011936" y="65544"/>
                </a:lnTo>
                <a:lnTo>
                  <a:pt x="1011936" y="624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25111" y="2616707"/>
            <a:ext cx="411479" cy="179832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4812792" y="2612135"/>
            <a:ext cx="1663064" cy="186055"/>
          </a:xfrm>
          <a:custGeom>
            <a:avLst/>
            <a:gdLst/>
            <a:ahLst/>
            <a:cxnLst/>
            <a:rect l="l" t="t" r="r" b="b"/>
            <a:pathLst>
              <a:path w="1663064" h="186055">
                <a:moveTo>
                  <a:pt x="178308" y="4572"/>
                </a:moveTo>
                <a:lnTo>
                  <a:pt x="121920" y="4572"/>
                </a:lnTo>
                <a:lnTo>
                  <a:pt x="121920" y="10668"/>
                </a:lnTo>
                <a:lnTo>
                  <a:pt x="134086" y="12788"/>
                </a:lnTo>
                <a:lnTo>
                  <a:pt x="141541" y="17335"/>
                </a:lnTo>
                <a:lnTo>
                  <a:pt x="145275" y="25031"/>
                </a:lnTo>
                <a:lnTo>
                  <a:pt x="146304" y="36576"/>
                </a:lnTo>
                <a:lnTo>
                  <a:pt x="146304" y="117348"/>
                </a:lnTo>
                <a:lnTo>
                  <a:pt x="56388" y="4572"/>
                </a:lnTo>
                <a:lnTo>
                  <a:pt x="0" y="4572"/>
                </a:lnTo>
                <a:lnTo>
                  <a:pt x="0" y="10668"/>
                </a:lnTo>
                <a:lnTo>
                  <a:pt x="4419" y="11607"/>
                </a:lnTo>
                <a:lnTo>
                  <a:pt x="9144" y="14668"/>
                </a:lnTo>
                <a:lnTo>
                  <a:pt x="14998" y="20320"/>
                </a:lnTo>
                <a:lnTo>
                  <a:pt x="22860" y="28956"/>
                </a:lnTo>
                <a:lnTo>
                  <a:pt x="22860" y="153924"/>
                </a:lnTo>
                <a:lnTo>
                  <a:pt x="21856" y="163258"/>
                </a:lnTo>
                <a:lnTo>
                  <a:pt x="18288" y="169164"/>
                </a:lnTo>
                <a:lnTo>
                  <a:pt x="11277" y="172783"/>
                </a:lnTo>
                <a:lnTo>
                  <a:pt x="0" y="175260"/>
                </a:lnTo>
                <a:lnTo>
                  <a:pt x="0" y="181356"/>
                </a:lnTo>
                <a:lnTo>
                  <a:pt x="59436" y="181356"/>
                </a:lnTo>
                <a:lnTo>
                  <a:pt x="59436" y="175260"/>
                </a:lnTo>
                <a:lnTo>
                  <a:pt x="47256" y="172504"/>
                </a:lnTo>
                <a:lnTo>
                  <a:pt x="39814" y="168021"/>
                </a:lnTo>
                <a:lnTo>
                  <a:pt x="36068" y="160693"/>
                </a:lnTo>
                <a:lnTo>
                  <a:pt x="35052" y="149352"/>
                </a:lnTo>
                <a:lnTo>
                  <a:pt x="35052" y="42672"/>
                </a:lnTo>
                <a:lnTo>
                  <a:pt x="150876" y="185928"/>
                </a:lnTo>
                <a:lnTo>
                  <a:pt x="158496" y="185928"/>
                </a:lnTo>
                <a:lnTo>
                  <a:pt x="158496" y="32004"/>
                </a:lnTo>
                <a:lnTo>
                  <a:pt x="159232" y="22669"/>
                </a:lnTo>
                <a:lnTo>
                  <a:pt x="162115" y="16764"/>
                </a:lnTo>
                <a:lnTo>
                  <a:pt x="168135" y="13144"/>
                </a:lnTo>
                <a:lnTo>
                  <a:pt x="178308" y="10668"/>
                </a:lnTo>
                <a:lnTo>
                  <a:pt x="178308" y="4572"/>
                </a:lnTo>
                <a:close/>
              </a:path>
              <a:path w="1663064" h="186055">
                <a:moveTo>
                  <a:pt x="304800" y="120408"/>
                </a:moveTo>
                <a:lnTo>
                  <a:pt x="300570" y="95846"/>
                </a:lnTo>
                <a:lnTo>
                  <a:pt x="300405" y="95110"/>
                </a:lnTo>
                <a:lnTo>
                  <a:pt x="288417" y="75450"/>
                </a:lnTo>
                <a:lnTo>
                  <a:pt x="274332" y="65544"/>
                </a:lnTo>
                <a:lnTo>
                  <a:pt x="270078" y="62534"/>
                </a:lnTo>
                <a:lnTo>
                  <a:pt x="268147" y="62153"/>
                </a:lnTo>
                <a:lnTo>
                  <a:pt x="268147" y="120408"/>
                </a:lnTo>
                <a:lnTo>
                  <a:pt x="268084" y="124980"/>
                </a:lnTo>
                <a:lnTo>
                  <a:pt x="267030" y="147853"/>
                </a:lnTo>
                <a:lnTo>
                  <a:pt x="263271" y="164795"/>
                </a:lnTo>
                <a:lnTo>
                  <a:pt x="256641" y="174002"/>
                </a:lnTo>
                <a:lnTo>
                  <a:pt x="246888" y="176796"/>
                </a:lnTo>
                <a:lnTo>
                  <a:pt x="236054" y="174002"/>
                </a:lnTo>
                <a:lnTo>
                  <a:pt x="236194" y="174002"/>
                </a:lnTo>
                <a:lnTo>
                  <a:pt x="229171" y="165176"/>
                </a:lnTo>
                <a:lnTo>
                  <a:pt x="229069" y="164795"/>
                </a:lnTo>
                <a:lnTo>
                  <a:pt x="225234" y="149148"/>
                </a:lnTo>
                <a:lnTo>
                  <a:pt x="225171" y="147853"/>
                </a:lnTo>
                <a:lnTo>
                  <a:pt x="225069" y="145834"/>
                </a:lnTo>
                <a:lnTo>
                  <a:pt x="225234" y="96405"/>
                </a:lnTo>
                <a:lnTo>
                  <a:pt x="236270" y="68351"/>
                </a:lnTo>
                <a:lnTo>
                  <a:pt x="236410" y="68351"/>
                </a:lnTo>
                <a:lnTo>
                  <a:pt x="246888" y="65544"/>
                </a:lnTo>
                <a:lnTo>
                  <a:pt x="256641" y="68351"/>
                </a:lnTo>
                <a:lnTo>
                  <a:pt x="263271" y="77736"/>
                </a:lnTo>
                <a:lnTo>
                  <a:pt x="263347" y="78117"/>
                </a:lnTo>
                <a:lnTo>
                  <a:pt x="267030" y="95110"/>
                </a:lnTo>
                <a:lnTo>
                  <a:pt x="267081" y="96405"/>
                </a:lnTo>
                <a:lnTo>
                  <a:pt x="268147" y="120408"/>
                </a:lnTo>
                <a:lnTo>
                  <a:pt x="268147" y="62153"/>
                </a:lnTo>
                <a:lnTo>
                  <a:pt x="246888" y="57924"/>
                </a:lnTo>
                <a:lnTo>
                  <a:pt x="222808" y="62750"/>
                </a:lnTo>
                <a:lnTo>
                  <a:pt x="204025" y="76022"/>
                </a:lnTo>
                <a:lnTo>
                  <a:pt x="191808" y="95846"/>
                </a:lnTo>
                <a:lnTo>
                  <a:pt x="191706" y="96405"/>
                </a:lnTo>
                <a:lnTo>
                  <a:pt x="187452" y="120408"/>
                </a:lnTo>
                <a:lnTo>
                  <a:pt x="191808" y="145834"/>
                </a:lnTo>
                <a:lnTo>
                  <a:pt x="204025" y="166128"/>
                </a:lnTo>
                <a:lnTo>
                  <a:pt x="222808" y="179552"/>
                </a:lnTo>
                <a:lnTo>
                  <a:pt x="246888" y="184416"/>
                </a:lnTo>
                <a:lnTo>
                  <a:pt x="270078" y="179552"/>
                </a:lnTo>
                <a:lnTo>
                  <a:pt x="273850" y="176796"/>
                </a:lnTo>
                <a:lnTo>
                  <a:pt x="288417" y="166128"/>
                </a:lnTo>
                <a:lnTo>
                  <a:pt x="300456" y="145834"/>
                </a:lnTo>
                <a:lnTo>
                  <a:pt x="304800" y="120408"/>
                </a:lnTo>
                <a:close/>
              </a:path>
              <a:path w="1663064" h="186055">
                <a:moveTo>
                  <a:pt x="452615" y="175260"/>
                </a:moveTo>
                <a:lnTo>
                  <a:pt x="441947" y="173736"/>
                </a:lnTo>
                <a:lnTo>
                  <a:pt x="440423" y="170688"/>
                </a:lnTo>
                <a:lnTo>
                  <a:pt x="440423" y="94488"/>
                </a:lnTo>
                <a:lnTo>
                  <a:pt x="437718" y="79133"/>
                </a:lnTo>
                <a:lnTo>
                  <a:pt x="430136" y="67627"/>
                </a:lnTo>
                <a:lnTo>
                  <a:pt x="418566" y="60413"/>
                </a:lnTo>
                <a:lnTo>
                  <a:pt x="403847" y="57912"/>
                </a:lnTo>
                <a:lnTo>
                  <a:pt x="393204" y="59347"/>
                </a:lnTo>
                <a:lnTo>
                  <a:pt x="383844" y="63627"/>
                </a:lnTo>
                <a:lnTo>
                  <a:pt x="375348" y="70777"/>
                </a:lnTo>
                <a:lnTo>
                  <a:pt x="367271" y="80772"/>
                </a:lnTo>
                <a:lnTo>
                  <a:pt x="367271" y="60960"/>
                </a:lnTo>
                <a:lnTo>
                  <a:pt x="318503" y="60960"/>
                </a:lnTo>
                <a:lnTo>
                  <a:pt x="318503" y="67056"/>
                </a:lnTo>
                <a:lnTo>
                  <a:pt x="329171" y="68580"/>
                </a:lnTo>
                <a:lnTo>
                  <a:pt x="332219" y="71628"/>
                </a:lnTo>
                <a:lnTo>
                  <a:pt x="332219" y="170688"/>
                </a:lnTo>
                <a:lnTo>
                  <a:pt x="329171" y="172212"/>
                </a:lnTo>
                <a:lnTo>
                  <a:pt x="318503" y="175260"/>
                </a:lnTo>
                <a:lnTo>
                  <a:pt x="318503" y="181356"/>
                </a:lnTo>
                <a:lnTo>
                  <a:pt x="380987" y="181356"/>
                </a:lnTo>
                <a:lnTo>
                  <a:pt x="380987" y="175260"/>
                </a:lnTo>
                <a:lnTo>
                  <a:pt x="371843" y="173736"/>
                </a:lnTo>
                <a:lnTo>
                  <a:pt x="368795" y="170688"/>
                </a:lnTo>
                <a:lnTo>
                  <a:pt x="368795" y="88392"/>
                </a:lnTo>
                <a:lnTo>
                  <a:pt x="370319" y="86868"/>
                </a:lnTo>
                <a:lnTo>
                  <a:pt x="371843" y="83820"/>
                </a:lnTo>
                <a:lnTo>
                  <a:pt x="384035" y="74676"/>
                </a:lnTo>
                <a:lnTo>
                  <a:pt x="390131" y="74676"/>
                </a:lnTo>
                <a:lnTo>
                  <a:pt x="396138" y="76111"/>
                </a:lnTo>
                <a:lnTo>
                  <a:pt x="400418" y="80391"/>
                </a:lnTo>
                <a:lnTo>
                  <a:pt x="402996" y="87541"/>
                </a:lnTo>
                <a:lnTo>
                  <a:pt x="403847" y="97536"/>
                </a:lnTo>
                <a:lnTo>
                  <a:pt x="403847" y="170688"/>
                </a:lnTo>
                <a:lnTo>
                  <a:pt x="400799" y="173736"/>
                </a:lnTo>
                <a:lnTo>
                  <a:pt x="391655" y="175260"/>
                </a:lnTo>
                <a:lnTo>
                  <a:pt x="391655" y="181356"/>
                </a:lnTo>
                <a:lnTo>
                  <a:pt x="452615" y="181356"/>
                </a:lnTo>
                <a:lnTo>
                  <a:pt x="452615" y="175260"/>
                </a:lnTo>
                <a:close/>
              </a:path>
              <a:path w="1663064" h="186055">
                <a:moveTo>
                  <a:pt x="533400" y="105156"/>
                </a:moveTo>
                <a:lnTo>
                  <a:pt x="467868" y="105156"/>
                </a:lnTo>
                <a:lnTo>
                  <a:pt x="467868" y="137172"/>
                </a:lnTo>
                <a:lnTo>
                  <a:pt x="533400" y="137172"/>
                </a:lnTo>
                <a:lnTo>
                  <a:pt x="533400" y="105156"/>
                </a:lnTo>
                <a:close/>
              </a:path>
              <a:path w="1663064" h="186055">
                <a:moveTo>
                  <a:pt x="713219" y="126492"/>
                </a:moveTo>
                <a:lnTo>
                  <a:pt x="705599" y="126492"/>
                </a:lnTo>
                <a:lnTo>
                  <a:pt x="700341" y="137502"/>
                </a:lnTo>
                <a:lnTo>
                  <a:pt x="695502" y="145923"/>
                </a:lnTo>
                <a:lnTo>
                  <a:pt x="664070" y="170116"/>
                </a:lnTo>
                <a:lnTo>
                  <a:pt x="637019" y="173736"/>
                </a:lnTo>
                <a:lnTo>
                  <a:pt x="626618" y="173075"/>
                </a:lnTo>
                <a:lnTo>
                  <a:pt x="620064" y="170688"/>
                </a:lnTo>
                <a:lnTo>
                  <a:pt x="616661" y="166027"/>
                </a:lnTo>
                <a:lnTo>
                  <a:pt x="615683" y="158496"/>
                </a:lnTo>
                <a:lnTo>
                  <a:pt x="615683" y="94488"/>
                </a:lnTo>
                <a:lnTo>
                  <a:pt x="634149" y="96634"/>
                </a:lnTo>
                <a:lnTo>
                  <a:pt x="646734" y="103632"/>
                </a:lnTo>
                <a:lnTo>
                  <a:pt x="654481" y="116357"/>
                </a:lnTo>
                <a:lnTo>
                  <a:pt x="658355" y="135636"/>
                </a:lnTo>
                <a:lnTo>
                  <a:pt x="664451" y="135636"/>
                </a:lnTo>
                <a:lnTo>
                  <a:pt x="664451" y="47244"/>
                </a:lnTo>
                <a:lnTo>
                  <a:pt x="658355" y="47244"/>
                </a:lnTo>
                <a:lnTo>
                  <a:pt x="653618" y="65417"/>
                </a:lnTo>
                <a:lnTo>
                  <a:pt x="645591" y="77152"/>
                </a:lnTo>
                <a:lnTo>
                  <a:pt x="633285" y="83464"/>
                </a:lnTo>
                <a:lnTo>
                  <a:pt x="615683" y="85344"/>
                </a:lnTo>
                <a:lnTo>
                  <a:pt x="615683" y="15240"/>
                </a:lnTo>
                <a:lnTo>
                  <a:pt x="618731" y="13716"/>
                </a:lnTo>
                <a:lnTo>
                  <a:pt x="632447" y="13716"/>
                </a:lnTo>
                <a:lnTo>
                  <a:pt x="659142" y="15455"/>
                </a:lnTo>
                <a:lnTo>
                  <a:pt x="676833" y="21907"/>
                </a:lnTo>
                <a:lnTo>
                  <a:pt x="687959" y="34937"/>
                </a:lnTo>
                <a:lnTo>
                  <a:pt x="694931" y="56388"/>
                </a:lnTo>
                <a:lnTo>
                  <a:pt x="701027" y="56388"/>
                </a:lnTo>
                <a:lnTo>
                  <a:pt x="701027" y="4572"/>
                </a:lnTo>
                <a:lnTo>
                  <a:pt x="550151" y="4572"/>
                </a:lnTo>
                <a:lnTo>
                  <a:pt x="550151" y="10668"/>
                </a:lnTo>
                <a:lnTo>
                  <a:pt x="560806" y="12242"/>
                </a:lnTo>
                <a:lnTo>
                  <a:pt x="567867" y="15240"/>
                </a:lnTo>
                <a:lnTo>
                  <a:pt x="571804" y="20535"/>
                </a:lnTo>
                <a:lnTo>
                  <a:pt x="573011" y="28956"/>
                </a:lnTo>
                <a:lnTo>
                  <a:pt x="573011" y="156972"/>
                </a:lnTo>
                <a:lnTo>
                  <a:pt x="572020" y="165404"/>
                </a:lnTo>
                <a:lnTo>
                  <a:pt x="568439" y="170688"/>
                </a:lnTo>
                <a:lnTo>
                  <a:pt x="561441" y="173697"/>
                </a:lnTo>
                <a:lnTo>
                  <a:pt x="550151" y="175260"/>
                </a:lnTo>
                <a:lnTo>
                  <a:pt x="550151" y="181356"/>
                </a:lnTo>
                <a:lnTo>
                  <a:pt x="702551" y="181356"/>
                </a:lnTo>
                <a:lnTo>
                  <a:pt x="713219" y="126492"/>
                </a:lnTo>
                <a:close/>
              </a:path>
              <a:path w="1663064" h="186055">
                <a:moveTo>
                  <a:pt x="861047" y="170688"/>
                </a:moveTo>
                <a:lnTo>
                  <a:pt x="850379" y="170688"/>
                </a:lnTo>
                <a:lnTo>
                  <a:pt x="845807" y="166116"/>
                </a:lnTo>
                <a:lnTo>
                  <a:pt x="845807" y="60960"/>
                </a:lnTo>
                <a:lnTo>
                  <a:pt x="793991" y="60960"/>
                </a:lnTo>
                <a:lnTo>
                  <a:pt x="793991" y="67056"/>
                </a:lnTo>
                <a:lnTo>
                  <a:pt x="807707" y="67056"/>
                </a:lnTo>
                <a:lnTo>
                  <a:pt x="810755" y="71628"/>
                </a:lnTo>
                <a:lnTo>
                  <a:pt x="810755" y="156972"/>
                </a:lnTo>
                <a:lnTo>
                  <a:pt x="801611" y="164592"/>
                </a:lnTo>
                <a:lnTo>
                  <a:pt x="795515" y="167640"/>
                </a:lnTo>
                <a:lnTo>
                  <a:pt x="777227" y="167640"/>
                </a:lnTo>
                <a:lnTo>
                  <a:pt x="772655" y="161544"/>
                </a:lnTo>
                <a:lnTo>
                  <a:pt x="772655" y="60960"/>
                </a:lnTo>
                <a:lnTo>
                  <a:pt x="723887" y="60960"/>
                </a:lnTo>
                <a:lnTo>
                  <a:pt x="723887" y="67056"/>
                </a:lnTo>
                <a:lnTo>
                  <a:pt x="734555" y="68580"/>
                </a:lnTo>
                <a:lnTo>
                  <a:pt x="737603" y="71628"/>
                </a:lnTo>
                <a:lnTo>
                  <a:pt x="737603" y="147828"/>
                </a:lnTo>
                <a:lnTo>
                  <a:pt x="739851" y="163195"/>
                </a:lnTo>
                <a:lnTo>
                  <a:pt x="746366" y="174688"/>
                </a:lnTo>
                <a:lnTo>
                  <a:pt x="756894" y="181914"/>
                </a:lnTo>
                <a:lnTo>
                  <a:pt x="771131" y="184404"/>
                </a:lnTo>
                <a:lnTo>
                  <a:pt x="781608" y="183502"/>
                </a:lnTo>
                <a:lnTo>
                  <a:pt x="790943" y="180594"/>
                </a:lnTo>
                <a:lnTo>
                  <a:pt x="800277" y="175412"/>
                </a:lnTo>
                <a:lnTo>
                  <a:pt x="810755" y="167640"/>
                </a:lnTo>
                <a:lnTo>
                  <a:pt x="810755" y="184404"/>
                </a:lnTo>
                <a:lnTo>
                  <a:pt x="818146" y="181508"/>
                </a:lnTo>
                <a:lnTo>
                  <a:pt x="825233" y="179451"/>
                </a:lnTo>
                <a:lnTo>
                  <a:pt x="833475" y="177977"/>
                </a:lnTo>
                <a:lnTo>
                  <a:pt x="844283" y="176784"/>
                </a:lnTo>
                <a:lnTo>
                  <a:pt x="861047" y="176784"/>
                </a:lnTo>
                <a:lnTo>
                  <a:pt x="861047" y="170688"/>
                </a:lnTo>
                <a:close/>
              </a:path>
              <a:path w="1663064" h="186055">
                <a:moveTo>
                  <a:pt x="978408" y="156984"/>
                </a:moveTo>
                <a:lnTo>
                  <a:pt x="973823" y="152412"/>
                </a:lnTo>
                <a:lnTo>
                  <a:pt x="966546" y="159054"/>
                </a:lnTo>
                <a:lnTo>
                  <a:pt x="960107" y="163271"/>
                </a:lnTo>
                <a:lnTo>
                  <a:pt x="953681" y="165481"/>
                </a:lnTo>
                <a:lnTo>
                  <a:pt x="946391" y="166128"/>
                </a:lnTo>
                <a:lnTo>
                  <a:pt x="930795" y="162001"/>
                </a:lnTo>
                <a:lnTo>
                  <a:pt x="918768" y="150317"/>
                </a:lnTo>
                <a:lnTo>
                  <a:pt x="911034" y="132041"/>
                </a:lnTo>
                <a:lnTo>
                  <a:pt x="908291" y="108216"/>
                </a:lnTo>
                <a:lnTo>
                  <a:pt x="909942" y="90614"/>
                </a:lnTo>
                <a:lnTo>
                  <a:pt x="914577" y="77165"/>
                </a:lnTo>
                <a:lnTo>
                  <a:pt x="921804" y="68567"/>
                </a:lnTo>
                <a:lnTo>
                  <a:pt x="931151" y="65544"/>
                </a:lnTo>
                <a:lnTo>
                  <a:pt x="935723" y="65544"/>
                </a:lnTo>
                <a:lnTo>
                  <a:pt x="938771" y="67068"/>
                </a:lnTo>
                <a:lnTo>
                  <a:pt x="941819" y="73164"/>
                </a:lnTo>
                <a:lnTo>
                  <a:pt x="941819" y="83832"/>
                </a:lnTo>
                <a:lnTo>
                  <a:pt x="943343" y="96024"/>
                </a:lnTo>
                <a:lnTo>
                  <a:pt x="946391" y="102120"/>
                </a:lnTo>
                <a:lnTo>
                  <a:pt x="967727" y="102120"/>
                </a:lnTo>
                <a:lnTo>
                  <a:pt x="973823" y="96024"/>
                </a:lnTo>
                <a:lnTo>
                  <a:pt x="973823" y="85356"/>
                </a:lnTo>
                <a:lnTo>
                  <a:pt x="934199" y="57924"/>
                </a:lnTo>
                <a:lnTo>
                  <a:pt x="909015" y="62776"/>
                </a:lnTo>
                <a:lnTo>
                  <a:pt x="889241" y="76212"/>
                </a:lnTo>
                <a:lnTo>
                  <a:pt x="876338" y="96494"/>
                </a:lnTo>
                <a:lnTo>
                  <a:pt x="871715" y="121932"/>
                </a:lnTo>
                <a:lnTo>
                  <a:pt x="875817" y="147116"/>
                </a:lnTo>
                <a:lnTo>
                  <a:pt x="887336" y="166890"/>
                </a:lnTo>
                <a:lnTo>
                  <a:pt x="905154" y="179793"/>
                </a:lnTo>
                <a:lnTo>
                  <a:pt x="928103" y="184416"/>
                </a:lnTo>
                <a:lnTo>
                  <a:pt x="942187" y="182905"/>
                </a:lnTo>
                <a:lnTo>
                  <a:pt x="954963" y="178130"/>
                </a:lnTo>
                <a:lnTo>
                  <a:pt x="966901" y="169621"/>
                </a:lnTo>
                <a:lnTo>
                  <a:pt x="970089" y="166128"/>
                </a:lnTo>
                <a:lnTo>
                  <a:pt x="978408" y="156984"/>
                </a:lnTo>
                <a:close/>
              </a:path>
              <a:path w="1663064" h="186055">
                <a:moveTo>
                  <a:pt x="1050036" y="175260"/>
                </a:moveTo>
                <a:lnTo>
                  <a:pt x="1040892" y="175260"/>
                </a:lnTo>
                <a:lnTo>
                  <a:pt x="1037844" y="170688"/>
                </a:lnTo>
                <a:lnTo>
                  <a:pt x="1037844" y="4572"/>
                </a:lnTo>
                <a:lnTo>
                  <a:pt x="987552" y="4572"/>
                </a:lnTo>
                <a:lnTo>
                  <a:pt x="987552" y="10668"/>
                </a:lnTo>
                <a:lnTo>
                  <a:pt x="996696" y="10668"/>
                </a:lnTo>
                <a:lnTo>
                  <a:pt x="1001268" y="15240"/>
                </a:lnTo>
                <a:lnTo>
                  <a:pt x="1001268" y="169164"/>
                </a:lnTo>
                <a:lnTo>
                  <a:pt x="996696" y="173736"/>
                </a:lnTo>
                <a:lnTo>
                  <a:pt x="987552" y="175260"/>
                </a:lnTo>
                <a:lnTo>
                  <a:pt x="987552" y="181356"/>
                </a:lnTo>
                <a:lnTo>
                  <a:pt x="1050036" y="181356"/>
                </a:lnTo>
                <a:lnTo>
                  <a:pt x="1050036" y="175260"/>
                </a:lnTo>
                <a:close/>
              </a:path>
              <a:path w="1663064" h="186055">
                <a:moveTo>
                  <a:pt x="1110996" y="19812"/>
                </a:moveTo>
                <a:lnTo>
                  <a:pt x="1109611" y="12217"/>
                </a:lnTo>
                <a:lnTo>
                  <a:pt x="1105662" y="5905"/>
                </a:lnTo>
                <a:lnTo>
                  <a:pt x="1099413" y="1600"/>
                </a:lnTo>
                <a:lnTo>
                  <a:pt x="1091184" y="0"/>
                </a:lnTo>
                <a:lnTo>
                  <a:pt x="1083576" y="1600"/>
                </a:lnTo>
                <a:lnTo>
                  <a:pt x="1077277" y="5905"/>
                </a:lnTo>
                <a:lnTo>
                  <a:pt x="1072959" y="12217"/>
                </a:lnTo>
                <a:lnTo>
                  <a:pt x="1071372" y="19812"/>
                </a:lnTo>
                <a:lnTo>
                  <a:pt x="1072959" y="28295"/>
                </a:lnTo>
                <a:lnTo>
                  <a:pt x="1077277" y="35052"/>
                </a:lnTo>
                <a:lnTo>
                  <a:pt x="1083576" y="39535"/>
                </a:lnTo>
                <a:lnTo>
                  <a:pt x="1091184" y="41148"/>
                </a:lnTo>
                <a:lnTo>
                  <a:pt x="1099413" y="39535"/>
                </a:lnTo>
                <a:lnTo>
                  <a:pt x="1105662" y="35052"/>
                </a:lnTo>
                <a:lnTo>
                  <a:pt x="1109611" y="28295"/>
                </a:lnTo>
                <a:lnTo>
                  <a:pt x="1110996" y="19812"/>
                </a:lnTo>
                <a:close/>
              </a:path>
              <a:path w="1663064" h="186055">
                <a:moveTo>
                  <a:pt x="1123188" y="175260"/>
                </a:moveTo>
                <a:lnTo>
                  <a:pt x="1114044" y="173736"/>
                </a:lnTo>
                <a:lnTo>
                  <a:pt x="1110996" y="170688"/>
                </a:lnTo>
                <a:lnTo>
                  <a:pt x="1110996" y="60960"/>
                </a:lnTo>
                <a:lnTo>
                  <a:pt x="1060704" y="60960"/>
                </a:lnTo>
                <a:lnTo>
                  <a:pt x="1060704" y="67056"/>
                </a:lnTo>
                <a:lnTo>
                  <a:pt x="1071372" y="68580"/>
                </a:lnTo>
                <a:lnTo>
                  <a:pt x="1074420" y="71628"/>
                </a:lnTo>
                <a:lnTo>
                  <a:pt x="1074420" y="170688"/>
                </a:lnTo>
                <a:lnTo>
                  <a:pt x="1071372" y="172212"/>
                </a:lnTo>
                <a:lnTo>
                  <a:pt x="1060704" y="175260"/>
                </a:lnTo>
                <a:lnTo>
                  <a:pt x="1060704" y="181356"/>
                </a:lnTo>
                <a:lnTo>
                  <a:pt x="1123188" y="181356"/>
                </a:lnTo>
                <a:lnTo>
                  <a:pt x="1123188" y="175260"/>
                </a:lnTo>
                <a:close/>
              </a:path>
              <a:path w="1663064" h="186055">
                <a:moveTo>
                  <a:pt x="1269479" y="170688"/>
                </a:moveTo>
                <a:lnTo>
                  <a:pt x="1257287" y="169164"/>
                </a:lnTo>
                <a:lnTo>
                  <a:pt x="1255001" y="167640"/>
                </a:lnTo>
                <a:lnTo>
                  <a:pt x="1252715" y="166116"/>
                </a:lnTo>
                <a:lnTo>
                  <a:pt x="1252715" y="74676"/>
                </a:lnTo>
                <a:lnTo>
                  <a:pt x="1252715" y="4572"/>
                </a:lnTo>
                <a:lnTo>
                  <a:pt x="1196327" y="4572"/>
                </a:lnTo>
                <a:lnTo>
                  <a:pt x="1196327" y="10668"/>
                </a:lnTo>
                <a:lnTo>
                  <a:pt x="1207376" y="11988"/>
                </a:lnTo>
                <a:lnTo>
                  <a:pt x="1213853" y="14287"/>
                </a:lnTo>
                <a:lnTo>
                  <a:pt x="1216901" y="18605"/>
                </a:lnTo>
                <a:lnTo>
                  <a:pt x="1217663" y="25908"/>
                </a:lnTo>
                <a:lnTo>
                  <a:pt x="1217663" y="74676"/>
                </a:lnTo>
                <a:lnTo>
                  <a:pt x="1217663" y="88392"/>
                </a:lnTo>
                <a:lnTo>
                  <a:pt x="1217663" y="152400"/>
                </a:lnTo>
                <a:lnTo>
                  <a:pt x="1214615" y="156972"/>
                </a:lnTo>
                <a:lnTo>
                  <a:pt x="1205471" y="166116"/>
                </a:lnTo>
                <a:lnTo>
                  <a:pt x="1200899" y="169164"/>
                </a:lnTo>
                <a:lnTo>
                  <a:pt x="1194803" y="169164"/>
                </a:lnTo>
                <a:lnTo>
                  <a:pt x="1185684" y="166268"/>
                </a:lnTo>
                <a:lnTo>
                  <a:pt x="1185583" y="166116"/>
                </a:lnTo>
                <a:lnTo>
                  <a:pt x="1178991" y="157353"/>
                </a:lnTo>
                <a:lnTo>
                  <a:pt x="1178890" y="156972"/>
                </a:lnTo>
                <a:lnTo>
                  <a:pt x="1174877" y="142163"/>
                </a:lnTo>
                <a:lnTo>
                  <a:pt x="1173467" y="120396"/>
                </a:lnTo>
                <a:lnTo>
                  <a:pt x="1174902" y="99517"/>
                </a:lnTo>
                <a:lnTo>
                  <a:pt x="1179182" y="84772"/>
                </a:lnTo>
                <a:lnTo>
                  <a:pt x="1186332" y="76034"/>
                </a:lnTo>
                <a:lnTo>
                  <a:pt x="1196327" y="73152"/>
                </a:lnTo>
                <a:lnTo>
                  <a:pt x="1202880" y="74256"/>
                </a:lnTo>
                <a:lnTo>
                  <a:pt x="1208709" y="77343"/>
                </a:lnTo>
                <a:lnTo>
                  <a:pt x="1213688" y="82156"/>
                </a:lnTo>
                <a:lnTo>
                  <a:pt x="1217663" y="88392"/>
                </a:lnTo>
                <a:lnTo>
                  <a:pt x="1217663" y="74676"/>
                </a:lnTo>
                <a:lnTo>
                  <a:pt x="1185659" y="57912"/>
                </a:lnTo>
                <a:lnTo>
                  <a:pt x="1165834" y="62801"/>
                </a:lnTo>
                <a:lnTo>
                  <a:pt x="1150416" y="76390"/>
                </a:lnTo>
                <a:lnTo>
                  <a:pt x="1140447" y="97142"/>
                </a:lnTo>
                <a:lnTo>
                  <a:pt x="1136891" y="123444"/>
                </a:lnTo>
                <a:lnTo>
                  <a:pt x="1140180" y="147764"/>
                </a:lnTo>
                <a:lnTo>
                  <a:pt x="1149464" y="167068"/>
                </a:lnTo>
                <a:lnTo>
                  <a:pt x="1163904" y="179819"/>
                </a:lnTo>
                <a:lnTo>
                  <a:pt x="1182611" y="184404"/>
                </a:lnTo>
                <a:lnTo>
                  <a:pt x="1192161" y="183502"/>
                </a:lnTo>
                <a:lnTo>
                  <a:pt x="1200708" y="180594"/>
                </a:lnTo>
                <a:lnTo>
                  <a:pt x="1208976" y="175412"/>
                </a:lnTo>
                <a:lnTo>
                  <a:pt x="1215961" y="169164"/>
                </a:lnTo>
                <a:lnTo>
                  <a:pt x="1217663" y="167640"/>
                </a:lnTo>
                <a:lnTo>
                  <a:pt x="1217663" y="184404"/>
                </a:lnTo>
                <a:lnTo>
                  <a:pt x="1225931" y="181724"/>
                </a:lnTo>
                <a:lnTo>
                  <a:pt x="1233474" y="180022"/>
                </a:lnTo>
                <a:lnTo>
                  <a:pt x="1252715" y="176784"/>
                </a:lnTo>
                <a:lnTo>
                  <a:pt x="1269479" y="176784"/>
                </a:lnTo>
                <a:lnTo>
                  <a:pt x="1269479" y="170688"/>
                </a:lnTo>
                <a:close/>
              </a:path>
              <a:path w="1663064" h="186055">
                <a:moveTo>
                  <a:pt x="1385303" y="117348"/>
                </a:moveTo>
                <a:lnTo>
                  <a:pt x="1371587" y="73152"/>
                </a:lnTo>
                <a:lnTo>
                  <a:pt x="1351775" y="60464"/>
                </a:lnTo>
                <a:lnTo>
                  <a:pt x="1351775" y="82296"/>
                </a:lnTo>
                <a:lnTo>
                  <a:pt x="1351775" y="106680"/>
                </a:lnTo>
                <a:lnTo>
                  <a:pt x="1316723" y="106680"/>
                </a:lnTo>
                <a:lnTo>
                  <a:pt x="1318514" y="87401"/>
                </a:lnTo>
                <a:lnTo>
                  <a:pt x="1321866" y="74676"/>
                </a:lnTo>
                <a:lnTo>
                  <a:pt x="1327226" y="67678"/>
                </a:lnTo>
                <a:lnTo>
                  <a:pt x="1335011" y="65532"/>
                </a:lnTo>
                <a:lnTo>
                  <a:pt x="1342631" y="65532"/>
                </a:lnTo>
                <a:lnTo>
                  <a:pt x="1347203" y="70104"/>
                </a:lnTo>
                <a:lnTo>
                  <a:pt x="1350251" y="77724"/>
                </a:lnTo>
                <a:lnTo>
                  <a:pt x="1351775" y="82296"/>
                </a:lnTo>
                <a:lnTo>
                  <a:pt x="1351775" y="60464"/>
                </a:lnTo>
                <a:lnTo>
                  <a:pt x="1345869" y="58801"/>
                </a:lnTo>
                <a:lnTo>
                  <a:pt x="1335011" y="57912"/>
                </a:lnTo>
                <a:lnTo>
                  <a:pt x="1312938" y="62344"/>
                </a:lnTo>
                <a:lnTo>
                  <a:pt x="1295577" y="75057"/>
                </a:lnTo>
                <a:lnTo>
                  <a:pt x="1284224" y="95211"/>
                </a:lnTo>
                <a:lnTo>
                  <a:pt x="1280147" y="121920"/>
                </a:lnTo>
                <a:lnTo>
                  <a:pt x="1284008" y="147764"/>
                </a:lnTo>
                <a:lnTo>
                  <a:pt x="1295006" y="167449"/>
                </a:lnTo>
                <a:lnTo>
                  <a:pt x="1312303" y="180009"/>
                </a:lnTo>
                <a:lnTo>
                  <a:pt x="1335011" y="184404"/>
                </a:lnTo>
                <a:lnTo>
                  <a:pt x="1349514" y="182841"/>
                </a:lnTo>
                <a:lnTo>
                  <a:pt x="1361871" y="177546"/>
                </a:lnTo>
                <a:lnTo>
                  <a:pt x="1373378" y="167690"/>
                </a:lnTo>
                <a:lnTo>
                  <a:pt x="1374609" y="166116"/>
                </a:lnTo>
                <a:lnTo>
                  <a:pt x="1385303" y="152400"/>
                </a:lnTo>
                <a:lnTo>
                  <a:pt x="1379207" y="147840"/>
                </a:lnTo>
                <a:lnTo>
                  <a:pt x="1371688" y="156476"/>
                </a:lnTo>
                <a:lnTo>
                  <a:pt x="1364729" y="162115"/>
                </a:lnTo>
                <a:lnTo>
                  <a:pt x="1357782" y="165188"/>
                </a:lnTo>
                <a:lnTo>
                  <a:pt x="1350251" y="166116"/>
                </a:lnTo>
                <a:lnTo>
                  <a:pt x="1342186" y="165188"/>
                </a:lnTo>
                <a:lnTo>
                  <a:pt x="1342618" y="165188"/>
                </a:lnTo>
                <a:lnTo>
                  <a:pt x="1336344" y="162687"/>
                </a:lnTo>
                <a:lnTo>
                  <a:pt x="1318247" y="117348"/>
                </a:lnTo>
                <a:lnTo>
                  <a:pt x="1385303" y="117348"/>
                </a:lnTo>
                <a:close/>
              </a:path>
              <a:path w="1663064" h="186055">
                <a:moveTo>
                  <a:pt x="1517904" y="169164"/>
                </a:moveTo>
                <a:lnTo>
                  <a:pt x="1516888" y="167640"/>
                </a:lnTo>
                <a:lnTo>
                  <a:pt x="1514856" y="164592"/>
                </a:lnTo>
                <a:lnTo>
                  <a:pt x="1511808" y="166116"/>
                </a:lnTo>
                <a:lnTo>
                  <a:pt x="1511808" y="167640"/>
                </a:lnTo>
                <a:lnTo>
                  <a:pt x="1505712" y="167640"/>
                </a:lnTo>
                <a:lnTo>
                  <a:pt x="1504188" y="166116"/>
                </a:lnTo>
                <a:lnTo>
                  <a:pt x="1504188" y="117348"/>
                </a:lnTo>
                <a:lnTo>
                  <a:pt x="1504188" y="92964"/>
                </a:lnTo>
                <a:lnTo>
                  <a:pt x="1500492" y="78397"/>
                </a:lnTo>
                <a:lnTo>
                  <a:pt x="1500225" y="77724"/>
                </a:lnTo>
                <a:lnTo>
                  <a:pt x="1489519" y="66865"/>
                </a:lnTo>
                <a:lnTo>
                  <a:pt x="1486154" y="65532"/>
                </a:lnTo>
                <a:lnTo>
                  <a:pt x="1472552" y="60134"/>
                </a:lnTo>
                <a:lnTo>
                  <a:pt x="1472222" y="60134"/>
                </a:lnTo>
                <a:lnTo>
                  <a:pt x="1450848" y="57912"/>
                </a:lnTo>
                <a:lnTo>
                  <a:pt x="1431010" y="60134"/>
                </a:lnTo>
                <a:lnTo>
                  <a:pt x="1415605" y="66484"/>
                </a:lnTo>
                <a:lnTo>
                  <a:pt x="1405623" y="76568"/>
                </a:lnTo>
                <a:lnTo>
                  <a:pt x="1402080" y="89916"/>
                </a:lnTo>
                <a:lnTo>
                  <a:pt x="1402080" y="102108"/>
                </a:lnTo>
                <a:lnTo>
                  <a:pt x="1408176" y="108204"/>
                </a:lnTo>
                <a:lnTo>
                  <a:pt x="1429512" y="108204"/>
                </a:lnTo>
                <a:lnTo>
                  <a:pt x="1437132" y="102108"/>
                </a:lnTo>
                <a:lnTo>
                  <a:pt x="1437132" y="88392"/>
                </a:lnTo>
                <a:lnTo>
                  <a:pt x="1435608" y="85344"/>
                </a:lnTo>
                <a:lnTo>
                  <a:pt x="1432560" y="80772"/>
                </a:lnTo>
                <a:lnTo>
                  <a:pt x="1429512" y="77724"/>
                </a:lnTo>
                <a:lnTo>
                  <a:pt x="1429512" y="70104"/>
                </a:lnTo>
                <a:lnTo>
                  <a:pt x="1435608" y="65532"/>
                </a:lnTo>
                <a:lnTo>
                  <a:pt x="1444752" y="65532"/>
                </a:lnTo>
                <a:lnTo>
                  <a:pt x="1454683" y="66865"/>
                </a:lnTo>
                <a:lnTo>
                  <a:pt x="1455229" y="66865"/>
                </a:lnTo>
                <a:lnTo>
                  <a:pt x="1462468" y="71247"/>
                </a:lnTo>
                <a:lnTo>
                  <a:pt x="1466392" y="78397"/>
                </a:lnTo>
                <a:lnTo>
                  <a:pt x="1467612" y="88392"/>
                </a:lnTo>
                <a:lnTo>
                  <a:pt x="1467612" y="108204"/>
                </a:lnTo>
                <a:lnTo>
                  <a:pt x="1467612" y="117348"/>
                </a:lnTo>
                <a:lnTo>
                  <a:pt x="1467612" y="153924"/>
                </a:lnTo>
                <a:lnTo>
                  <a:pt x="1459992" y="163068"/>
                </a:lnTo>
                <a:lnTo>
                  <a:pt x="1455420" y="166116"/>
                </a:lnTo>
                <a:lnTo>
                  <a:pt x="1440180" y="166116"/>
                </a:lnTo>
                <a:lnTo>
                  <a:pt x="1435608" y="158496"/>
                </a:lnTo>
                <a:lnTo>
                  <a:pt x="1435608" y="147828"/>
                </a:lnTo>
                <a:lnTo>
                  <a:pt x="1437601" y="137287"/>
                </a:lnTo>
                <a:lnTo>
                  <a:pt x="1443609" y="128587"/>
                </a:lnTo>
                <a:lnTo>
                  <a:pt x="1453603" y="121907"/>
                </a:lnTo>
                <a:lnTo>
                  <a:pt x="1467612" y="117348"/>
                </a:lnTo>
                <a:lnTo>
                  <a:pt x="1467612" y="108204"/>
                </a:lnTo>
                <a:lnTo>
                  <a:pt x="1422819" y="123634"/>
                </a:lnTo>
                <a:lnTo>
                  <a:pt x="1397508" y="156972"/>
                </a:lnTo>
                <a:lnTo>
                  <a:pt x="1399641" y="167640"/>
                </a:lnTo>
                <a:lnTo>
                  <a:pt x="1400632" y="169164"/>
                </a:lnTo>
                <a:lnTo>
                  <a:pt x="1405509" y="176415"/>
                </a:lnTo>
                <a:lnTo>
                  <a:pt x="1414221" y="182270"/>
                </a:lnTo>
                <a:lnTo>
                  <a:pt x="1424940" y="184416"/>
                </a:lnTo>
                <a:lnTo>
                  <a:pt x="1435887" y="183273"/>
                </a:lnTo>
                <a:lnTo>
                  <a:pt x="1446276" y="179844"/>
                </a:lnTo>
                <a:lnTo>
                  <a:pt x="1456651" y="174129"/>
                </a:lnTo>
                <a:lnTo>
                  <a:pt x="1467612" y="166116"/>
                </a:lnTo>
                <a:lnTo>
                  <a:pt x="1470507" y="174764"/>
                </a:lnTo>
                <a:lnTo>
                  <a:pt x="1474851" y="180416"/>
                </a:lnTo>
                <a:lnTo>
                  <a:pt x="1480896" y="183476"/>
                </a:lnTo>
                <a:lnTo>
                  <a:pt x="1488948" y="184416"/>
                </a:lnTo>
                <a:lnTo>
                  <a:pt x="1497101" y="183476"/>
                </a:lnTo>
                <a:lnTo>
                  <a:pt x="1496809" y="183476"/>
                </a:lnTo>
                <a:lnTo>
                  <a:pt x="1503997" y="180797"/>
                </a:lnTo>
                <a:lnTo>
                  <a:pt x="1511020" y="176047"/>
                </a:lnTo>
                <a:lnTo>
                  <a:pt x="1517904" y="169164"/>
                </a:lnTo>
                <a:close/>
              </a:path>
              <a:path w="1663064" h="186055">
                <a:moveTo>
                  <a:pt x="1662684" y="175260"/>
                </a:moveTo>
                <a:lnTo>
                  <a:pt x="1652016" y="173736"/>
                </a:lnTo>
                <a:lnTo>
                  <a:pt x="1650492" y="170688"/>
                </a:lnTo>
                <a:lnTo>
                  <a:pt x="1650492" y="94488"/>
                </a:lnTo>
                <a:lnTo>
                  <a:pt x="1648015" y="79133"/>
                </a:lnTo>
                <a:lnTo>
                  <a:pt x="1640967" y="67627"/>
                </a:lnTo>
                <a:lnTo>
                  <a:pt x="1629918" y="60413"/>
                </a:lnTo>
                <a:lnTo>
                  <a:pt x="1615440" y="57912"/>
                </a:lnTo>
                <a:lnTo>
                  <a:pt x="1603933" y="59347"/>
                </a:lnTo>
                <a:lnTo>
                  <a:pt x="1594294" y="63627"/>
                </a:lnTo>
                <a:lnTo>
                  <a:pt x="1586077" y="70777"/>
                </a:lnTo>
                <a:lnTo>
                  <a:pt x="1578864" y="80772"/>
                </a:lnTo>
                <a:lnTo>
                  <a:pt x="1578864" y="60960"/>
                </a:lnTo>
                <a:lnTo>
                  <a:pt x="1528572" y="60960"/>
                </a:lnTo>
                <a:lnTo>
                  <a:pt x="1528572" y="67056"/>
                </a:lnTo>
                <a:lnTo>
                  <a:pt x="1539240" y="68580"/>
                </a:lnTo>
                <a:lnTo>
                  <a:pt x="1542288" y="71628"/>
                </a:lnTo>
                <a:lnTo>
                  <a:pt x="1542288" y="170688"/>
                </a:lnTo>
                <a:lnTo>
                  <a:pt x="1539240" y="172212"/>
                </a:lnTo>
                <a:lnTo>
                  <a:pt x="1528572" y="175260"/>
                </a:lnTo>
                <a:lnTo>
                  <a:pt x="1528572" y="181356"/>
                </a:lnTo>
                <a:lnTo>
                  <a:pt x="1591056" y="181356"/>
                </a:lnTo>
                <a:lnTo>
                  <a:pt x="1591056" y="175260"/>
                </a:lnTo>
                <a:lnTo>
                  <a:pt x="1581912" y="173736"/>
                </a:lnTo>
                <a:lnTo>
                  <a:pt x="1578864" y="170688"/>
                </a:lnTo>
                <a:lnTo>
                  <a:pt x="1578864" y="88392"/>
                </a:lnTo>
                <a:lnTo>
                  <a:pt x="1588008" y="79248"/>
                </a:lnTo>
                <a:lnTo>
                  <a:pt x="1594104" y="74676"/>
                </a:lnTo>
                <a:lnTo>
                  <a:pt x="1600200" y="74676"/>
                </a:lnTo>
                <a:lnTo>
                  <a:pt x="1606194" y="76111"/>
                </a:lnTo>
                <a:lnTo>
                  <a:pt x="1610487" y="80391"/>
                </a:lnTo>
                <a:lnTo>
                  <a:pt x="1613052" y="87541"/>
                </a:lnTo>
                <a:lnTo>
                  <a:pt x="1613916" y="97536"/>
                </a:lnTo>
                <a:lnTo>
                  <a:pt x="1613916" y="170688"/>
                </a:lnTo>
                <a:lnTo>
                  <a:pt x="1610868" y="173736"/>
                </a:lnTo>
                <a:lnTo>
                  <a:pt x="1601724" y="175260"/>
                </a:lnTo>
                <a:lnTo>
                  <a:pt x="1601724" y="181356"/>
                </a:lnTo>
                <a:lnTo>
                  <a:pt x="1662684" y="181356"/>
                </a:lnTo>
                <a:lnTo>
                  <a:pt x="1662684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3153143" y="3086112"/>
            <a:ext cx="1471295" cy="234950"/>
          </a:xfrm>
          <a:custGeom>
            <a:avLst/>
            <a:gdLst/>
            <a:ahLst/>
            <a:cxnLst/>
            <a:rect l="l" t="t" r="r" b="b"/>
            <a:pathLst>
              <a:path w="1471295" h="234950">
                <a:moveTo>
                  <a:pt x="185928" y="94488"/>
                </a:moveTo>
                <a:lnTo>
                  <a:pt x="179146" y="57454"/>
                </a:lnTo>
                <a:lnTo>
                  <a:pt x="160210" y="28003"/>
                </a:lnTo>
                <a:lnTo>
                  <a:pt x="140208" y="14554"/>
                </a:lnTo>
                <a:lnTo>
                  <a:pt x="140208" y="96012"/>
                </a:lnTo>
                <a:lnTo>
                  <a:pt x="137121" y="131267"/>
                </a:lnTo>
                <a:lnTo>
                  <a:pt x="128016" y="157162"/>
                </a:lnTo>
                <a:lnTo>
                  <a:pt x="113207" y="172948"/>
                </a:lnTo>
                <a:lnTo>
                  <a:pt x="92964" y="178308"/>
                </a:lnTo>
                <a:lnTo>
                  <a:pt x="72732" y="172948"/>
                </a:lnTo>
                <a:lnTo>
                  <a:pt x="57912" y="157162"/>
                </a:lnTo>
                <a:lnTo>
                  <a:pt x="48818" y="131267"/>
                </a:lnTo>
                <a:lnTo>
                  <a:pt x="45720" y="96012"/>
                </a:lnTo>
                <a:lnTo>
                  <a:pt x="48818" y="59524"/>
                </a:lnTo>
                <a:lnTo>
                  <a:pt x="57912" y="32766"/>
                </a:lnTo>
                <a:lnTo>
                  <a:pt x="72732" y="16281"/>
                </a:lnTo>
                <a:lnTo>
                  <a:pt x="92964" y="10668"/>
                </a:lnTo>
                <a:lnTo>
                  <a:pt x="113207" y="16281"/>
                </a:lnTo>
                <a:lnTo>
                  <a:pt x="128016" y="32766"/>
                </a:lnTo>
                <a:lnTo>
                  <a:pt x="137121" y="59524"/>
                </a:lnTo>
                <a:lnTo>
                  <a:pt x="140208" y="96012"/>
                </a:lnTo>
                <a:lnTo>
                  <a:pt x="140208" y="14554"/>
                </a:lnTo>
                <a:lnTo>
                  <a:pt x="134442" y="10668"/>
                </a:lnTo>
                <a:lnTo>
                  <a:pt x="131279" y="8547"/>
                </a:lnTo>
                <a:lnTo>
                  <a:pt x="94488" y="1524"/>
                </a:lnTo>
                <a:lnTo>
                  <a:pt x="55943" y="8331"/>
                </a:lnTo>
                <a:lnTo>
                  <a:pt x="26098" y="27432"/>
                </a:lnTo>
                <a:lnTo>
                  <a:pt x="6845" y="56807"/>
                </a:lnTo>
                <a:lnTo>
                  <a:pt x="6718" y="57454"/>
                </a:lnTo>
                <a:lnTo>
                  <a:pt x="0" y="94488"/>
                </a:lnTo>
                <a:lnTo>
                  <a:pt x="6819" y="131267"/>
                </a:lnTo>
                <a:lnTo>
                  <a:pt x="25908" y="160210"/>
                </a:lnTo>
                <a:lnTo>
                  <a:pt x="55295" y="179133"/>
                </a:lnTo>
                <a:lnTo>
                  <a:pt x="92964" y="185928"/>
                </a:lnTo>
                <a:lnTo>
                  <a:pt x="130644" y="179133"/>
                </a:lnTo>
                <a:lnTo>
                  <a:pt x="131940" y="178308"/>
                </a:lnTo>
                <a:lnTo>
                  <a:pt x="160020" y="160210"/>
                </a:lnTo>
                <a:lnTo>
                  <a:pt x="179120" y="131267"/>
                </a:lnTo>
                <a:lnTo>
                  <a:pt x="185928" y="94488"/>
                </a:lnTo>
                <a:close/>
              </a:path>
              <a:path w="1471295" h="234950">
                <a:moveTo>
                  <a:pt x="332244" y="118872"/>
                </a:moveTo>
                <a:lnTo>
                  <a:pt x="328688" y="94551"/>
                </a:lnTo>
                <a:lnTo>
                  <a:pt x="318719" y="75247"/>
                </a:lnTo>
                <a:lnTo>
                  <a:pt x="316179" y="73152"/>
                </a:lnTo>
                <a:lnTo>
                  <a:pt x="303301" y="62496"/>
                </a:lnTo>
                <a:lnTo>
                  <a:pt x="294144" y="60388"/>
                </a:lnTo>
                <a:lnTo>
                  <a:pt x="294144" y="123444"/>
                </a:lnTo>
                <a:lnTo>
                  <a:pt x="292709" y="144322"/>
                </a:lnTo>
                <a:lnTo>
                  <a:pt x="288429" y="159067"/>
                </a:lnTo>
                <a:lnTo>
                  <a:pt x="281279" y="167805"/>
                </a:lnTo>
                <a:lnTo>
                  <a:pt x="271284" y="170688"/>
                </a:lnTo>
                <a:lnTo>
                  <a:pt x="263664" y="170688"/>
                </a:lnTo>
                <a:lnTo>
                  <a:pt x="261378" y="169164"/>
                </a:lnTo>
                <a:lnTo>
                  <a:pt x="254520" y="164592"/>
                </a:lnTo>
                <a:lnTo>
                  <a:pt x="251472" y="155448"/>
                </a:lnTo>
                <a:lnTo>
                  <a:pt x="251472" y="89916"/>
                </a:lnTo>
                <a:lnTo>
                  <a:pt x="252996" y="85344"/>
                </a:lnTo>
                <a:lnTo>
                  <a:pt x="257568" y="82296"/>
                </a:lnTo>
                <a:lnTo>
                  <a:pt x="259854" y="79248"/>
                </a:lnTo>
                <a:lnTo>
                  <a:pt x="262229" y="76073"/>
                </a:lnTo>
                <a:lnTo>
                  <a:pt x="262369" y="76073"/>
                </a:lnTo>
                <a:lnTo>
                  <a:pt x="268236" y="73152"/>
                </a:lnTo>
                <a:lnTo>
                  <a:pt x="274332" y="73152"/>
                </a:lnTo>
                <a:lnTo>
                  <a:pt x="283210" y="76073"/>
                </a:lnTo>
                <a:lnTo>
                  <a:pt x="289382" y="85153"/>
                </a:lnTo>
                <a:lnTo>
                  <a:pt x="289420" y="85344"/>
                </a:lnTo>
                <a:lnTo>
                  <a:pt x="292976" y="100787"/>
                </a:lnTo>
                <a:lnTo>
                  <a:pt x="294144" y="123444"/>
                </a:lnTo>
                <a:lnTo>
                  <a:pt x="294144" y="60388"/>
                </a:lnTo>
                <a:lnTo>
                  <a:pt x="283476" y="57912"/>
                </a:lnTo>
                <a:lnTo>
                  <a:pt x="273113" y="59093"/>
                </a:lnTo>
                <a:lnTo>
                  <a:pt x="264617" y="62865"/>
                </a:lnTo>
                <a:lnTo>
                  <a:pt x="257543" y="69481"/>
                </a:lnTo>
                <a:lnTo>
                  <a:pt x="251472" y="79248"/>
                </a:lnTo>
                <a:lnTo>
                  <a:pt x="251472" y="60960"/>
                </a:lnTo>
                <a:lnTo>
                  <a:pt x="201180" y="60960"/>
                </a:lnTo>
                <a:lnTo>
                  <a:pt x="201180" y="67056"/>
                </a:lnTo>
                <a:lnTo>
                  <a:pt x="211848" y="68580"/>
                </a:lnTo>
                <a:lnTo>
                  <a:pt x="214896" y="71628"/>
                </a:lnTo>
                <a:lnTo>
                  <a:pt x="214896" y="224028"/>
                </a:lnTo>
                <a:lnTo>
                  <a:pt x="213372" y="225552"/>
                </a:lnTo>
                <a:lnTo>
                  <a:pt x="199656" y="228600"/>
                </a:lnTo>
                <a:lnTo>
                  <a:pt x="199656" y="234696"/>
                </a:lnTo>
                <a:lnTo>
                  <a:pt x="271284" y="234696"/>
                </a:lnTo>
                <a:lnTo>
                  <a:pt x="271284" y="228600"/>
                </a:lnTo>
                <a:lnTo>
                  <a:pt x="261759" y="227380"/>
                </a:lnTo>
                <a:lnTo>
                  <a:pt x="255663" y="223456"/>
                </a:lnTo>
                <a:lnTo>
                  <a:pt x="252425" y="216382"/>
                </a:lnTo>
                <a:lnTo>
                  <a:pt x="251472" y="205740"/>
                </a:lnTo>
                <a:lnTo>
                  <a:pt x="251472" y="169164"/>
                </a:lnTo>
                <a:lnTo>
                  <a:pt x="259867" y="176682"/>
                </a:lnTo>
                <a:lnTo>
                  <a:pt x="267284" y="181356"/>
                </a:lnTo>
                <a:lnTo>
                  <a:pt x="274396" y="183730"/>
                </a:lnTo>
                <a:lnTo>
                  <a:pt x="281952" y="184404"/>
                </a:lnTo>
                <a:lnTo>
                  <a:pt x="302018" y="179730"/>
                </a:lnTo>
                <a:lnTo>
                  <a:pt x="312902" y="170688"/>
                </a:lnTo>
                <a:lnTo>
                  <a:pt x="317957" y="166497"/>
                </a:lnTo>
                <a:lnTo>
                  <a:pt x="328447" y="145821"/>
                </a:lnTo>
                <a:lnTo>
                  <a:pt x="332244" y="118872"/>
                </a:lnTo>
                <a:close/>
              </a:path>
              <a:path w="1471295" h="234950">
                <a:moveTo>
                  <a:pt x="425196" y="155448"/>
                </a:moveTo>
                <a:lnTo>
                  <a:pt x="417576" y="152400"/>
                </a:lnTo>
                <a:lnTo>
                  <a:pt x="413004" y="163068"/>
                </a:lnTo>
                <a:lnTo>
                  <a:pt x="408432" y="166116"/>
                </a:lnTo>
                <a:lnTo>
                  <a:pt x="396240" y="166116"/>
                </a:lnTo>
                <a:lnTo>
                  <a:pt x="393192" y="161544"/>
                </a:lnTo>
                <a:lnTo>
                  <a:pt x="393192" y="73152"/>
                </a:lnTo>
                <a:lnTo>
                  <a:pt x="417576" y="73152"/>
                </a:lnTo>
                <a:lnTo>
                  <a:pt x="417576" y="60960"/>
                </a:lnTo>
                <a:lnTo>
                  <a:pt x="393192" y="60960"/>
                </a:lnTo>
                <a:lnTo>
                  <a:pt x="393192" y="16764"/>
                </a:lnTo>
                <a:lnTo>
                  <a:pt x="387096" y="16764"/>
                </a:lnTo>
                <a:lnTo>
                  <a:pt x="375475" y="32092"/>
                </a:lnTo>
                <a:lnTo>
                  <a:pt x="364998" y="44577"/>
                </a:lnTo>
                <a:lnTo>
                  <a:pt x="354520" y="55333"/>
                </a:lnTo>
                <a:lnTo>
                  <a:pt x="342900" y="65532"/>
                </a:lnTo>
                <a:lnTo>
                  <a:pt x="342900" y="73152"/>
                </a:lnTo>
                <a:lnTo>
                  <a:pt x="356616" y="73152"/>
                </a:lnTo>
                <a:lnTo>
                  <a:pt x="356616" y="156972"/>
                </a:lnTo>
                <a:lnTo>
                  <a:pt x="358571" y="168325"/>
                </a:lnTo>
                <a:lnTo>
                  <a:pt x="364236" y="176974"/>
                </a:lnTo>
                <a:lnTo>
                  <a:pt x="373341" y="182473"/>
                </a:lnTo>
                <a:lnTo>
                  <a:pt x="385572" y="184404"/>
                </a:lnTo>
                <a:lnTo>
                  <a:pt x="397979" y="182880"/>
                </a:lnTo>
                <a:lnTo>
                  <a:pt x="408241" y="177927"/>
                </a:lnTo>
                <a:lnTo>
                  <a:pt x="417080" y="168973"/>
                </a:lnTo>
                <a:lnTo>
                  <a:pt x="425196" y="155448"/>
                </a:lnTo>
                <a:close/>
              </a:path>
              <a:path w="1471295" h="234950">
                <a:moveTo>
                  <a:pt x="481596" y="21336"/>
                </a:moveTo>
                <a:lnTo>
                  <a:pt x="479996" y="12852"/>
                </a:lnTo>
                <a:lnTo>
                  <a:pt x="475691" y="6096"/>
                </a:lnTo>
                <a:lnTo>
                  <a:pt x="469379" y="1612"/>
                </a:lnTo>
                <a:lnTo>
                  <a:pt x="461784" y="0"/>
                </a:lnTo>
                <a:lnTo>
                  <a:pt x="453301" y="1612"/>
                </a:lnTo>
                <a:lnTo>
                  <a:pt x="446544" y="6096"/>
                </a:lnTo>
                <a:lnTo>
                  <a:pt x="442061" y="12852"/>
                </a:lnTo>
                <a:lnTo>
                  <a:pt x="440448" y="21336"/>
                </a:lnTo>
                <a:lnTo>
                  <a:pt x="442061" y="28930"/>
                </a:lnTo>
                <a:lnTo>
                  <a:pt x="446544" y="35242"/>
                </a:lnTo>
                <a:lnTo>
                  <a:pt x="453301" y="39547"/>
                </a:lnTo>
                <a:lnTo>
                  <a:pt x="461784" y="41148"/>
                </a:lnTo>
                <a:lnTo>
                  <a:pt x="469379" y="39547"/>
                </a:lnTo>
                <a:lnTo>
                  <a:pt x="475691" y="35242"/>
                </a:lnTo>
                <a:lnTo>
                  <a:pt x="479996" y="28930"/>
                </a:lnTo>
                <a:lnTo>
                  <a:pt x="481596" y="21336"/>
                </a:lnTo>
                <a:close/>
              </a:path>
              <a:path w="1471295" h="234950">
                <a:moveTo>
                  <a:pt x="492264" y="175260"/>
                </a:moveTo>
                <a:lnTo>
                  <a:pt x="483120" y="173736"/>
                </a:lnTo>
                <a:lnTo>
                  <a:pt x="480072" y="170688"/>
                </a:lnTo>
                <a:lnTo>
                  <a:pt x="480072" y="60960"/>
                </a:lnTo>
                <a:lnTo>
                  <a:pt x="429780" y="60960"/>
                </a:lnTo>
                <a:lnTo>
                  <a:pt x="429780" y="67056"/>
                </a:lnTo>
                <a:lnTo>
                  <a:pt x="441972" y="70104"/>
                </a:lnTo>
                <a:lnTo>
                  <a:pt x="443496" y="71628"/>
                </a:lnTo>
                <a:lnTo>
                  <a:pt x="443496" y="170688"/>
                </a:lnTo>
                <a:lnTo>
                  <a:pt x="441972" y="172212"/>
                </a:lnTo>
                <a:lnTo>
                  <a:pt x="429780" y="175260"/>
                </a:lnTo>
                <a:lnTo>
                  <a:pt x="429780" y="181356"/>
                </a:lnTo>
                <a:lnTo>
                  <a:pt x="492264" y="181356"/>
                </a:lnTo>
                <a:lnTo>
                  <a:pt x="492264" y="175260"/>
                </a:lnTo>
                <a:close/>
              </a:path>
              <a:path w="1471295" h="234950">
                <a:moveTo>
                  <a:pt x="713244" y="175260"/>
                </a:moveTo>
                <a:lnTo>
                  <a:pt x="702576" y="175260"/>
                </a:lnTo>
                <a:lnTo>
                  <a:pt x="699528" y="172212"/>
                </a:lnTo>
                <a:lnTo>
                  <a:pt x="699528" y="96012"/>
                </a:lnTo>
                <a:lnTo>
                  <a:pt x="697052" y="80403"/>
                </a:lnTo>
                <a:lnTo>
                  <a:pt x="690003" y="68389"/>
                </a:lnTo>
                <a:lnTo>
                  <a:pt x="678954" y="60642"/>
                </a:lnTo>
                <a:lnTo>
                  <a:pt x="664476" y="57912"/>
                </a:lnTo>
                <a:lnTo>
                  <a:pt x="653783" y="59118"/>
                </a:lnTo>
                <a:lnTo>
                  <a:pt x="644093" y="63055"/>
                </a:lnTo>
                <a:lnTo>
                  <a:pt x="634682" y="70116"/>
                </a:lnTo>
                <a:lnTo>
                  <a:pt x="624852" y="80772"/>
                </a:lnTo>
                <a:lnTo>
                  <a:pt x="618756" y="70116"/>
                </a:lnTo>
                <a:lnTo>
                  <a:pt x="611517" y="63055"/>
                </a:lnTo>
                <a:lnTo>
                  <a:pt x="602564" y="59118"/>
                </a:lnTo>
                <a:lnTo>
                  <a:pt x="591324" y="57912"/>
                </a:lnTo>
                <a:lnTo>
                  <a:pt x="579577" y="59334"/>
                </a:lnTo>
                <a:lnTo>
                  <a:pt x="569417" y="63627"/>
                </a:lnTo>
                <a:lnTo>
                  <a:pt x="560666" y="70764"/>
                </a:lnTo>
                <a:lnTo>
                  <a:pt x="553224" y="80772"/>
                </a:lnTo>
                <a:lnTo>
                  <a:pt x="553224" y="60960"/>
                </a:lnTo>
                <a:lnTo>
                  <a:pt x="502932" y="60960"/>
                </a:lnTo>
                <a:lnTo>
                  <a:pt x="502932" y="67056"/>
                </a:lnTo>
                <a:lnTo>
                  <a:pt x="513600" y="68580"/>
                </a:lnTo>
                <a:lnTo>
                  <a:pt x="516648" y="71628"/>
                </a:lnTo>
                <a:lnTo>
                  <a:pt x="516648" y="170688"/>
                </a:lnTo>
                <a:lnTo>
                  <a:pt x="513600" y="173736"/>
                </a:lnTo>
                <a:lnTo>
                  <a:pt x="502932" y="175260"/>
                </a:lnTo>
                <a:lnTo>
                  <a:pt x="502932" y="181356"/>
                </a:lnTo>
                <a:lnTo>
                  <a:pt x="565416" y="181356"/>
                </a:lnTo>
                <a:lnTo>
                  <a:pt x="565416" y="175260"/>
                </a:lnTo>
                <a:lnTo>
                  <a:pt x="556272" y="173736"/>
                </a:lnTo>
                <a:lnTo>
                  <a:pt x="553224" y="170688"/>
                </a:lnTo>
                <a:lnTo>
                  <a:pt x="553224" y="88392"/>
                </a:lnTo>
                <a:lnTo>
                  <a:pt x="560844" y="80772"/>
                </a:lnTo>
                <a:lnTo>
                  <a:pt x="566940" y="77724"/>
                </a:lnTo>
                <a:lnTo>
                  <a:pt x="571512" y="76200"/>
                </a:lnTo>
                <a:lnTo>
                  <a:pt x="586752" y="76200"/>
                </a:lnTo>
                <a:lnTo>
                  <a:pt x="589800" y="82296"/>
                </a:lnTo>
                <a:lnTo>
                  <a:pt x="589800" y="172212"/>
                </a:lnTo>
                <a:lnTo>
                  <a:pt x="586752" y="175260"/>
                </a:lnTo>
                <a:lnTo>
                  <a:pt x="577608" y="175260"/>
                </a:lnTo>
                <a:lnTo>
                  <a:pt x="577608" y="181356"/>
                </a:lnTo>
                <a:lnTo>
                  <a:pt x="638568" y="181356"/>
                </a:lnTo>
                <a:lnTo>
                  <a:pt x="638568" y="175260"/>
                </a:lnTo>
                <a:lnTo>
                  <a:pt x="629424" y="175260"/>
                </a:lnTo>
                <a:lnTo>
                  <a:pt x="626376" y="170688"/>
                </a:lnTo>
                <a:lnTo>
                  <a:pt x="626376" y="89916"/>
                </a:lnTo>
                <a:lnTo>
                  <a:pt x="633996" y="82296"/>
                </a:lnTo>
                <a:lnTo>
                  <a:pt x="640092" y="77724"/>
                </a:lnTo>
                <a:lnTo>
                  <a:pt x="644664" y="76200"/>
                </a:lnTo>
                <a:lnTo>
                  <a:pt x="659904" y="76200"/>
                </a:lnTo>
                <a:lnTo>
                  <a:pt x="662952" y="82296"/>
                </a:lnTo>
                <a:lnTo>
                  <a:pt x="662952" y="172212"/>
                </a:lnTo>
                <a:lnTo>
                  <a:pt x="659904" y="175260"/>
                </a:lnTo>
                <a:lnTo>
                  <a:pt x="650760" y="175260"/>
                </a:lnTo>
                <a:lnTo>
                  <a:pt x="650760" y="181356"/>
                </a:lnTo>
                <a:lnTo>
                  <a:pt x="713244" y="181356"/>
                </a:lnTo>
                <a:lnTo>
                  <a:pt x="713244" y="175260"/>
                </a:lnTo>
                <a:close/>
              </a:path>
              <a:path w="1471295" h="234950">
                <a:moveTo>
                  <a:pt x="772680" y="21336"/>
                </a:moveTo>
                <a:lnTo>
                  <a:pt x="771296" y="12852"/>
                </a:lnTo>
                <a:lnTo>
                  <a:pt x="767346" y="6096"/>
                </a:lnTo>
                <a:lnTo>
                  <a:pt x="761098" y="1612"/>
                </a:lnTo>
                <a:lnTo>
                  <a:pt x="752868" y="0"/>
                </a:lnTo>
                <a:lnTo>
                  <a:pt x="745261" y="1612"/>
                </a:lnTo>
                <a:lnTo>
                  <a:pt x="738962" y="6096"/>
                </a:lnTo>
                <a:lnTo>
                  <a:pt x="734644" y="12852"/>
                </a:lnTo>
                <a:lnTo>
                  <a:pt x="733056" y="21336"/>
                </a:lnTo>
                <a:lnTo>
                  <a:pt x="734644" y="28930"/>
                </a:lnTo>
                <a:lnTo>
                  <a:pt x="738962" y="35242"/>
                </a:lnTo>
                <a:lnTo>
                  <a:pt x="745261" y="39547"/>
                </a:lnTo>
                <a:lnTo>
                  <a:pt x="752868" y="41148"/>
                </a:lnTo>
                <a:lnTo>
                  <a:pt x="761098" y="39547"/>
                </a:lnTo>
                <a:lnTo>
                  <a:pt x="767346" y="35242"/>
                </a:lnTo>
                <a:lnTo>
                  <a:pt x="771296" y="28930"/>
                </a:lnTo>
                <a:lnTo>
                  <a:pt x="772680" y="21336"/>
                </a:lnTo>
                <a:close/>
              </a:path>
              <a:path w="1471295" h="234950">
                <a:moveTo>
                  <a:pt x="784872" y="175260"/>
                </a:moveTo>
                <a:lnTo>
                  <a:pt x="775728" y="173736"/>
                </a:lnTo>
                <a:lnTo>
                  <a:pt x="772680" y="170688"/>
                </a:lnTo>
                <a:lnTo>
                  <a:pt x="772680" y="60960"/>
                </a:lnTo>
                <a:lnTo>
                  <a:pt x="722388" y="60960"/>
                </a:lnTo>
                <a:lnTo>
                  <a:pt x="722388" y="67056"/>
                </a:lnTo>
                <a:lnTo>
                  <a:pt x="733056" y="70104"/>
                </a:lnTo>
                <a:lnTo>
                  <a:pt x="736104" y="71628"/>
                </a:lnTo>
                <a:lnTo>
                  <a:pt x="736104" y="170688"/>
                </a:lnTo>
                <a:lnTo>
                  <a:pt x="733056" y="172212"/>
                </a:lnTo>
                <a:lnTo>
                  <a:pt x="722388" y="175260"/>
                </a:lnTo>
                <a:lnTo>
                  <a:pt x="722388" y="181356"/>
                </a:lnTo>
                <a:lnTo>
                  <a:pt x="784872" y="181356"/>
                </a:lnTo>
                <a:lnTo>
                  <a:pt x="784872" y="175260"/>
                </a:lnTo>
                <a:close/>
              </a:path>
              <a:path w="1471295" h="234950">
                <a:moveTo>
                  <a:pt x="900696" y="140208"/>
                </a:moveTo>
                <a:lnTo>
                  <a:pt x="893076" y="140208"/>
                </a:lnTo>
                <a:lnTo>
                  <a:pt x="888504" y="153924"/>
                </a:lnTo>
                <a:lnTo>
                  <a:pt x="883932" y="158496"/>
                </a:lnTo>
                <a:lnTo>
                  <a:pt x="877760" y="166014"/>
                </a:lnTo>
                <a:lnTo>
                  <a:pt x="870026" y="170688"/>
                </a:lnTo>
                <a:lnTo>
                  <a:pt x="859713" y="173062"/>
                </a:lnTo>
                <a:lnTo>
                  <a:pt x="845832" y="173736"/>
                </a:lnTo>
                <a:lnTo>
                  <a:pt x="838212" y="173736"/>
                </a:lnTo>
                <a:lnTo>
                  <a:pt x="899172" y="67056"/>
                </a:lnTo>
                <a:lnTo>
                  <a:pt x="899172" y="60960"/>
                </a:lnTo>
                <a:lnTo>
                  <a:pt x="803160" y="60960"/>
                </a:lnTo>
                <a:lnTo>
                  <a:pt x="801636" y="97536"/>
                </a:lnTo>
                <a:lnTo>
                  <a:pt x="806208" y="97536"/>
                </a:lnTo>
                <a:lnTo>
                  <a:pt x="812126" y="82715"/>
                </a:lnTo>
                <a:lnTo>
                  <a:pt x="820496" y="73914"/>
                </a:lnTo>
                <a:lnTo>
                  <a:pt x="834275" y="69672"/>
                </a:lnTo>
                <a:lnTo>
                  <a:pt x="856500" y="68580"/>
                </a:lnTo>
                <a:lnTo>
                  <a:pt x="797064" y="175260"/>
                </a:lnTo>
                <a:lnTo>
                  <a:pt x="797064" y="181356"/>
                </a:lnTo>
                <a:lnTo>
                  <a:pt x="896124" y="181356"/>
                </a:lnTo>
                <a:lnTo>
                  <a:pt x="900696" y="140208"/>
                </a:lnTo>
                <a:close/>
              </a:path>
              <a:path w="1471295" h="234950">
                <a:moveTo>
                  <a:pt x="1034796" y="169164"/>
                </a:moveTo>
                <a:lnTo>
                  <a:pt x="1033272" y="167640"/>
                </a:lnTo>
                <a:lnTo>
                  <a:pt x="1030224" y="164592"/>
                </a:lnTo>
                <a:lnTo>
                  <a:pt x="1027176" y="167640"/>
                </a:lnTo>
                <a:lnTo>
                  <a:pt x="1021080" y="167640"/>
                </a:lnTo>
                <a:lnTo>
                  <a:pt x="1019556" y="166116"/>
                </a:lnTo>
                <a:lnTo>
                  <a:pt x="1019556" y="117348"/>
                </a:lnTo>
                <a:lnTo>
                  <a:pt x="1019556" y="94488"/>
                </a:lnTo>
                <a:lnTo>
                  <a:pt x="1017422" y="85344"/>
                </a:lnTo>
                <a:lnTo>
                  <a:pt x="1015885" y="79032"/>
                </a:lnTo>
                <a:lnTo>
                  <a:pt x="1005649" y="67627"/>
                </a:lnTo>
                <a:lnTo>
                  <a:pt x="1000912" y="65532"/>
                </a:lnTo>
                <a:lnTo>
                  <a:pt x="989241" y="60363"/>
                </a:lnTo>
                <a:lnTo>
                  <a:pt x="988936" y="60363"/>
                </a:lnTo>
                <a:lnTo>
                  <a:pt x="967740" y="57912"/>
                </a:lnTo>
                <a:lnTo>
                  <a:pt x="947026" y="60363"/>
                </a:lnTo>
                <a:lnTo>
                  <a:pt x="931164" y="67246"/>
                </a:lnTo>
                <a:lnTo>
                  <a:pt x="921029" y="77838"/>
                </a:lnTo>
                <a:lnTo>
                  <a:pt x="917448" y="91440"/>
                </a:lnTo>
                <a:lnTo>
                  <a:pt x="917448" y="102108"/>
                </a:lnTo>
                <a:lnTo>
                  <a:pt x="923544" y="108204"/>
                </a:lnTo>
                <a:lnTo>
                  <a:pt x="944880" y="108204"/>
                </a:lnTo>
                <a:lnTo>
                  <a:pt x="952500" y="102108"/>
                </a:lnTo>
                <a:lnTo>
                  <a:pt x="952500" y="89916"/>
                </a:lnTo>
                <a:lnTo>
                  <a:pt x="950976" y="85344"/>
                </a:lnTo>
                <a:lnTo>
                  <a:pt x="944676" y="79032"/>
                </a:lnTo>
                <a:lnTo>
                  <a:pt x="944880" y="79032"/>
                </a:lnTo>
                <a:lnTo>
                  <a:pt x="944880" y="70104"/>
                </a:lnTo>
                <a:lnTo>
                  <a:pt x="950976" y="65532"/>
                </a:lnTo>
                <a:lnTo>
                  <a:pt x="961644" y="65532"/>
                </a:lnTo>
                <a:lnTo>
                  <a:pt x="971410" y="66979"/>
                </a:lnTo>
                <a:lnTo>
                  <a:pt x="978027" y="71437"/>
                </a:lnTo>
                <a:lnTo>
                  <a:pt x="981798" y="79032"/>
                </a:lnTo>
                <a:lnTo>
                  <a:pt x="982980" y="89916"/>
                </a:lnTo>
                <a:lnTo>
                  <a:pt x="982980" y="108204"/>
                </a:lnTo>
                <a:lnTo>
                  <a:pt x="982980" y="117348"/>
                </a:lnTo>
                <a:lnTo>
                  <a:pt x="982980" y="155448"/>
                </a:lnTo>
                <a:lnTo>
                  <a:pt x="975360" y="163068"/>
                </a:lnTo>
                <a:lnTo>
                  <a:pt x="970788" y="166116"/>
                </a:lnTo>
                <a:lnTo>
                  <a:pt x="955548" y="166116"/>
                </a:lnTo>
                <a:lnTo>
                  <a:pt x="950976" y="158496"/>
                </a:lnTo>
                <a:lnTo>
                  <a:pt x="951001" y="149250"/>
                </a:lnTo>
                <a:lnTo>
                  <a:pt x="952982" y="138772"/>
                </a:lnTo>
                <a:lnTo>
                  <a:pt x="958977" y="129921"/>
                </a:lnTo>
                <a:lnTo>
                  <a:pt x="968984" y="122770"/>
                </a:lnTo>
                <a:lnTo>
                  <a:pt x="982980" y="117348"/>
                </a:lnTo>
                <a:lnTo>
                  <a:pt x="982980" y="108204"/>
                </a:lnTo>
                <a:lnTo>
                  <a:pt x="938199" y="124269"/>
                </a:lnTo>
                <a:lnTo>
                  <a:pt x="912876" y="156972"/>
                </a:lnTo>
                <a:lnTo>
                  <a:pt x="915035" y="167640"/>
                </a:lnTo>
                <a:lnTo>
                  <a:pt x="916063" y="169164"/>
                </a:lnTo>
                <a:lnTo>
                  <a:pt x="921067" y="176403"/>
                </a:lnTo>
                <a:lnTo>
                  <a:pt x="930236" y="182257"/>
                </a:lnTo>
                <a:lnTo>
                  <a:pt x="941832" y="184404"/>
                </a:lnTo>
                <a:lnTo>
                  <a:pt x="952766" y="183464"/>
                </a:lnTo>
                <a:lnTo>
                  <a:pt x="962977" y="180403"/>
                </a:lnTo>
                <a:lnTo>
                  <a:pt x="972908" y="174752"/>
                </a:lnTo>
                <a:lnTo>
                  <a:pt x="982980" y="166116"/>
                </a:lnTo>
                <a:lnTo>
                  <a:pt x="985888" y="174752"/>
                </a:lnTo>
                <a:lnTo>
                  <a:pt x="990219" y="180403"/>
                </a:lnTo>
                <a:lnTo>
                  <a:pt x="996276" y="183464"/>
                </a:lnTo>
                <a:lnTo>
                  <a:pt x="1004316" y="184404"/>
                </a:lnTo>
                <a:lnTo>
                  <a:pt x="1013180" y="183464"/>
                </a:lnTo>
                <a:lnTo>
                  <a:pt x="1012863" y="183464"/>
                </a:lnTo>
                <a:lnTo>
                  <a:pt x="1020127" y="180784"/>
                </a:lnTo>
                <a:lnTo>
                  <a:pt x="1027252" y="176034"/>
                </a:lnTo>
                <a:lnTo>
                  <a:pt x="1034796" y="169164"/>
                </a:lnTo>
                <a:close/>
              </a:path>
              <a:path w="1471295" h="234950">
                <a:moveTo>
                  <a:pt x="1124712" y="155448"/>
                </a:moveTo>
                <a:lnTo>
                  <a:pt x="1117092" y="152400"/>
                </a:lnTo>
                <a:lnTo>
                  <a:pt x="1112520" y="163068"/>
                </a:lnTo>
                <a:lnTo>
                  <a:pt x="1107948" y="166116"/>
                </a:lnTo>
                <a:lnTo>
                  <a:pt x="1095756" y="166116"/>
                </a:lnTo>
                <a:lnTo>
                  <a:pt x="1092708" y="161544"/>
                </a:lnTo>
                <a:lnTo>
                  <a:pt x="1092708" y="73152"/>
                </a:lnTo>
                <a:lnTo>
                  <a:pt x="1117092" y="73152"/>
                </a:lnTo>
                <a:lnTo>
                  <a:pt x="1117092" y="60960"/>
                </a:lnTo>
                <a:lnTo>
                  <a:pt x="1092708" y="60960"/>
                </a:lnTo>
                <a:lnTo>
                  <a:pt x="1092708" y="16764"/>
                </a:lnTo>
                <a:lnTo>
                  <a:pt x="1086612" y="16764"/>
                </a:lnTo>
                <a:lnTo>
                  <a:pt x="1074991" y="32092"/>
                </a:lnTo>
                <a:lnTo>
                  <a:pt x="1064514" y="44577"/>
                </a:lnTo>
                <a:lnTo>
                  <a:pt x="1054036" y="55333"/>
                </a:lnTo>
                <a:lnTo>
                  <a:pt x="1042416" y="65532"/>
                </a:lnTo>
                <a:lnTo>
                  <a:pt x="1042416" y="73152"/>
                </a:lnTo>
                <a:lnTo>
                  <a:pt x="1056132" y="73152"/>
                </a:lnTo>
                <a:lnTo>
                  <a:pt x="1056132" y="156972"/>
                </a:lnTo>
                <a:lnTo>
                  <a:pt x="1058087" y="168325"/>
                </a:lnTo>
                <a:lnTo>
                  <a:pt x="1063752" y="176974"/>
                </a:lnTo>
                <a:lnTo>
                  <a:pt x="1072857" y="182473"/>
                </a:lnTo>
                <a:lnTo>
                  <a:pt x="1085088" y="184404"/>
                </a:lnTo>
                <a:lnTo>
                  <a:pt x="1097495" y="182880"/>
                </a:lnTo>
                <a:lnTo>
                  <a:pt x="1107757" y="177927"/>
                </a:lnTo>
                <a:lnTo>
                  <a:pt x="1116596" y="168973"/>
                </a:lnTo>
                <a:lnTo>
                  <a:pt x="1124712" y="155448"/>
                </a:lnTo>
                <a:close/>
              </a:path>
              <a:path w="1471295" h="234950">
                <a:moveTo>
                  <a:pt x="1181112" y="21336"/>
                </a:moveTo>
                <a:lnTo>
                  <a:pt x="1179512" y="12852"/>
                </a:lnTo>
                <a:lnTo>
                  <a:pt x="1175207" y="6096"/>
                </a:lnTo>
                <a:lnTo>
                  <a:pt x="1168895" y="1612"/>
                </a:lnTo>
                <a:lnTo>
                  <a:pt x="1161300" y="0"/>
                </a:lnTo>
                <a:lnTo>
                  <a:pt x="1152817" y="1612"/>
                </a:lnTo>
                <a:lnTo>
                  <a:pt x="1146060" y="6096"/>
                </a:lnTo>
                <a:lnTo>
                  <a:pt x="1141577" y="12852"/>
                </a:lnTo>
                <a:lnTo>
                  <a:pt x="1139964" y="21336"/>
                </a:lnTo>
                <a:lnTo>
                  <a:pt x="1141577" y="28930"/>
                </a:lnTo>
                <a:lnTo>
                  <a:pt x="1146060" y="35242"/>
                </a:lnTo>
                <a:lnTo>
                  <a:pt x="1152817" y="39547"/>
                </a:lnTo>
                <a:lnTo>
                  <a:pt x="1161300" y="41148"/>
                </a:lnTo>
                <a:lnTo>
                  <a:pt x="1168895" y="39547"/>
                </a:lnTo>
                <a:lnTo>
                  <a:pt x="1175207" y="35242"/>
                </a:lnTo>
                <a:lnTo>
                  <a:pt x="1179512" y="28930"/>
                </a:lnTo>
                <a:lnTo>
                  <a:pt x="1181112" y="21336"/>
                </a:lnTo>
                <a:close/>
              </a:path>
              <a:path w="1471295" h="234950">
                <a:moveTo>
                  <a:pt x="1191780" y="175260"/>
                </a:moveTo>
                <a:lnTo>
                  <a:pt x="1182636" y="173736"/>
                </a:lnTo>
                <a:lnTo>
                  <a:pt x="1179588" y="170688"/>
                </a:lnTo>
                <a:lnTo>
                  <a:pt x="1179588" y="60960"/>
                </a:lnTo>
                <a:lnTo>
                  <a:pt x="1129296" y="60960"/>
                </a:lnTo>
                <a:lnTo>
                  <a:pt x="1129296" y="67056"/>
                </a:lnTo>
                <a:lnTo>
                  <a:pt x="1141488" y="70104"/>
                </a:lnTo>
                <a:lnTo>
                  <a:pt x="1143012" y="71628"/>
                </a:lnTo>
                <a:lnTo>
                  <a:pt x="1143012" y="170688"/>
                </a:lnTo>
                <a:lnTo>
                  <a:pt x="1141488" y="172212"/>
                </a:lnTo>
                <a:lnTo>
                  <a:pt x="1129296" y="175260"/>
                </a:lnTo>
                <a:lnTo>
                  <a:pt x="1129296" y="181356"/>
                </a:lnTo>
                <a:lnTo>
                  <a:pt x="1191780" y="181356"/>
                </a:lnTo>
                <a:lnTo>
                  <a:pt x="1191780" y="175260"/>
                </a:lnTo>
                <a:close/>
              </a:path>
              <a:path w="1471295" h="234950">
                <a:moveTo>
                  <a:pt x="1322844" y="121907"/>
                </a:moveTo>
                <a:lnTo>
                  <a:pt x="1306271" y="76187"/>
                </a:lnTo>
                <a:lnTo>
                  <a:pt x="1284681" y="62204"/>
                </a:lnTo>
                <a:lnTo>
                  <a:pt x="1284681" y="124955"/>
                </a:lnTo>
                <a:lnTo>
                  <a:pt x="1283766" y="148488"/>
                </a:lnTo>
                <a:lnTo>
                  <a:pt x="1280363" y="164960"/>
                </a:lnTo>
                <a:lnTo>
                  <a:pt x="1273810" y="174015"/>
                </a:lnTo>
                <a:lnTo>
                  <a:pt x="1263408" y="176771"/>
                </a:lnTo>
                <a:lnTo>
                  <a:pt x="1253617" y="174015"/>
                </a:lnTo>
                <a:lnTo>
                  <a:pt x="1247025" y="165150"/>
                </a:lnTo>
                <a:lnTo>
                  <a:pt x="1246974" y="164960"/>
                </a:lnTo>
                <a:lnTo>
                  <a:pt x="1243253" y="149136"/>
                </a:lnTo>
                <a:lnTo>
                  <a:pt x="1243228" y="148488"/>
                </a:lnTo>
                <a:lnTo>
                  <a:pt x="1243126" y="146469"/>
                </a:lnTo>
                <a:lnTo>
                  <a:pt x="1242072" y="124955"/>
                </a:lnTo>
                <a:lnTo>
                  <a:pt x="1242123" y="123431"/>
                </a:lnTo>
                <a:lnTo>
                  <a:pt x="1242225" y="120383"/>
                </a:lnTo>
                <a:lnTo>
                  <a:pt x="1246454" y="78092"/>
                </a:lnTo>
                <a:lnTo>
                  <a:pt x="1263408" y="65519"/>
                </a:lnTo>
                <a:lnTo>
                  <a:pt x="1273810" y="68567"/>
                </a:lnTo>
                <a:lnTo>
                  <a:pt x="1280363" y="78473"/>
                </a:lnTo>
                <a:lnTo>
                  <a:pt x="1283766" y="96380"/>
                </a:lnTo>
                <a:lnTo>
                  <a:pt x="1284630" y="120383"/>
                </a:lnTo>
                <a:lnTo>
                  <a:pt x="1284681" y="124955"/>
                </a:lnTo>
                <a:lnTo>
                  <a:pt x="1284681" y="62204"/>
                </a:lnTo>
                <a:lnTo>
                  <a:pt x="1239977" y="62738"/>
                </a:lnTo>
                <a:lnTo>
                  <a:pt x="1208544" y="95834"/>
                </a:lnTo>
                <a:lnTo>
                  <a:pt x="1203972" y="120383"/>
                </a:lnTo>
                <a:lnTo>
                  <a:pt x="1208328" y="146469"/>
                </a:lnTo>
                <a:lnTo>
                  <a:pt x="1220546" y="166674"/>
                </a:lnTo>
                <a:lnTo>
                  <a:pt x="1239329" y="179755"/>
                </a:lnTo>
                <a:lnTo>
                  <a:pt x="1263408" y="184391"/>
                </a:lnTo>
                <a:lnTo>
                  <a:pt x="1287513" y="179755"/>
                </a:lnTo>
                <a:lnTo>
                  <a:pt x="1291844" y="176771"/>
                </a:lnTo>
                <a:lnTo>
                  <a:pt x="1306271" y="166865"/>
                </a:lnTo>
                <a:lnTo>
                  <a:pt x="1306385" y="166674"/>
                </a:lnTo>
                <a:lnTo>
                  <a:pt x="1318475" y="147104"/>
                </a:lnTo>
                <a:lnTo>
                  <a:pt x="1318590" y="146469"/>
                </a:lnTo>
                <a:lnTo>
                  <a:pt x="1322844" y="121907"/>
                </a:lnTo>
                <a:close/>
              </a:path>
              <a:path w="1471295" h="234950">
                <a:moveTo>
                  <a:pt x="1470672" y="175260"/>
                </a:moveTo>
                <a:lnTo>
                  <a:pt x="1460004" y="175260"/>
                </a:lnTo>
                <a:lnTo>
                  <a:pt x="1456956" y="172212"/>
                </a:lnTo>
                <a:lnTo>
                  <a:pt x="1456956" y="96012"/>
                </a:lnTo>
                <a:lnTo>
                  <a:pt x="1454480" y="80403"/>
                </a:lnTo>
                <a:lnTo>
                  <a:pt x="1452003" y="76200"/>
                </a:lnTo>
                <a:lnTo>
                  <a:pt x="1447431" y="68389"/>
                </a:lnTo>
                <a:lnTo>
                  <a:pt x="1436382" y="60642"/>
                </a:lnTo>
                <a:lnTo>
                  <a:pt x="1421904" y="57912"/>
                </a:lnTo>
                <a:lnTo>
                  <a:pt x="1411046" y="59334"/>
                </a:lnTo>
                <a:lnTo>
                  <a:pt x="1401330" y="63627"/>
                </a:lnTo>
                <a:lnTo>
                  <a:pt x="1392758" y="70764"/>
                </a:lnTo>
                <a:lnTo>
                  <a:pt x="1385328" y="80772"/>
                </a:lnTo>
                <a:lnTo>
                  <a:pt x="1385328" y="60960"/>
                </a:lnTo>
                <a:lnTo>
                  <a:pt x="1335036" y="60960"/>
                </a:lnTo>
                <a:lnTo>
                  <a:pt x="1335036" y="67056"/>
                </a:lnTo>
                <a:lnTo>
                  <a:pt x="1347228" y="68580"/>
                </a:lnTo>
                <a:lnTo>
                  <a:pt x="1348752" y="71628"/>
                </a:lnTo>
                <a:lnTo>
                  <a:pt x="1348752" y="170688"/>
                </a:lnTo>
                <a:lnTo>
                  <a:pt x="1347228" y="173736"/>
                </a:lnTo>
                <a:lnTo>
                  <a:pt x="1335036" y="175260"/>
                </a:lnTo>
                <a:lnTo>
                  <a:pt x="1335036" y="181356"/>
                </a:lnTo>
                <a:lnTo>
                  <a:pt x="1397520" y="181356"/>
                </a:lnTo>
                <a:lnTo>
                  <a:pt x="1397520" y="175260"/>
                </a:lnTo>
                <a:lnTo>
                  <a:pt x="1388376" y="173736"/>
                </a:lnTo>
                <a:lnTo>
                  <a:pt x="1385328" y="170688"/>
                </a:lnTo>
                <a:lnTo>
                  <a:pt x="1385328" y="89916"/>
                </a:lnTo>
                <a:lnTo>
                  <a:pt x="1386852" y="86868"/>
                </a:lnTo>
                <a:lnTo>
                  <a:pt x="1389900" y="83820"/>
                </a:lnTo>
                <a:lnTo>
                  <a:pt x="1393964" y="80772"/>
                </a:lnTo>
                <a:lnTo>
                  <a:pt x="1395996" y="79248"/>
                </a:lnTo>
                <a:lnTo>
                  <a:pt x="1402092" y="76200"/>
                </a:lnTo>
                <a:lnTo>
                  <a:pt x="1417332" y="76200"/>
                </a:lnTo>
                <a:lnTo>
                  <a:pt x="1420380" y="82296"/>
                </a:lnTo>
                <a:lnTo>
                  <a:pt x="1420380" y="170688"/>
                </a:lnTo>
                <a:lnTo>
                  <a:pt x="1417332" y="175260"/>
                </a:lnTo>
                <a:lnTo>
                  <a:pt x="1408188" y="175260"/>
                </a:lnTo>
                <a:lnTo>
                  <a:pt x="1408188" y="181356"/>
                </a:lnTo>
                <a:lnTo>
                  <a:pt x="1470672" y="181356"/>
                </a:lnTo>
                <a:lnTo>
                  <a:pt x="1470672" y="175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31264" y="3712464"/>
            <a:ext cx="2150363" cy="128016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55591" y="3713988"/>
            <a:ext cx="873252" cy="163067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99760" y="3730752"/>
            <a:ext cx="126491" cy="108204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878068" y="3713988"/>
            <a:ext cx="160019" cy="124968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302508" y="4139184"/>
            <a:ext cx="1161288" cy="150875"/>
          </a:xfrm>
          <a:prstGeom prst="rect">
            <a:avLst/>
          </a:prstGeom>
        </p:spPr>
      </p:pic>
      <p:sp>
        <p:nvSpPr>
          <p:cNvPr id="27" name="object 27" descr=""/>
          <p:cNvSpPr/>
          <p:nvPr/>
        </p:nvSpPr>
        <p:spPr>
          <a:xfrm>
            <a:off x="917448" y="4933187"/>
            <a:ext cx="788035" cy="155575"/>
          </a:xfrm>
          <a:custGeom>
            <a:avLst/>
            <a:gdLst/>
            <a:ahLst/>
            <a:cxnLst/>
            <a:rect l="l" t="t" r="r" b="b"/>
            <a:pathLst>
              <a:path w="788035" h="155575">
                <a:moveTo>
                  <a:pt x="150876" y="4584"/>
                </a:moveTo>
                <a:lnTo>
                  <a:pt x="103632" y="4584"/>
                </a:lnTo>
                <a:lnTo>
                  <a:pt x="103632" y="9156"/>
                </a:lnTo>
                <a:lnTo>
                  <a:pt x="118872" y="10680"/>
                </a:lnTo>
                <a:lnTo>
                  <a:pt x="121920" y="12204"/>
                </a:lnTo>
                <a:lnTo>
                  <a:pt x="121920" y="25920"/>
                </a:lnTo>
                <a:lnTo>
                  <a:pt x="117348" y="35064"/>
                </a:lnTo>
                <a:lnTo>
                  <a:pt x="89916" y="106692"/>
                </a:lnTo>
                <a:lnTo>
                  <a:pt x="59436" y="33540"/>
                </a:lnTo>
                <a:lnTo>
                  <a:pt x="56388" y="24396"/>
                </a:lnTo>
                <a:lnTo>
                  <a:pt x="54864" y="21348"/>
                </a:lnTo>
                <a:lnTo>
                  <a:pt x="54864" y="13728"/>
                </a:lnTo>
                <a:lnTo>
                  <a:pt x="57912" y="10680"/>
                </a:lnTo>
                <a:lnTo>
                  <a:pt x="70104" y="10680"/>
                </a:lnTo>
                <a:lnTo>
                  <a:pt x="73152" y="9156"/>
                </a:lnTo>
                <a:lnTo>
                  <a:pt x="73152" y="4584"/>
                </a:lnTo>
                <a:lnTo>
                  <a:pt x="0" y="4584"/>
                </a:lnTo>
                <a:lnTo>
                  <a:pt x="0" y="9156"/>
                </a:lnTo>
                <a:lnTo>
                  <a:pt x="10668" y="10680"/>
                </a:lnTo>
                <a:lnTo>
                  <a:pt x="13716" y="13728"/>
                </a:lnTo>
                <a:lnTo>
                  <a:pt x="74676" y="155460"/>
                </a:lnTo>
                <a:lnTo>
                  <a:pt x="80772" y="155460"/>
                </a:lnTo>
                <a:lnTo>
                  <a:pt x="134366" y="19011"/>
                </a:lnTo>
                <a:lnTo>
                  <a:pt x="138112" y="13728"/>
                </a:lnTo>
                <a:lnTo>
                  <a:pt x="143268" y="10718"/>
                </a:lnTo>
                <a:lnTo>
                  <a:pt x="150876" y="9156"/>
                </a:lnTo>
                <a:lnTo>
                  <a:pt x="150876" y="4584"/>
                </a:lnTo>
                <a:close/>
              </a:path>
              <a:path w="788035" h="155575">
                <a:moveTo>
                  <a:pt x="242316" y="143268"/>
                </a:moveTo>
                <a:lnTo>
                  <a:pt x="241300" y="141744"/>
                </a:lnTo>
                <a:lnTo>
                  <a:pt x="239268" y="138696"/>
                </a:lnTo>
                <a:lnTo>
                  <a:pt x="236220" y="141744"/>
                </a:lnTo>
                <a:lnTo>
                  <a:pt x="231648" y="141744"/>
                </a:lnTo>
                <a:lnTo>
                  <a:pt x="230124" y="140220"/>
                </a:lnTo>
                <a:lnTo>
                  <a:pt x="230124" y="99072"/>
                </a:lnTo>
                <a:lnTo>
                  <a:pt x="230124" y="79260"/>
                </a:lnTo>
                <a:lnTo>
                  <a:pt x="227088" y="66128"/>
                </a:lnTo>
                <a:lnTo>
                  <a:pt x="218503" y="56591"/>
                </a:lnTo>
                <a:lnTo>
                  <a:pt x="214541" y="54876"/>
                </a:lnTo>
                <a:lnTo>
                  <a:pt x="204927" y="50698"/>
                </a:lnTo>
                <a:lnTo>
                  <a:pt x="204622" y="50698"/>
                </a:lnTo>
                <a:lnTo>
                  <a:pt x="187452" y="48780"/>
                </a:lnTo>
                <a:lnTo>
                  <a:pt x="169849" y="50698"/>
                </a:lnTo>
                <a:lnTo>
                  <a:pt x="156400" y="56210"/>
                </a:lnTo>
                <a:lnTo>
                  <a:pt x="147802" y="64846"/>
                </a:lnTo>
                <a:lnTo>
                  <a:pt x="144780" y="76212"/>
                </a:lnTo>
                <a:lnTo>
                  <a:pt x="144780" y="85356"/>
                </a:lnTo>
                <a:lnTo>
                  <a:pt x="150876" y="91452"/>
                </a:lnTo>
                <a:lnTo>
                  <a:pt x="169164" y="91452"/>
                </a:lnTo>
                <a:lnTo>
                  <a:pt x="175260" y="85356"/>
                </a:lnTo>
                <a:lnTo>
                  <a:pt x="175260" y="74688"/>
                </a:lnTo>
                <a:lnTo>
                  <a:pt x="173736" y="71640"/>
                </a:lnTo>
                <a:lnTo>
                  <a:pt x="170688" y="68592"/>
                </a:lnTo>
                <a:lnTo>
                  <a:pt x="169164" y="65544"/>
                </a:lnTo>
                <a:lnTo>
                  <a:pt x="167640" y="64020"/>
                </a:lnTo>
                <a:lnTo>
                  <a:pt x="167640" y="57924"/>
                </a:lnTo>
                <a:lnTo>
                  <a:pt x="173736" y="54876"/>
                </a:lnTo>
                <a:lnTo>
                  <a:pt x="181356" y="54876"/>
                </a:lnTo>
                <a:lnTo>
                  <a:pt x="190233" y="56032"/>
                </a:lnTo>
                <a:lnTo>
                  <a:pt x="196405" y="59639"/>
                </a:lnTo>
                <a:lnTo>
                  <a:pt x="199999" y="65798"/>
                </a:lnTo>
                <a:lnTo>
                  <a:pt x="200037" y="66128"/>
                </a:lnTo>
                <a:lnTo>
                  <a:pt x="201168" y="74688"/>
                </a:lnTo>
                <a:lnTo>
                  <a:pt x="201168" y="91452"/>
                </a:lnTo>
                <a:lnTo>
                  <a:pt x="199644" y="91909"/>
                </a:lnTo>
                <a:lnTo>
                  <a:pt x="199644" y="99072"/>
                </a:lnTo>
                <a:lnTo>
                  <a:pt x="199644" y="131076"/>
                </a:lnTo>
                <a:lnTo>
                  <a:pt x="195072" y="137172"/>
                </a:lnTo>
                <a:lnTo>
                  <a:pt x="190500" y="140220"/>
                </a:lnTo>
                <a:lnTo>
                  <a:pt x="178308" y="140220"/>
                </a:lnTo>
                <a:lnTo>
                  <a:pt x="173736" y="134124"/>
                </a:lnTo>
                <a:lnTo>
                  <a:pt x="173736" y="124980"/>
                </a:lnTo>
                <a:lnTo>
                  <a:pt x="175425" y="116420"/>
                </a:lnTo>
                <a:lnTo>
                  <a:pt x="180403" y="109169"/>
                </a:lnTo>
                <a:lnTo>
                  <a:pt x="188518" y="103327"/>
                </a:lnTo>
                <a:lnTo>
                  <a:pt x="199644" y="99072"/>
                </a:lnTo>
                <a:lnTo>
                  <a:pt x="199644" y="91909"/>
                </a:lnTo>
                <a:lnTo>
                  <a:pt x="162801" y="104089"/>
                </a:lnTo>
                <a:lnTo>
                  <a:pt x="141732" y="132600"/>
                </a:lnTo>
                <a:lnTo>
                  <a:pt x="143611" y="141312"/>
                </a:lnTo>
                <a:lnTo>
                  <a:pt x="148780" y="148602"/>
                </a:lnTo>
                <a:lnTo>
                  <a:pt x="156514" y="153593"/>
                </a:lnTo>
                <a:lnTo>
                  <a:pt x="166116" y="155460"/>
                </a:lnTo>
                <a:lnTo>
                  <a:pt x="175018" y="154571"/>
                </a:lnTo>
                <a:lnTo>
                  <a:pt x="183642" y="151841"/>
                </a:lnTo>
                <a:lnTo>
                  <a:pt x="192252" y="147091"/>
                </a:lnTo>
                <a:lnTo>
                  <a:pt x="201168" y="140220"/>
                </a:lnTo>
                <a:lnTo>
                  <a:pt x="202692" y="150888"/>
                </a:lnTo>
                <a:lnTo>
                  <a:pt x="207264" y="155460"/>
                </a:lnTo>
                <a:lnTo>
                  <a:pt x="217932" y="155460"/>
                </a:lnTo>
                <a:lnTo>
                  <a:pt x="225577" y="154571"/>
                </a:lnTo>
                <a:lnTo>
                  <a:pt x="225285" y="154571"/>
                </a:lnTo>
                <a:lnTo>
                  <a:pt x="231267" y="152222"/>
                </a:lnTo>
                <a:lnTo>
                  <a:pt x="236791" y="148386"/>
                </a:lnTo>
                <a:lnTo>
                  <a:pt x="242316" y="143268"/>
                </a:lnTo>
                <a:close/>
              </a:path>
              <a:path w="788035" h="155575">
                <a:moveTo>
                  <a:pt x="339852" y="56388"/>
                </a:moveTo>
                <a:lnTo>
                  <a:pt x="333756" y="48768"/>
                </a:lnTo>
                <a:lnTo>
                  <a:pt x="323088" y="48768"/>
                </a:lnTo>
                <a:lnTo>
                  <a:pt x="315315" y="49936"/>
                </a:lnTo>
                <a:lnTo>
                  <a:pt x="307848" y="53530"/>
                </a:lnTo>
                <a:lnTo>
                  <a:pt x="300367" y="59702"/>
                </a:lnTo>
                <a:lnTo>
                  <a:pt x="292608" y="68580"/>
                </a:lnTo>
                <a:lnTo>
                  <a:pt x="292608" y="51816"/>
                </a:lnTo>
                <a:lnTo>
                  <a:pt x="251460" y="51816"/>
                </a:lnTo>
                <a:lnTo>
                  <a:pt x="251460" y="56388"/>
                </a:lnTo>
                <a:lnTo>
                  <a:pt x="262128" y="57912"/>
                </a:lnTo>
                <a:lnTo>
                  <a:pt x="263652" y="60960"/>
                </a:lnTo>
                <a:lnTo>
                  <a:pt x="263652" y="141732"/>
                </a:lnTo>
                <a:lnTo>
                  <a:pt x="262128" y="144780"/>
                </a:lnTo>
                <a:lnTo>
                  <a:pt x="251460" y="146304"/>
                </a:lnTo>
                <a:lnTo>
                  <a:pt x="251460" y="152400"/>
                </a:lnTo>
                <a:lnTo>
                  <a:pt x="310896" y="152400"/>
                </a:lnTo>
                <a:lnTo>
                  <a:pt x="310896" y="146304"/>
                </a:lnTo>
                <a:lnTo>
                  <a:pt x="297180" y="146304"/>
                </a:lnTo>
                <a:lnTo>
                  <a:pt x="294132" y="143256"/>
                </a:lnTo>
                <a:lnTo>
                  <a:pt x="294132" y="76200"/>
                </a:lnTo>
                <a:lnTo>
                  <a:pt x="300228" y="67056"/>
                </a:lnTo>
                <a:lnTo>
                  <a:pt x="309372" y="67056"/>
                </a:lnTo>
                <a:lnTo>
                  <a:pt x="313944" y="71628"/>
                </a:lnTo>
                <a:lnTo>
                  <a:pt x="318516" y="77724"/>
                </a:lnTo>
                <a:lnTo>
                  <a:pt x="321564" y="79248"/>
                </a:lnTo>
                <a:lnTo>
                  <a:pt x="335280" y="79248"/>
                </a:lnTo>
                <a:lnTo>
                  <a:pt x="339852" y="73152"/>
                </a:lnTo>
                <a:lnTo>
                  <a:pt x="339852" y="65532"/>
                </a:lnTo>
                <a:lnTo>
                  <a:pt x="339852" y="56388"/>
                </a:lnTo>
                <a:close/>
              </a:path>
              <a:path w="788035" h="155575">
                <a:moveTo>
                  <a:pt x="390144" y="7620"/>
                </a:moveTo>
                <a:lnTo>
                  <a:pt x="382524" y="0"/>
                </a:lnTo>
                <a:lnTo>
                  <a:pt x="364236" y="0"/>
                </a:lnTo>
                <a:lnTo>
                  <a:pt x="356616" y="7620"/>
                </a:lnTo>
                <a:lnTo>
                  <a:pt x="356616" y="27432"/>
                </a:lnTo>
                <a:lnTo>
                  <a:pt x="364236" y="33528"/>
                </a:lnTo>
                <a:lnTo>
                  <a:pt x="382524" y="33528"/>
                </a:lnTo>
                <a:lnTo>
                  <a:pt x="390144" y="27432"/>
                </a:lnTo>
                <a:lnTo>
                  <a:pt x="390144" y="7620"/>
                </a:lnTo>
                <a:close/>
              </a:path>
              <a:path w="788035" h="155575">
                <a:moveTo>
                  <a:pt x="397764" y="146304"/>
                </a:moveTo>
                <a:lnTo>
                  <a:pt x="390144" y="144780"/>
                </a:lnTo>
                <a:lnTo>
                  <a:pt x="388620" y="141732"/>
                </a:lnTo>
                <a:lnTo>
                  <a:pt x="388620" y="51816"/>
                </a:lnTo>
                <a:lnTo>
                  <a:pt x="345948" y="51816"/>
                </a:lnTo>
                <a:lnTo>
                  <a:pt x="345948" y="56388"/>
                </a:lnTo>
                <a:lnTo>
                  <a:pt x="356616" y="59436"/>
                </a:lnTo>
                <a:lnTo>
                  <a:pt x="358140" y="60960"/>
                </a:lnTo>
                <a:lnTo>
                  <a:pt x="358140" y="141732"/>
                </a:lnTo>
                <a:lnTo>
                  <a:pt x="356616" y="144780"/>
                </a:lnTo>
                <a:lnTo>
                  <a:pt x="345948" y="146304"/>
                </a:lnTo>
                <a:lnTo>
                  <a:pt x="345948" y="152400"/>
                </a:lnTo>
                <a:lnTo>
                  <a:pt x="397764" y="152400"/>
                </a:lnTo>
                <a:lnTo>
                  <a:pt x="397764" y="146304"/>
                </a:lnTo>
                <a:close/>
              </a:path>
              <a:path w="788035" h="155575">
                <a:moveTo>
                  <a:pt x="510527" y="143268"/>
                </a:moveTo>
                <a:lnTo>
                  <a:pt x="509511" y="141744"/>
                </a:lnTo>
                <a:lnTo>
                  <a:pt x="507479" y="138696"/>
                </a:lnTo>
                <a:lnTo>
                  <a:pt x="504431" y="140220"/>
                </a:lnTo>
                <a:lnTo>
                  <a:pt x="504431" y="141744"/>
                </a:lnTo>
                <a:lnTo>
                  <a:pt x="499859" y="141744"/>
                </a:lnTo>
                <a:lnTo>
                  <a:pt x="498335" y="140220"/>
                </a:lnTo>
                <a:lnTo>
                  <a:pt x="498335" y="99072"/>
                </a:lnTo>
                <a:lnTo>
                  <a:pt x="498335" y="79260"/>
                </a:lnTo>
                <a:lnTo>
                  <a:pt x="495287" y="66128"/>
                </a:lnTo>
                <a:lnTo>
                  <a:pt x="486524" y="56591"/>
                </a:lnTo>
                <a:lnTo>
                  <a:pt x="482447" y="54876"/>
                </a:lnTo>
                <a:lnTo>
                  <a:pt x="472516" y="50698"/>
                </a:lnTo>
                <a:lnTo>
                  <a:pt x="472173" y="50698"/>
                </a:lnTo>
                <a:lnTo>
                  <a:pt x="454139" y="48780"/>
                </a:lnTo>
                <a:lnTo>
                  <a:pt x="437426" y="50698"/>
                </a:lnTo>
                <a:lnTo>
                  <a:pt x="424421" y="56210"/>
                </a:lnTo>
                <a:lnTo>
                  <a:pt x="416001" y="64846"/>
                </a:lnTo>
                <a:lnTo>
                  <a:pt x="412991" y="76212"/>
                </a:lnTo>
                <a:lnTo>
                  <a:pt x="412991" y="85356"/>
                </a:lnTo>
                <a:lnTo>
                  <a:pt x="417563" y="91452"/>
                </a:lnTo>
                <a:lnTo>
                  <a:pt x="435851" y="91452"/>
                </a:lnTo>
                <a:lnTo>
                  <a:pt x="441947" y="85356"/>
                </a:lnTo>
                <a:lnTo>
                  <a:pt x="441947" y="74688"/>
                </a:lnTo>
                <a:lnTo>
                  <a:pt x="440423" y="71640"/>
                </a:lnTo>
                <a:lnTo>
                  <a:pt x="437375" y="68592"/>
                </a:lnTo>
                <a:lnTo>
                  <a:pt x="435851" y="65544"/>
                </a:lnTo>
                <a:lnTo>
                  <a:pt x="435851" y="57924"/>
                </a:lnTo>
                <a:lnTo>
                  <a:pt x="441947" y="54876"/>
                </a:lnTo>
                <a:lnTo>
                  <a:pt x="449567" y="54876"/>
                </a:lnTo>
                <a:lnTo>
                  <a:pt x="457568" y="56032"/>
                </a:lnTo>
                <a:lnTo>
                  <a:pt x="463283" y="59639"/>
                </a:lnTo>
                <a:lnTo>
                  <a:pt x="466712" y="65798"/>
                </a:lnTo>
                <a:lnTo>
                  <a:pt x="466763" y="66128"/>
                </a:lnTo>
                <a:lnTo>
                  <a:pt x="467855" y="74688"/>
                </a:lnTo>
                <a:lnTo>
                  <a:pt x="467855" y="91452"/>
                </a:lnTo>
                <a:lnTo>
                  <a:pt x="467855" y="99072"/>
                </a:lnTo>
                <a:lnTo>
                  <a:pt x="467855" y="131076"/>
                </a:lnTo>
                <a:lnTo>
                  <a:pt x="461759" y="137172"/>
                </a:lnTo>
                <a:lnTo>
                  <a:pt x="457187" y="140220"/>
                </a:lnTo>
                <a:lnTo>
                  <a:pt x="446519" y="140220"/>
                </a:lnTo>
                <a:lnTo>
                  <a:pt x="441947" y="134124"/>
                </a:lnTo>
                <a:lnTo>
                  <a:pt x="441947" y="124980"/>
                </a:lnTo>
                <a:lnTo>
                  <a:pt x="443649" y="116420"/>
                </a:lnTo>
                <a:lnTo>
                  <a:pt x="448614" y="109169"/>
                </a:lnTo>
                <a:lnTo>
                  <a:pt x="456742" y="103327"/>
                </a:lnTo>
                <a:lnTo>
                  <a:pt x="467855" y="99072"/>
                </a:lnTo>
                <a:lnTo>
                  <a:pt x="467855" y="91452"/>
                </a:lnTo>
                <a:lnTo>
                  <a:pt x="430136" y="104089"/>
                </a:lnTo>
                <a:lnTo>
                  <a:pt x="409943" y="132600"/>
                </a:lnTo>
                <a:lnTo>
                  <a:pt x="411594" y="141312"/>
                </a:lnTo>
                <a:lnTo>
                  <a:pt x="416229" y="148602"/>
                </a:lnTo>
                <a:lnTo>
                  <a:pt x="423456" y="153593"/>
                </a:lnTo>
                <a:lnTo>
                  <a:pt x="432803" y="155460"/>
                </a:lnTo>
                <a:lnTo>
                  <a:pt x="442353" y="154571"/>
                </a:lnTo>
                <a:lnTo>
                  <a:pt x="450900" y="151841"/>
                </a:lnTo>
                <a:lnTo>
                  <a:pt x="459168" y="147091"/>
                </a:lnTo>
                <a:lnTo>
                  <a:pt x="467855" y="140220"/>
                </a:lnTo>
                <a:lnTo>
                  <a:pt x="470903" y="150888"/>
                </a:lnTo>
                <a:lnTo>
                  <a:pt x="475475" y="155460"/>
                </a:lnTo>
                <a:lnTo>
                  <a:pt x="486143" y="155460"/>
                </a:lnTo>
                <a:lnTo>
                  <a:pt x="492899" y="154571"/>
                </a:lnTo>
                <a:lnTo>
                  <a:pt x="492645" y="154571"/>
                </a:lnTo>
                <a:lnTo>
                  <a:pt x="498335" y="152222"/>
                </a:lnTo>
                <a:lnTo>
                  <a:pt x="504151" y="148386"/>
                </a:lnTo>
                <a:lnTo>
                  <a:pt x="510527" y="143268"/>
                </a:lnTo>
                <a:close/>
              </a:path>
              <a:path w="788035" h="155575">
                <a:moveTo>
                  <a:pt x="626364" y="100584"/>
                </a:moveTo>
                <a:lnTo>
                  <a:pt x="623354" y="79629"/>
                </a:lnTo>
                <a:lnTo>
                  <a:pt x="614934" y="63246"/>
                </a:lnTo>
                <a:lnTo>
                  <a:pt x="601929" y="52578"/>
                </a:lnTo>
                <a:lnTo>
                  <a:pt x="594360" y="50863"/>
                </a:lnTo>
                <a:lnTo>
                  <a:pt x="594360" y="103632"/>
                </a:lnTo>
                <a:lnTo>
                  <a:pt x="593191" y="123634"/>
                </a:lnTo>
                <a:lnTo>
                  <a:pt x="589597" y="137922"/>
                </a:lnTo>
                <a:lnTo>
                  <a:pt x="583425" y="146494"/>
                </a:lnTo>
                <a:lnTo>
                  <a:pt x="574548" y="149352"/>
                </a:lnTo>
                <a:lnTo>
                  <a:pt x="563880" y="149352"/>
                </a:lnTo>
                <a:lnTo>
                  <a:pt x="559003" y="143256"/>
                </a:lnTo>
                <a:lnTo>
                  <a:pt x="557784" y="141732"/>
                </a:lnTo>
                <a:lnTo>
                  <a:pt x="557784" y="73152"/>
                </a:lnTo>
                <a:lnTo>
                  <a:pt x="562356" y="64008"/>
                </a:lnTo>
                <a:lnTo>
                  <a:pt x="566928" y="60960"/>
                </a:lnTo>
                <a:lnTo>
                  <a:pt x="574548" y="60960"/>
                </a:lnTo>
                <a:lnTo>
                  <a:pt x="583425" y="63563"/>
                </a:lnTo>
                <a:lnTo>
                  <a:pt x="589597" y="71437"/>
                </a:lnTo>
                <a:lnTo>
                  <a:pt x="593191" y="84759"/>
                </a:lnTo>
                <a:lnTo>
                  <a:pt x="594360" y="103632"/>
                </a:lnTo>
                <a:lnTo>
                  <a:pt x="594360" y="50863"/>
                </a:lnTo>
                <a:lnTo>
                  <a:pt x="585216" y="48768"/>
                </a:lnTo>
                <a:lnTo>
                  <a:pt x="577710" y="49390"/>
                </a:lnTo>
                <a:lnTo>
                  <a:pt x="570928" y="51435"/>
                </a:lnTo>
                <a:lnTo>
                  <a:pt x="564426" y="55206"/>
                </a:lnTo>
                <a:lnTo>
                  <a:pt x="557784" y="60960"/>
                </a:lnTo>
                <a:lnTo>
                  <a:pt x="557784" y="4572"/>
                </a:lnTo>
                <a:lnTo>
                  <a:pt x="516636" y="4572"/>
                </a:lnTo>
                <a:lnTo>
                  <a:pt x="516636" y="9144"/>
                </a:lnTo>
                <a:lnTo>
                  <a:pt x="525780" y="12192"/>
                </a:lnTo>
                <a:lnTo>
                  <a:pt x="527304" y="13716"/>
                </a:lnTo>
                <a:lnTo>
                  <a:pt x="527304" y="153924"/>
                </a:lnTo>
                <a:lnTo>
                  <a:pt x="530352" y="153924"/>
                </a:lnTo>
                <a:lnTo>
                  <a:pt x="548640" y="143256"/>
                </a:lnTo>
                <a:lnTo>
                  <a:pt x="555307" y="149021"/>
                </a:lnTo>
                <a:lnTo>
                  <a:pt x="561975" y="152781"/>
                </a:lnTo>
                <a:lnTo>
                  <a:pt x="569214" y="154838"/>
                </a:lnTo>
                <a:lnTo>
                  <a:pt x="577596" y="155448"/>
                </a:lnTo>
                <a:lnTo>
                  <a:pt x="597420" y="151384"/>
                </a:lnTo>
                <a:lnTo>
                  <a:pt x="600176" y="149352"/>
                </a:lnTo>
                <a:lnTo>
                  <a:pt x="612838" y="140017"/>
                </a:lnTo>
                <a:lnTo>
                  <a:pt x="622808" y="122669"/>
                </a:lnTo>
                <a:lnTo>
                  <a:pt x="626364" y="100584"/>
                </a:lnTo>
                <a:close/>
              </a:path>
              <a:path w="788035" h="155575">
                <a:moveTo>
                  <a:pt x="690372" y="146304"/>
                </a:moveTo>
                <a:lnTo>
                  <a:pt x="682752" y="146304"/>
                </a:lnTo>
                <a:lnTo>
                  <a:pt x="679704" y="141732"/>
                </a:lnTo>
                <a:lnTo>
                  <a:pt x="679704" y="4572"/>
                </a:lnTo>
                <a:lnTo>
                  <a:pt x="638556" y="4572"/>
                </a:lnTo>
                <a:lnTo>
                  <a:pt x="638556" y="9144"/>
                </a:lnTo>
                <a:lnTo>
                  <a:pt x="646176" y="10668"/>
                </a:lnTo>
                <a:lnTo>
                  <a:pt x="649224" y="13716"/>
                </a:lnTo>
                <a:lnTo>
                  <a:pt x="649224" y="141732"/>
                </a:lnTo>
                <a:lnTo>
                  <a:pt x="646176" y="146304"/>
                </a:lnTo>
                <a:lnTo>
                  <a:pt x="638556" y="146304"/>
                </a:lnTo>
                <a:lnTo>
                  <a:pt x="638556" y="152400"/>
                </a:lnTo>
                <a:lnTo>
                  <a:pt x="690372" y="152400"/>
                </a:lnTo>
                <a:lnTo>
                  <a:pt x="690372" y="146304"/>
                </a:lnTo>
                <a:close/>
              </a:path>
              <a:path w="788035" h="155575">
                <a:moveTo>
                  <a:pt x="787895" y="128016"/>
                </a:moveTo>
                <a:lnTo>
                  <a:pt x="781799" y="124968"/>
                </a:lnTo>
                <a:lnTo>
                  <a:pt x="775423" y="131851"/>
                </a:lnTo>
                <a:lnTo>
                  <a:pt x="769607" y="136588"/>
                </a:lnTo>
                <a:lnTo>
                  <a:pt x="763803" y="139331"/>
                </a:lnTo>
                <a:lnTo>
                  <a:pt x="757415" y="140208"/>
                </a:lnTo>
                <a:lnTo>
                  <a:pt x="749795" y="140208"/>
                </a:lnTo>
                <a:lnTo>
                  <a:pt x="731507" y="99060"/>
                </a:lnTo>
                <a:lnTo>
                  <a:pt x="786371" y="99060"/>
                </a:lnTo>
                <a:lnTo>
                  <a:pt x="785482" y="91440"/>
                </a:lnTo>
                <a:lnTo>
                  <a:pt x="769442" y="55841"/>
                </a:lnTo>
                <a:lnTo>
                  <a:pt x="758939" y="51054"/>
                </a:lnTo>
                <a:lnTo>
                  <a:pt x="758939" y="70104"/>
                </a:lnTo>
                <a:lnTo>
                  <a:pt x="758939" y="91440"/>
                </a:lnTo>
                <a:lnTo>
                  <a:pt x="729983" y="91440"/>
                </a:lnTo>
                <a:lnTo>
                  <a:pt x="731507" y="74155"/>
                </a:lnTo>
                <a:lnTo>
                  <a:pt x="734174" y="62865"/>
                </a:lnTo>
                <a:lnTo>
                  <a:pt x="738555" y="56730"/>
                </a:lnTo>
                <a:lnTo>
                  <a:pt x="745223" y="54864"/>
                </a:lnTo>
                <a:lnTo>
                  <a:pt x="751319" y="54864"/>
                </a:lnTo>
                <a:lnTo>
                  <a:pt x="755891" y="57912"/>
                </a:lnTo>
                <a:lnTo>
                  <a:pt x="757415" y="65532"/>
                </a:lnTo>
                <a:lnTo>
                  <a:pt x="758939" y="70104"/>
                </a:lnTo>
                <a:lnTo>
                  <a:pt x="758939" y="51054"/>
                </a:lnTo>
                <a:lnTo>
                  <a:pt x="754062" y="49606"/>
                </a:lnTo>
                <a:lnTo>
                  <a:pt x="745223" y="48768"/>
                </a:lnTo>
                <a:lnTo>
                  <a:pt x="726516" y="52603"/>
                </a:lnTo>
                <a:lnTo>
                  <a:pt x="712076" y="63436"/>
                </a:lnTo>
                <a:lnTo>
                  <a:pt x="702792" y="80276"/>
                </a:lnTo>
                <a:lnTo>
                  <a:pt x="699503" y="102108"/>
                </a:lnTo>
                <a:lnTo>
                  <a:pt x="702792" y="123952"/>
                </a:lnTo>
                <a:lnTo>
                  <a:pt x="712012" y="140665"/>
                </a:lnTo>
                <a:lnTo>
                  <a:pt x="726516" y="151625"/>
                </a:lnTo>
                <a:lnTo>
                  <a:pt x="745223" y="155448"/>
                </a:lnTo>
                <a:lnTo>
                  <a:pt x="756831" y="153949"/>
                </a:lnTo>
                <a:lnTo>
                  <a:pt x="767130" y="149161"/>
                </a:lnTo>
                <a:lnTo>
                  <a:pt x="777163" y="140665"/>
                </a:lnTo>
                <a:lnTo>
                  <a:pt x="777544" y="140208"/>
                </a:lnTo>
                <a:lnTo>
                  <a:pt x="787895" y="128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772412" y="4933187"/>
            <a:ext cx="660400" cy="196850"/>
          </a:xfrm>
          <a:custGeom>
            <a:avLst/>
            <a:gdLst/>
            <a:ahLst/>
            <a:cxnLst/>
            <a:rect l="l" t="t" r="r" b="b"/>
            <a:pathLst>
              <a:path w="660400" h="196850">
                <a:moveTo>
                  <a:pt x="153924" y="77736"/>
                </a:moveTo>
                <a:lnTo>
                  <a:pt x="148221" y="47180"/>
                </a:lnTo>
                <a:lnTo>
                  <a:pt x="132397" y="23063"/>
                </a:lnTo>
                <a:lnTo>
                  <a:pt x="115824" y="12192"/>
                </a:lnTo>
                <a:lnTo>
                  <a:pt x="115824" y="79260"/>
                </a:lnTo>
                <a:lnTo>
                  <a:pt x="113271" y="108610"/>
                </a:lnTo>
                <a:lnTo>
                  <a:pt x="105727" y="130124"/>
                </a:lnTo>
                <a:lnTo>
                  <a:pt x="93319" y="143332"/>
                </a:lnTo>
                <a:lnTo>
                  <a:pt x="76200" y="147840"/>
                </a:lnTo>
                <a:lnTo>
                  <a:pt x="59931" y="143332"/>
                </a:lnTo>
                <a:lnTo>
                  <a:pt x="40614" y="109169"/>
                </a:lnTo>
                <a:lnTo>
                  <a:pt x="38100" y="80784"/>
                </a:lnTo>
                <a:lnTo>
                  <a:pt x="38214" y="79260"/>
                </a:lnTo>
                <a:lnTo>
                  <a:pt x="38341" y="77736"/>
                </a:lnTo>
                <a:lnTo>
                  <a:pt x="40640" y="49657"/>
                </a:lnTo>
                <a:lnTo>
                  <a:pt x="48196" y="27254"/>
                </a:lnTo>
                <a:lnTo>
                  <a:pt x="60591" y="13703"/>
                </a:lnTo>
                <a:lnTo>
                  <a:pt x="77724" y="9156"/>
                </a:lnTo>
                <a:lnTo>
                  <a:pt x="93319" y="13893"/>
                </a:lnTo>
                <a:lnTo>
                  <a:pt x="105346" y="27635"/>
                </a:lnTo>
                <a:lnTo>
                  <a:pt x="113080" y="49657"/>
                </a:lnTo>
                <a:lnTo>
                  <a:pt x="115824" y="79260"/>
                </a:lnTo>
                <a:lnTo>
                  <a:pt x="115824" y="12192"/>
                </a:lnTo>
                <a:lnTo>
                  <a:pt x="111201" y="9156"/>
                </a:lnTo>
                <a:lnTo>
                  <a:pt x="108267" y="7226"/>
                </a:lnTo>
                <a:lnTo>
                  <a:pt x="77724" y="1536"/>
                </a:lnTo>
                <a:lnTo>
                  <a:pt x="46291" y="7226"/>
                </a:lnTo>
                <a:lnTo>
                  <a:pt x="21717" y="23063"/>
                </a:lnTo>
                <a:lnTo>
                  <a:pt x="5715" y="47180"/>
                </a:lnTo>
                <a:lnTo>
                  <a:pt x="0" y="77736"/>
                </a:lnTo>
                <a:lnTo>
                  <a:pt x="5473" y="109169"/>
                </a:lnTo>
                <a:lnTo>
                  <a:pt x="20955" y="133743"/>
                </a:lnTo>
                <a:lnTo>
                  <a:pt x="44996" y="149745"/>
                </a:lnTo>
                <a:lnTo>
                  <a:pt x="76200" y="155460"/>
                </a:lnTo>
                <a:lnTo>
                  <a:pt x="107632" y="149745"/>
                </a:lnTo>
                <a:lnTo>
                  <a:pt x="110553" y="147840"/>
                </a:lnTo>
                <a:lnTo>
                  <a:pt x="132207" y="133743"/>
                </a:lnTo>
                <a:lnTo>
                  <a:pt x="148209" y="109169"/>
                </a:lnTo>
                <a:lnTo>
                  <a:pt x="148297" y="108610"/>
                </a:lnTo>
                <a:lnTo>
                  <a:pt x="153924" y="77736"/>
                </a:lnTo>
                <a:close/>
              </a:path>
              <a:path w="660400" h="196850">
                <a:moveTo>
                  <a:pt x="257543" y="56388"/>
                </a:moveTo>
                <a:lnTo>
                  <a:pt x="249923" y="48768"/>
                </a:lnTo>
                <a:lnTo>
                  <a:pt x="239255" y="48768"/>
                </a:lnTo>
                <a:lnTo>
                  <a:pt x="231521" y="49936"/>
                </a:lnTo>
                <a:lnTo>
                  <a:pt x="224205" y="53530"/>
                </a:lnTo>
                <a:lnTo>
                  <a:pt x="217182" y="59702"/>
                </a:lnTo>
                <a:lnTo>
                  <a:pt x="210299" y="68580"/>
                </a:lnTo>
                <a:lnTo>
                  <a:pt x="210299" y="51816"/>
                </a:lnTo>
                <a:lnTo>
                  <a:pt x="169151" y="51816"/>
                </a:lnTo>
                <a:lnTo>
                  <a:pt x="169151" y="56388"/>
                </a:lnTo>
                <a:lnTo>
                  <a:pt x="178295" y="57912"/>
                </a:lnTo>
                <a:lnTo>
                  <a:pt x="179819" y="60960"/>
                </a:lnTo>
                <a:lnTo>
                  <a:pt x="179819" y="141732"/>
                </a:lnTo>
                <a:lnTo>
                  <a:pt x="178295" y="144780"/>
                </a:lnTo>
                <a:lnTo>
                  <a:pt x="169151" y="146304"/>
                </a:lnTo>
                <a:lnTo>
                  <a:pt x="169151" y="152400"/>
                </a:lnTo>
                <a:lnTo>
                  <a:pt x="227063" y="152400"/>
                </a:lnTo>
                <a:lnTo>
                  <a:pt x="227063" y="146304"/>
                </a:lnTo>
                <a:lnTo>
                  <a:pt x="213347" y="146304"/>
                </a:lnTo>
                <a:lnTo>
                  <a:pt x="210299" y="143256"/>
                </a:lnTo>
                <a:lnTo>
                  <a:pt x="210299" y="76200"/>
                </a:lnTo>
                <a:lnTo>
                  <a:pt x="216395" y="67056"/>
                </a:lnTo>
                <a:lnTo>
                  <a:pt x="225539" y="67056"/>
                </a:lnTo>
                <a:lnTo>
                  <a:pt x="230111" y="71628"/>
                </a:lnTo>
                <a:lnTo>
                  <a:pt x="234683" y="77724"/>
                </a:lnTo>
                <a:lnTo>
                  <a:pt x="237731" y="79248"/>
                </a:lnTo>
                <a:lnTo>
                  <a:pt x="251447" y="79248"/>
                </a:lnTo>
                <a:lnTo>
                  <a:pt x="257543" y="73152"/>
                </a:lnTo>
                <a:lnTo>
                  <a:pt x="257543" y="65532"/>
                </a:lnTo>
                <a:lnTo>
                  <a:pt x="257543" y="56388"/>
                </a:lnTo>
                <a:close/>
              </a:path>
              <a:path w="660400" h="196850">
                <a:moveTo>
                  <a:pt x="306311" y="7620"/>
                </a:moveTo>
                <a:lnTo>
                  <a:pt x="298691" y="0"/>
                </a:lnTo>
                <a:lnTo>
                  <a:pt x="280403" y="0"/>
                </a:lnTo>
                <a:lnTo>
                  <a:pt x="272783" y="7620"/>
                </a:lnTo>
                <a:lnTo>
                  <a:pt x="272783" y="27432"/>
                </a:lnTo>
                <a:lnTo>
                  <a:pt x="280403" y="33528"/>
                </a:lnTo>
                <a:lnTo>
                  <a:pt x="298691" y="33528"/>
                </a:lnTo>
                <a:lnTo>
                  <a:pt x="306311" y="27432"/>
                </a:lnTo>
                <a:lnTo>
                  <a:pt x="306311" y="7620"/>
                </a:lnTo>
                <a:close/>
              </a:path>
              <a:path w="660400" h="196850">
                <a:moveTo>
                  <a:pt x="315455" y="146304"/>
                </a:moveTo>
                <a:lnTo>
                  <a:pt x="307835" y="144780"/>
                </a:lnTo>
                <a:lnTo>
                  <a:pt x="304787" y="141732"/>
                </a:lnTo>
                <a:lnTo>
                  <a:pt x="304787" y="51816"/>
                </a:lnTo>
                <a:lnTo>
                  <a:pt x="262115" y="51816"/>
                </a:lnTo>
                <a:lnTo>
                  <a:pt x="262115" y="56388"/>
                </a:lnTo>
                <a:lnTo>
                  <a:pt x="272783" y="59436"/>
                </a:lnTo>
                <a:lnTo>
                  <a:pt x="274307" y="60960"/>
                </a:lnTo>
                <a:lnTo>
                  <a:pt x="274307" y="141732"/>
                </a:lnTo>
                <a:lnTo>
                  <a:pt x="272783" y="144780"/>
                </a:lnTo>
                <a:lnTo>
                  <a:pt x="262115" y="146304"/>
                </a:lnTo>
                <a:lnTo>
                  <a:pt x="262115" y="152400"/>
                </a:lnTo>
                <a:lnTo>
                  <a:pt x="315455" y="152400"/>
                </a:lnTo>
                <a:lnTo>
                  <a:pt x="315455" y="146304"/>
                </a:lnTo>
                <a:close/>
              </a:path>
              <a:path w="660400" h="196850">
                <a:moveTo>
                  <a:pt x="425196" y="53340"/>
                </a:moveTo>
                <a:lnTo>
                  <a:pt x="396240" y="53340"/>
                </a:lnTo>
                <a:lnTo>
                  <a:pt x="387096" y="50292"/>
                </a:lnTo>
                <a:lnTo>
                  <a:pt x="387096" y="83820"/>
                </a:lnTo>
                <a:lnTo>
                  <a:pt x="386207" y="97345"/>
                </a:lnTo>
                <a:lnTo>
                  <a:pt x="383476" y="106299"/>
                </a:lnTo>
                <a:lnTo>
                  <a:pt x="378726" y="111252"/>
                </a:lnTo>
                <a:lnTo>
                  <a:pt x="371856" y="112776"/>
                </a:lnTo>
                <a:lnTo>
                  <a:pt x="365201" y="111252"/>
                </a:lnTo>
                <a:lnTo>
                  <a:pt x="360997" y="106299"/>
                </a:lnTo>
                <a:lnTo>
                  <a:pt x="358775" y="97345"/>
                </a:lnTo>
                <a:lnTo>
                  <a:pt x="358140" y="83820"/>
                </a:lnTo>
                <a:lnTo>
                  <a:pt x="358990" y="70294"/>
                </a:lnTo>
                <a:lnTo>
                  <a:pt x="361569" y="61341"/>
                </a:lnTo>
                <a:lnTo>
                  <a:pt x="365848" y="56388"/>
                </a:lnTo>
                <a:lnTo>
                  <a:pt x="371856" y="54864"/>
                </a:lnTo>
                <a:lnTo>
                  <a:pt x="378726" y="56388"/>
                </a:lnTo>
                <a:lnTo>
                  <a:pt x="383476" y="61341"/>
                </a:lnTo>
                <a:lnTo>
                  <a:pt x="386207" y="70294"/>
                </a:lnTo>
                <a:lnTo>
                  <a:pt x="386295" y="71628"/>
                </a:lnTo>
                <a:lnTo>
                  <a:pt x="387096" y="83820"/>
                </a:lnTo>
                <a:lnTo>
                  <a:pt x="387096" y="50292"/>
                </a:lnTo>
                <a:lnTo>
                  <a:pt x="381000" y="48768"/>
                </a:lnTo>
                <a:lnTo>
                  <a:pt x="371856" y="48768"/>
                </a:lnTo>
                <a:lnTo>
                  <a:pt x="354012" y="51244"/>
                </a:lnTo>
                <a:lnTo>
                  <a:pt x="340042" y="58293"/>
                </a:lnTo>
                <a:lnTo>
                  <a:pt x="330911" y="69342"/>
                </a:lnTo>
                <a:lnTo>
                  <a:pt x="327660" y="83820"/>
                </a:lnTo>
                <a:lnTo>
                  <a:pt x="327660" y="91440"/>
                </a:lnTo>
                <a:lnTo>
                  <a:pt x="355092" y="117348"/>
                </a:lnTo>
                <a:lnTo>
                  <a:pt x="343966" y="122237"/>
                </a:lnTo>
                <a:lnTo>
                  <a:pt x="335851" y="127825"/>
                </a:lnTo>
                <a:lnTo>
                  <a:pt x="330873" y="134289"/>
                </a:lnTo>
                <a:lnTo>
                  <a:pt x="329184" y="141732"/>
                </a:lnTo>
                <a:lnTo>
                  <a:pt x="329895" y="147815"/>
                </a:lnTo>
                <a:lnTo>
                  <a:pt x="332613" y="152590"/>
                </a:lnTo>
                <a:lnTo>
                  <a:pt x="338175" y="156527"/>
                </a:lnTo>
                <a:lnTo>
                  <a:pt x="347472" y="160020"/>
                </a:lnTo>
                <a:lnTo>
                  <a:pt x="338340" y="162001"/>
                </a:lnTo>
                <a:lnTo>
                  <a:pt x="331660" y="165544"/>
                </a:lnTo>
                <a:lnTo>
                  <a:pt x="327533" y="170522"/>
                </a:lnTo>
                <a:lnTo>
                  <a:pt x="327494" y="170688"/>
                </a:lnTo>
                <a:lnTo>
                  <a:pt x="326136" y="176784"/>
                </a:lnTo>
                <a:lnTo>
                  <a:pt x="329184" y="185674"/>
                </a:lnTo>
                <a:lnTo>
                  <a:pt x="337947" y="191833"/>
                </a:lnTo>
                <a:lnTo>
                  <a:pt x="351853" y="195440"/>
                </a:lnTo>
                <a:lnTo>
                  <a:pt x="370332" y="196596"/>
                </a:lnTo>
                <a:lnTo>
                  <a:pt x="394335" y="194576"/>
                </a:lnTo>
                <a:lnTo>
                  <a:pt x="405650" y="190500"/>
                </a:lnTo>
                <a:lnTo>
                  <a:pt x="411480" y="188404"/>
                </a:lnTo>
                <a:lnTo>
                  <a:pt x="421767" y="177952"/>
                </a:lnTo>
                <a:lnTo>
                  <a:pt x="425196" y="163068"/>
                </a:lnTo>
                <a:lnTo>
                  <a:pt x="422719" y="151955"/>
                </a:lnTo>
                <a:lnTo>
                  <a:pt x="415671" y="143827"/>
                </a:lnTo>
                <a:lnTo>
                  <a:pt x="408432" y="140576"/>
                </a:lnTo>
                <a:lnTo>
                  <a:pt x="408432" y="166116"/>
                </a:lnTo>
                <a:lnTo>
                  <a:pt x="408432" y="173736"/>
                </a:lnTo>
                <a:lnTo>
                  <a:pt x="406184" y="180860"/>
                </a:lnTo>
                <a:lnTo>
                  <a:pt x="399669" y="186118"/>
                </a:lnTo>
                <a:lnTo>
                  <a:pt x="389140" y="189382"/>
                </a:lnTo>
                <a:lnTo>
                  <a:pt x="374904" y="190500"/>
                </a:lnTo>
                <a:lnTo>
                  <a:pt x="361734" y="189382"/>
                </a:lnTo>
                <a:lnTo>
                  <a:pt x="361950" y="189382"/>
                </a:lnTo>
                <a:lnTo>
                  <a:pt x="352996" y="186309"/>
                </a:lnTo>
                <a:lnTo>
                  <a:pt x="347675" y="181508"/>
                </a:lnTo>
                <a:lnTo>
                  <a:pt x="345948" y="175260"/>
                </a:lnTo>
                <a:lnTo>
                  <a:pt x="346024" y="170522"/>
                </a:lnTo>
                <a:lnTo>
                  <a:pt x="347472" y="167640"/>
                </a:lnTo>
                <a:lnTo>
                  <a:pt x="353568" y="163068"/>
                </a:lnTo>
                <a:lnTo>
                  <a:pt x="402336" y="163068"/>
                </a:lnTo>
                <a:lnTo>
                  <a:pt x="408432" y="166116"/>
                </a:lnTo>
                <a:lnTo>
                  <a:pt x="408432" y="140576"/>
                </a:lnTo>
                <a:lnTo>
                  <a:pt x="404622" y="138861"/>
                </a:lnTo>
                <a:lnTo>
                  <a:pt x="390144" y="137160"/>
                </a:lnTo>
                <a:lnTo>
                  <a:pt x="358140" y="137160"/>
                </a:lnTo>
                <a:lnTo>
                  <a:pt x="353568" y="135636"/>
                </a:lnTo>
                <a:lnTo>
                  <a:pt x="353568" y="123444"/>
                </a:lnTo>
                <a:lnTo>
                  <a:pt x="359664" y="118872"/>
                </a:lnTo>
                <a:lnTo>
                  <a:pt x="388620" y="118872"/>
                </a:lnTo>
                <a:lnTo>
                  <a:pt x="393192" y="117348"/>
                </a:lnTo>
                <a:lnTo>
                  <a:pt x="416052" y="86868"/>
                </a:lnTo>
                <a:lnTo>
                  <a:pt x="416052" y="77724"/>
                </a:lnTo>
                <a:lnTo>
                  <a:pt x="413004" y="71628"/>
                </a:lnTo>
                <a:lnTo>
                  <a:pt x="406908" y="65532"/>
                </a:lnTo>
                <a:lnTo>
                  <a:pt x="425196" y="65532"/>
                </a:lnTo>
                <a:lnTo>
                  <a:pt x="425196" y="54864"/>
                </a:lnTo>
                <a:lnTo>
                  <a:pt x="425196" y="53340"/>
                </a:lnTo>
                <a:close/>
              </a:path>
              <a:path w="660400" h="196850">
                <a:moveTo>
                  <a:pt x="475488" y="7620"/>
                </a:moveTo>
                <a:lnTo>
                  <a:pt x="469392" y="0"/>
                </a:lnTo>
                <a:lnTo>
                  <a:pt x="449580" y="0"/>
                </a:lnTo>
                <a:lnTo>
                  <a:pt x="443484" y="7620"/>
                </a:lnTo>
                <a:lnTo>
                  <a:pt x="443484" y="27432"/>
                </a:lnTo>
                <a:lnTo>
                  <a:pt x="449580" y="33528"/>
                </a:lnTo>
                <a:lnTo>
                  <a:pt x="469392" y="33528"/>
                </a:lnTo>
                <a:lnTo>
                  <a:pt x="475488" y="27432"/>
                </a:lnTo>
                <a:lnTo>
                  <a:pt x="475488" y="7620"/>
                </a:lnTo>
                <a:close/>
              </a:path>
              <a:path w="660400" h="196850">
                <a:moveTo>
                  <a:pt x="484632" y="146304"/>
                </a:moveTo>
                <a:lnTo>
                  <a:pt x="477012" y="144780"/>
                </a:lnTo>
                <a:lnTo>
                  <a:pt x="473964" y="141732"/>
                </a:lnTo>
                <a:lnTo>
                  <a:pt x="473964" y="51816"/>
                </a:lnTo>
                <a:lnTo>
                  <a:pt x="432816" y="51816"/>
                </a:lnTo>
                <a:lnTo>
                  <a:pt x="432816" y="56388"/>
                </a:lnTo>
                <a:lnTo>
                  <a:pt x="441960" y="59436"/>
                </a:lnTo>
                <a:lnTo>
                  <a:pt x="445008" y="60960"/>
                </a:lnTo>
                <a:lnTo>
                  <a:pt x="445008" y="141732"/>
                </a:lnTo>
                <a:lnTo>
                  <a:pt x="443484" y="144780"/>
                </a:lnTo>
                <a:lnTo>
                  <a:pt x="432816" y="146304"/>
                </a:lnTo>
                <a:lnTo>
                  <a:pt x="432816" y="152400"/>
                </a:lnTo>
                <a:lnTo>
                  <a:pt x="484632" y="152400"/>
                </a:lnTo>
                <a:lnTo>
                  <a:pt x="484632" y="146304"/>
                </a:lnTo>
                <a:close/>
              </a:path>
              <a:path w="660400" h="196850">
                <a:moveTo>
                  <a:pt x="606539" y="146304"/>
                </a:moveTo>
                <a:lnTo>
                  <a:pt x="598919" y="146304"/>
                </a:lnTo>
                <a:lnTo>
                  <a:pt x="595871" y="143256"/>
                </a:lnTo>
                <a:lnTo>
                  <a:pt x="595871" y="79248"/>
                </a:lnTo>
                <a:lnTo>
                  <a:pt x="593928" y="66776"/>
                </a:lnTo>
                <a:lnTo>
                  <a:pt x="591400" y="62484"/>
                </a:lnTo>
                <a:lnTo>
                  <a:pt x="588251" y="57150"/>
                </a:lnTo>
                <a:lnTo>
                  <a:pt x="579158" y="50965"/>
                </a:lnTo>
                <a:lnTo>
                  <a:pt x="566915" y="48768"/>
                </a:lnTo>
                <a:lnTo>
                  <a:pt x="558088" y="49911"/>
                </a:lnTo>
                <a:lnTo>
                  <a:pt x="549960" y="53340"/>
                </a:lnTo>
                <a:lnTo>
                  <a:pt x="542709" y="59055"/>
                </a:lnTo>
                <a:lnTo>
                  <a:pt x="536435" y="67056"/>
                </a:lnTo>
                <a:lnTo>
                  <a:pt x="536435" y="51816"/>
                </a:lnTo>
                <a:lnTo>
                  <a:pt x="495287" y="51816"/>
                </a:lnTo>
                <a:lnTo>
                  <a:pt x="495287" y="56388"/>
                </a:lnTo>
                <a:lnTo>
                  <a:pt x="504431" y="57912"/>
                </a:lnTo>
                <a:lnTo>
                  <a:pt x="507479" y="60960"/>
                </a:lnTo>
                <a:lnTo>
                  <a:pt x="507479" y="143256"/>
                </a:lnTo>
                <a:lnTo>
                  <a:pt x="504431" y="144780"/>
                </a:lnTo>
                <a:lnTo>
                  <a:pt x="495287" y="146304"/>
                </a:lnTo>
                <a:lnTo>
                  <a:pt x="495287" y="152400"/>
                </a:lnTo>
                <a:lnTo>
                  <a:pt x="547103" y="152400"/>
                </a:lnTo>
                <a:lnTo>
                  <a:pt x="547103" y="146304"/>
                </a:lnTo>
                <a:lnTo>
                  <a:pt x="539483" y="144780"/>
                </a:lnTo>
                <a:lnTo>
                  <a:pt x="536435" y="141732"/>
                </a:lnTo>
                <a:lnTo>
                  <a:pt x="536435" y="76200"/>
                </a:lnTo>
                <a:lnTo>
                  <a:pt x="537959" y="73152"/>
                </a:lnTo>
                <a:lnTo>
                  <a:pt x="541007" y="71628"/>
                </a:lnTo>
                <a:lnTo>
                  <a:pt x="544436" y="67056"/>
                </a:lnTo>
                <a:lnTo>
                  <a:pt x="545579" y="65532"/>
                </a:lnTo>
                <a:lnTo>
                  <a:pt x="550151" y="62484"/>
                </a:lnTo>
                <a:lnTo>
                  <a:pt x="562343" y="62484"/>
                </a:lnTo>
                <a:lnTo>
                  <a:pt x="566915" y="68580"/>
                </a:lnTo>
                <a:lnTo>
                  <a:pt x="566915" y="141732"/>
                </a:lnTo>
                <a:lnTo>
                  <a:pt x="563867" y="146304"/>
                </a:lnTo>
                <a:lnTo>
                  <a:pt x="556247" y="146304"/>
                </a:lnTo>
                <a:lnTo>
                  <a:pt x="556247" y="152400"/>
                </a:lnTo>
                <a:lnTo>
                  <a:pt x="606539" y="152400"/>
                </a:lnTo>
                <a:lnTo>
                  <a:pt x="606539" y="146304"/>
                </a:lnTo>
                <a:close/>
              </a:path>
              <a:path w="660400" h="196850">
                <a:moveTo>
                  <a:pt x="659892" y="143268"/>
                </a:moveTo>
                <a:lnTo>
                  <a:pt x="658266" y="133667"/>
                </a:lnTo>
                <a:lnTo>
                  <a:pt x="653796" y="125933"/>
                </a:lnTo>
                <a:lnTo>
                  <a:pt x="647026" y="120764"/>
                </a:lnTo>
                <a:lnTo>
                  <a:pt x="638556" y="118884"/>
                </a:lnTo>
                <a:lnTo>
                  <a:pt x="630555" y="120230"/>
                </a:lnTo>
                <a:lnTo>
                  <a:pt x="624840" y="124028"/>
                </a:lnTo>
                <a:lnTo>
                  <a:pt x="621411" y="129806"/>
                </a:lnTo>
                <a:lnTo>
                  <a:pt x="620268" y="137172"/>
                </a:lnTo>
                <a:lnTo>
                  <a:pt x="620268" y="146316"/>
                </a:lnTo>
                <a:lnTo>
                  <a:pt x="626364" y="153936"/>
                </a:lnTo>
                <a:lnTo>
                  <a:pt x="640080" y="153936"/>
                </a:lnTo>
                <a:lnTo>
                  <a:pt x="640080" y="152412"/>
                </a:lnTo>
                <a:lnTo>
                  <a:pt x="643128" y="152412"/>
                </a:lnTo>
                <a:lnTo>
                  <a:pt x="644652" y="155460"/>
                </a:lnTo>
                <a:lnTo>
                  <a:pt x="644652" y="158508"/>
                </a:lnTo>
                <a:lnTo>
                  <a:pt x="643216" y="164528"/>
                </a:lnTo>
                <a:lnTo>
                  <a:pt x="638937" y="171272"/>
                </a:lnTo>
                <a:lnTo>
                  <a:pt x="631786" y="178866"/>
                </a:lnTo>
                <a:lnTo>
                  <a:pt x="621792" y="187464"/>
                </a:lnTo>
                <a:lnTo>
                  <a:pt x="623316" y="192036"/>
                </a:lnTo>
                <a:lnTo>
                  <a:pt x="639953" y="180771"/>
                </a:lnTo>
                <a:lnTo>
                  <a:pt x="651319" y="169367"/>
                </a:lnTo>
                <a:lnTo>
                  <a:pt x="657809" y="157099"/>
                </a:lnTo>
                <a:lnTo>
                  <a:pt x="659892" y="1432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496312" y="4937759"/>
            <a:ext cx="573405" cy="187960"/>
          </a:xfrm>
          <a:custGeom>
            <a:avLst/>
            <a:gdLst/>
            <a:ahLst/>
            <a:cxnLst/>
            <a:rect l="l" t="t" r="r" b="b"/>
            <a:pathLst>
              <a:path w="573405" h="187960">
                <a:moveTo>
                  <a:pt x="150876" y="12"/>
                </a:moveTo>
                <a:lnTo>
                  <a:pt x="103632" y="12"/>
                </a:lnTo>
                <a:lnTo>
                  <a:pt x="103632" y="4584"/>
                </a:lnTo>
                <a:lnTo>
                  <a:pt x="118872" y="6108"/>
                </a:lnTo>
                <a:lnTo>
                  <a:pt x="121920" y="7632"/>
                </a:lnTo>
                <a:lnTo>
                  <a:pt x="121920" y="21348"/>
                </a:lnTo>
                <a:lnTo>
                  <a:pt x="117348" y="30492"/>
                </a:lnTo>
                <a:lnTo>
                  <a:pt x="89916" y="102120"/>
                </a:lnTo>
                <a:lnTo>
                  <a:pt x="59436" y="28968"/>
                </a:lnTo>
                <a:lnTo>
                  <a:pt x="56388" y="19824"/>
                </a:lnTo>
                <a:lnTo>
                  <a:pt x="54864" y="16776"/>
                </a:lnTo>
                <a:lnTo>
                  <a:pt x="54864" y="9156"/>
                </a:lnTo>
                <a:lnTo>
                  <a:pt x="57912" y="6108"/>
                </a:lnTo>
                <a:lnTo>
                  <a:pt x="70104" y="6108"/>
                </a:lnTo>
                <a:lnTo>
                  <a:pt x="73152" y="4584"/>
                </a:lnTo>
                <a:lnTo>
                  <a:pt x="73152" y="12"/>
                </a:lnTo>
                <a:lnTo>
                  <a:pt x="0" y="12"/>
                </a:lnTo>
                <a:lnTo>
                  <a:pt x="0" y="4584"/>
                </a:lnTo>
                <a:lnTo>
                  <a:pt x="10668" y="6108"/>
                </a:lnTo>
                <a:lnTo>
                  <a:pt x="13716" y="9156"/>
                </a:lnTo>
                <a:lnTo>
                  <a:pt x="74676" y="150888"/>
                </a:lnTo>
                <a:lnTo>
                  <a:pt x="80772" y="150888"/>
                </a:lnTo>
                <a:lnTo>
                  <a:pt x="134366" y="14439"/>
                </a:lnTo>
                <a:lnTo>
                  <a:pt x="138112" y="9156"/>
                </a:lnTo>
                <a:lnTo>
                  <a:pt x="143268" y="6146"/>
                </a:lnTo>
                <a:lnTo>
                  <a:pt x="150876" y="4584"/>
                </a:lnTo>
                <a:lnTo>
                  <a:pt x="150876" y="12"/>
                </a:lnTo>
                <a:close/>
              </a:path>
              <a:path w="573405" h="187960">
                <a:moveTo>
                  <a:pt x="242303" y="138696"/>
                </a:moveTo>
                <a:lnTo>
                  <a:pt x="241287" y="137172"/>
                </a:lnTo>
                <a:lnTo>
                  <a:pt x="239255" y="134124"/>
                </a:lnTo>
                <a:lnTo>
                  <a:pt x="236207" y="137172"/>
                </a:lnTo>
                <a:lnTo>
                  <a:pt x="231635" y="137172"/>
                </a:lnTo>
                <a:lnTo>
                  <a:pt x="230111" y="135648"/>
                </a:lnTo>
                <a:lnTo>
                  <a:pt x="230111" y="94500"/>
                </a:lnTo>
                <a:lnTo>
                  <a:pt x="230111" y="74688"/>
                </a:lnTo>
                <a:lnTo>
                  <a:pt x="227088" y="61556"/>
                </a:lnTo>
                <a:lnTo>
                  <a:pt x="218490" y="52019"/>
                </a:lnTo>
                <a:lnTo>
                  <a:pt x="214541" y="50304"/>
                </a:lnTo>
                <a:lnTo>
                  <a:pt x="204927" y="46126"/>
                </a:lnTo>
                <a:lnTo>
                  <a:pt x="204622" y="46126"/>
                </a:lnTo>
                <a:lnTo>
                  <a:pt x="187439" y="44208"/>
                </a:lnTo>
                <a:lnTo>
                  <a:pt x="169849" y="46126"/>
                </a:lnTo>
                <a:lnTo>
                  <a:pt x="156387" y="51638"/>
                </a:lnTo>
                <a:lnTo>
                  <a:pt x="147802" y="60274"/>
                </a:lnTo>
                <a:lnTo>
                  <a:pt x="144767" y="71640"/>
                </a:lnTo>
                <a:lnTo>
                  <a:pt x="144767" y="80784"/>
                </a:lnTo>
                <a:lnTo>
                  <a:pt x="150863" y="86880"/>
                </a:lnTo>
                <a:lnTo>
                  <a:pt x="169151" y="86880"/>
                </a:lnTo>
                <a:lnTo>
                  <a:pt x="175247" y="80784"/>
                </a:lnTo>
                <a:lnTo>
                  <a:pt x="175247" y="70116"/>
                </a:lnTo>
                <a:lnTo>
                  <a:pt x="173723" y="67068"/>
                </a:lnTo>
                <a:lnTo>
                  <a:pt x="170675" y="64020"/>
                </a:lnTo>
                <a:lnTo>
                  <a:pt x="169151" y="60972"/>
                </a:lnTo>
                <a:lnTo>
                  <a:pt x="167627" y="59448"/>
                </a:lnTo>
                <a:lnTo>
                  <a:pt x="167627" y="53352"/>
                </a:lnTo>
                <a:lnTo>
                  <a:pt x="173723" y="50304"/>
                </a:lnTo>
                <a:lnTo>
                  <a:pt x="181343" y="50304"/>
                </a:lnTo>
                <a:lnTo>
                  <a:pt x="190233" y="51460"/>
                </a:lnTo>
                <a:lnTo>
                  <a:pt x="196392" y="55067"/>
                </a:lnTo>
                <a:lnTo>
                  <a:pt x="199999" y="61226"/>
                </a:lnTo>
                <a:lnTo>
                  <a:pt x="200037" y="61556"/>
                </a:lnTo>
                <a:lnTo>
                  <a:pt x="201155" y="70116"/>
                </a:lnTo>
                <a:lnTo>
                  <a:pt x="201155" y="86880"/>
                </a:lnTo>
                <a:lnTo>
                  <a:pt x="199631" y="87337"/>
                </a:lnTo>
                <a:lnTo>
                  <a:pt x="199631" y="94500"/>
                </a:lnTo>
                <a:lnTo>
                  <a:pt x="199631" y="126504"/>
                </a:lnTo>
                <a:lnTo>
                  <a:pt x="195059" y="132600"/>
                </a:lnTo>
                <a:lnTo>
                  <a:pt x="190487" y="135648"/>
                </a:lnTo>
                <a:lnTo>
                  <a:pt x="178295" y="135648"/>
                </a:lnTo>
                <a:lnTo>
                  <a:pt x="173723" y="129552"/>
                </a:lnTo>
                <a:lnTo>
                  <a:pt x="173723" y="120408"/>
                </a:lnTo>
                <a:lnTo>
                  <a:pt x="175425" y="111848"/>
                </a:lnTo>
                <a:lnTo>
                  <a:pt x="180390" y="104597"/>
                </a:lnTo>
                <a:lnTo>
                  <a:pt x="188518" y="98755"/>
                </a:lnTo>
                <a:lnTo>
                  <a:pt x="199631" y="94500"/>
                </a:lnTo>
                <a:lnTo>
                  <a:pt x="199631" y="87337"/>
                </a:lnTo>
                <a:lnTo>
                  <a:pt x="162801" y="99517"/>
                </a:lnTo>
                <a:lnTo>
                  <a:pt x="141719" y="128028"/>
                </a:lnTo>
                <a:lnTo>
                  <a:pt x="143611" y="136740"/>
                </a:lnTo>
                <a:lnTo>
                  <a:pt x="148767" y="144030"/>
                </a:lnTo>
                <a:lnTo>
                  <a:pt x="156514" y="149021"/>
                </a:lnTo>
                <a:lnTo>
                  <a:pt x="166103" y="150888"/>
                </a:lnTo>
                <a:lnTo>
                  <a:pt x="175018" y="149999"/>
                </a:lnTo>
                <a:lnTo>
                  <a:pt x="183629" y="147269"/>
                </a:lnTo>
                <a:lnTo>
                  <a:pt x="192252" y="142519"/>
                </a:lnTo>
                <a:lnTo>
                  <a:pt x="201155" y="135648"/>
                </a:lnTo>
                <a:lnTo>
                  <a:pt x="202679" y="146316"/>
                </a:lnTo>
                <a:lnTo>
                  <a:pt x="207251" y="150888"/>
                </a:lnTo>
                <a:lnTo>
                  <a:pt x="217919" y="150888"/>
                </a:lnTo>
                <a:lnTo>
                  <a:pt x="224904" y="149999"/>
                </a:lnTo>
                <a:lnTo>
                  <a:pt x="224637" y="149999"/>
                </a:lnTo>
                <a:lnTo>
                  <a:pt x="230682" y="147650"/>
                </a:lnTo>
                <a:lnTo>
                  <a:pt x="236575" y="143814"/>
                </a:lnTo>
                <a:lnTo>
                  <a:pt x="242303" y="138696"/>
                </a:lnTo>
                <a:close/>
              </a:path>
              <a:path w="573405" h="187960">
                <a:moveTo>
                  <a:pt x="301752" y="141732"/>
                </a:moveTo>
                <a:lnTo>
                  <a:pt x="294132" y="141732"/>
                </a:lnTo>
                <a:lnTo>
                  <a:pt x="291084" y="137160"/>
                </a:lnTo>
                <a:lnTo>
                  <a:pt x="291084" y="0"/>
                </a:lnTo>
                <a:lnTo>
                  <a:pt x="249936" y="0"/>
                </a:lnTo>
                <a:lnTo>
                  <a:pt x="249936" y="4572"/>
                </a:lnTo>
                <a:lnTo>
                  <a:pt x="257556" y="6096"/>
                </a:lnTo>
                <a:lnTo>
                  <a:pt x="260604" y="9144"/>
                </a:lnTo>
                <a:lnTo>
                  <a:pt x="260604" y="137160"/>
                </a:lnTo>
                <a:lnTo>
                  <a:pt x="257556" y="141732"/>
                </a:lnTo>
                <a:lnTo>
                  <a:pt x="249936" y="141732"/>
                </a:lnTo>
                <a:lnTo>
                  <a:pt x="249936" y="147828"/>
                </a:lnTo>
                <a:lnTo>
                  <a:pt x="301752" y="147828"/>
                </a:lnTo>
                <a:lnTo>
                  <a:pt x="301752" y="141732"/>
                </a:lnTo>
                <a:close/>
              </a:path>
              <a:path w="573405" h="187960">
                <a:moveTo>
                  <a:pt x="423659" y="137172"/>
                </a:moveTo>
                <a:lnTo>
                  <a:pt x="414515" y="137172"/>
                </a:lnTo>
                <a:lnTo>
                  <a:pt x="411467" y="134124"/>
                </a:lnTo>
                <a:lnTo>
                  <a:pt x="411467" y="47256"/>
                </a:lnTo>
                <a:lnTo>
                  <a:pt x="367271" y="47256"/>
                </a:lnTo>
                <a:lnTo>
                  <a:pt x="367271" y="51828"/>
                </a:lnTo>
                <a:lnTo>
                  <a:pt x="377939" y="53352"/>
                </a:lnTo>
                <a:lnTo>
                  <a:pt x="380987" y="56400"/>
                </a:lnTo>
                <a:lnTo>
                  <a:pt x="380987" y="126504"/>
                </a:lnTo>
                <a:lnTo>
                  <a:pt x="373367" y="134124"/>
                </a:lnTo>
                <a:lnTo>
                  <a:pt x="368795" y="137172"/>
                </a:lnTo>
                <a:lnTo>
                  <a:pt x="353555" y="137172"/>
                </a:lnTo>
                <a:lnTo>
                  <a:pt x="350507" y="132600"/>
                </a:lnTo>
                <a:lnTo>
                  <a:pt x="350507" y="47256"/>
                </a:lnTo>
                <a:lnTo>
                  <a:pt x="309359" y="47256"/>
                </a:lnTo>
                <a:lnTo>
                  <a:pt x="309359" y="51828"/>
                </a:lnTo>
                <a:lnTo>
                  <a:pt x="318503" y="54876"/>
                </a:lnTo>
                <a:lnTo>
                  <a:pt x="320027" y="56400"/>
                </a:lnTo>
                <a:lnTo>
                  <a:pt x="320027" y="120408"/>
                </a:lnTo>
                <a:lnTo>
                  <a:pt x="321983" y="132880"/>
                </a:lnTo>
                <a:lnTo>
                  <a:pt x="327647" y="142506"/>
                </a:lnTo>
                <a:lnTo>
                  <a:pt x="336753" y="148691"/>
                </a:lnTo>
                <a:lnTo>
                  <a:pt x="348983" y="150888"/>
                </a:lnTo>
                <a:lnTo>
                  <a:pt x="357416" y="150025"/>
                </a:lnTo>
                <a:lnTo>
                  <a:pt x="364985" y="147459"/>
                </a:lnTo>
                <a:lnTo>
                  <a:pt x="372567" y="143167"/>
                </a:lnTo>
                <a:lnTo>
                  <a:pt x="380987" y="137172"/>
                </a:lnTo>
                <a:lnTo>
                  <a:pt x="380987" y="149364"/>
                </a:lnTo>
                <a:lnTo>
                  <a:pt x="387451" y="147574"/>
                </a:lnTo>
                <a:lnTo>
                  <a:pt x="393750" y="146507"/>
                </a:lnTo>
                <a:lnTo>
                  <a:pt x="423659" y="143268"/>
                </a:lnTo>
                <a:lnTo>
                  <a:pt x="423659" y="137172"/>
                </a:lnTo>
                <a:close/>
              </a:path>
              <a:path w="573405" h="187960">
                <a:moveTo>
                  <a:pt x="519684" y="94488"/>
                </a:moveTo>
                <a:lnTo>
                  <a:pt x="518769" y="86868"/>
                </a:lnTo>
                <a:lnTo>
                  <a:pt x="518198" y="82105"/>
                </a:lnTo>
                <a:lnTo>
                  <a:pt x="515874" y="72009"/>
                </a:lnTo>
                <a:lnTo>
                  <a:pt x="512394" y="63627"/>
                </a:lnTo>
                <a:lnTo>
                  <a:pt x="507492" y="56388"/>
                </a:lnTo>
                <a:lnTo>
                  <a:pt x="502107" y="51269"/>
                </a:lnTo>
                <a:lnTo>
                  <a:pt x="500367" y="50292"/>
                </a:lnTo>
                <a:lnTo>
                  <a:pt x="495300" y="47434"/>
                </a:lnTo>
                <a:lnTo>
                  <a:pt x="492252" y="46520"/>
                </a:lnTo>
                <a:lnTo>
                  <a:pt x="492252" y="71628"/>
                </a:lnTo>
                <a:lnTo>
                  <a:pt x="492252" y="86868"/>
                </a:lnTo>
                <a:lnTo>
                  <a:pt x="463296" y="86868"/>
                </a:lnTo>
                <a:lnTo>
                  <a:pt x="464172" y="69583"/>
                </a:lnTo>
                <a:lnTo>
                  <a:pt x="466915" y="58293"/>
                </a:lnTo>
                <a:lnTo>
                  <a:pt x="471652" y="52158"/>
                </a:lnTo>
                <a:lnTo>
                  <a:pt x="478536" y="50292"/>
                </a:lnTo>
                <a:lnTo>
                  <a:pt x="484632" y="50292"/>
                </a:lnTo>
                <a:lnTo>
                  <a:pt x="489204" y="53340"/>
                </a:lnTo>
                <a:lnTo>
                  <a:pt x="490728" y="60960"/>
                </a:lnTo>
                <a:lnTo>
                  <a:pt x="490728" y="65532"/>
                </a:lnTo>
                <a:lnTo>
                  <a:pt x="492252" y="71628"/>
                </a:lnTo>
                <a:lnTo>
                  <a:pt x="492252" y="46520"/>
                </a:lnTo>
                <a:lnTo>
                  <a:pt x="487337" y="45034"/>
                </a:lnTo>
                <a:lnTo>
                  <a:pt x="478536" y="44196"/>
                </a:lnTo>
                <a:lnTo>
                  <a:pt x="459816" y="48031"/>
                </a:lnTo>
                <a:lnTo>
                  <a:pt x="445389" y="58864"/>
                </a:lnTo>
                <a:lnTo>
                  <a:pt x="436092" y="75704"/>
                </a:lnTo>
                <a:lnTo>
                  <a:pt x="432816" y="97536"/>
                </a:lnTo>
                <a:lnTo>
                  <a:pt x="436067" y="119380"/>
                </a:lnTo>
                <a:lnTo>
                  <a:pt x="445122" y="136093"/>
                </a:lnTo>
                <a:lnTo>
                  <a:pt x="459168" y="147053"/>
                </a:lnTo>
                <a:lnTo>
                  <a:pt x="477012" y="150876"/>
                </a:lnTo>
                <a:lnTo>
                  <a:pt x="489458" y="149377"/>
                </a:lnTo>
                <a:lnTo>
                  <a:pt x="500062" y="144589"/>
                </a:lnTo>
                <a:lnTo>
                  <a:pt x="509790" y="136093"/>
                </a:lnTo>
                <a:lnTo>
                  <a:pt x="510146" y="135636"/>
                </a:lnTo>
                <a:lnTo>
                  <a:pt x="519684" y="123444"/>
                </a:lnTo>
                <a:lnTo>
                  <a:pt x="515112" y="120396"/>
                </a:lnTo>
                <a:lnTo>
                  <a:pt x="508723" y="127279"/>
                </a:lnTo>
                <a:lnTo>
                  <a:pt x="502920" y="132016"/>
                </a:lnTo>
                <a:lnTo>
                  <a:pt x="497103" y="134759"/>
                </a:lnTo>
                <a:lnTo>
                  <a:pt x="490728" y="135636"/>
                </a:lnTo>
                <a:lnTo>
                  <a:pt x="481584" y="135636"/>
                </a:lnTo>
                <a:lnTo>
                  <a:pt x="464820" y="94488"/>
                </a:lnTo>
                <a:lnTo>
                  <a:pt x="519684" y="94488"/>
                </a:lnTo>
                <a:close/>
              </a:path>
              <a:path w="573405" h="187960">
                <a:moveTo>
                  <a:pt x="573011" y="138696"/>
                </a:moveTo>
                <a:lnTo>
                  <a:pt x="571398" y="129095"/>
                </a:lnTo>
                <a:lnTo>
                  <a:pt x="566915" y="121361"/>
                </a:lnTo>
                <a:lnTo>
                  <a:pt x="560158" y="116192"/>
                </a:lnTo>
                <a:lnTo>
                  <a:pt x="551675" y="114312"/>
                </a:lnTo>
                <a:lnTo>
                  <a:pt x="544322" y="115658"/>
                </a:lnTo>
                <a:lnTo>
                  <a:pt x="538530" y="119456"/>
                </a:lnTo>
                <a:lnTo>
                  <a:pt x="534746" y="125234"/>
                </a:lnTo>
                <a:lnTo>
                  <a:pt x="533387" y="132600"/>
                </a:lnTo>
                <a:lnTo>
                  <a:pt x="533387" y="141744"/>
                </a:lnTo>
                <a:lnTo>
                  <a:pt x="539483" y="149364"/>
                </a:lnTo>
                <a:lnTo>
                  <a:pt x="553199" y="149364"/>
                </a:lnTo>
                <a:lnTo>
                  <a:pt x="553199" y="147840"/>
                </a:lnTo>
                <a:lnTo>
                  <a:pt x="556247" y="147840"/>
                </a:lnTo>
                <a:lnTo>
                  <a:pt x="559295" y="150888"/>
                </a:lnTo>
                <a:lnTo>
                  <a:pt x="559295" y="153936"/>
                </a:lnTo>
                <a:lnTo>
                  <a:pt x="557847" y="159956"/>
                </a:lnTo>
                <a:lnTo>
                  <a:pt x="553389" y="166700"/>
                </a:lnTo>
                <a:lnTo>
                  <a:pt x="545795" y="174294"/>
                </a:lnTo>
                <a:lnTo>
                  <a:pt x="534911" y="182892"/>
                </a:lnTo>
                <a:lnTo>
                  <a:pt x="536435" y="187464"/>
                </a:lnTo>
                <a:lnTo>
                  <a:pt x="553085" y="176199"/>
                </a:lnTo>
                <a:lnTo>
                  <a:pt x="564438" y="164795"/>
                </a:lnTo>
                <a:lnTo>
                  <a:pt x="570941" y="152527"/>
                </a:lnTo>
                <a:lnTo>
                  <a:pt x="573011" y="1386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136391" y="4937759"/>
            <a:ext cx="341375" cy="150876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544823" y="4933187"/>
            <a:ext cx="1493520" cy="155448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1164336" y="5448300"/>
            <a:ext cx="41275" cy="40005"/>
          </a:xfrm>
          <a:custGeom>
            <a:avLst/>
            <a:gdLst/>
            <a:ahLst/>
            <a:cxnLst/>
            <a:rect l="l" t="t" r="r" b="b"/>
            <a:pathLst>
              <a:path w="41275" h="40004">
                <a:moveTo>
                  <a:pt x="21335" y="39624"/>
                </a:moveTo>
                <a:lnTo>
                  <a:pt x="12858" y="38028"/>
                </a:lnTo>
                <a:lnTo>
                  <a:pt x="6095" y="33718"/>
                </a:lnTo>
                <a:lnTo>
                  <a:pt x="1619" y="27408"/>
                </a:lnTo>
                <a:lnTo>
                  <a:pt x="0" y="19812"/>
                </a:lnTo>
                <a:lnTo>
                  <a:pt x="1619" y="11572"/>
                </a:lnTo>
                <a:lnTo>
                  <a:pt x="6095" y="5334"/>
                </a:lnTo>
                <a:lnTo>
                  <a:pt x="12858" y="1381"/>
                </a:lnTo>
                <a:lnTo>
                  <a:pt x="21335" y="0"/>
                </a:lnTo>
                <a:lnTo>
                  <a:pt x="28932" y="1381"/>
                </a:lnTo>
                <a:lnTo>
                  <a:pt x="35242" y="5334"/>
                </a:lnTo>
                <a:lnTo>
                  <a:pt x="39552" y="11572"/>
                </a:lnTo>
                <a:lnTo>
                  <a:pt x="41147" y="19812"/>
                </a:lnTo>
                <a:lnTo>
                  <a:pt x="39552" y="27408"/>
                </a:lnTo>
                <a:lnTo>
                  <a:pt x="35242" y="33718"/>
                </a:lnTo>
                <a:lnTo>
                  <a:pt x="28932" y="38028"/>
                </a:lnTo>
                <a:lnTo>
                  <a:pt x="21335" y="39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289291" y="5414784"/>
            <a:ext cx="579755" cy="105410"/>
          </a:xfrm>
          <a:custGeom>
            <a:avLst/>
            <a:gdLst/>
            <a:ahLst/>
            <a:cxnLst/>
            <a:rect l="l" t="t" r="r" b="b"/>
            <a:pathLst>
              <a:path w="579755" h="105410">
                <a:moveTo>
                  <a:pt x="79248" y="22860"/>
                </a:moveTo>
                <a:lnTo>
                  <a:pt x="73152" y="13716"/>
                </a:lnTo>
                <a:lnTo>
                  <a:pt x="67271" y="8826"/>
                </a:lnTo>
                <a:lnTo>
                  <a:pt x="64338" y="7620"/>
                </a:lnTo>
                <a:lnTo>
                  <a:pt x="62484" y="6858"/>
                </a:lnTo>
                <a:lnTo>
                  <a:pt x="62484" y="30480"/>
                </a:lnTo>
                <a:lnTo>
                  <a:pt x="60794" y="40474"/>
                </a:lnTo>
                <a:lnTo>
                  <a:pt x="55816" y="47625"/>
                </a:lnTo>
                <a:lnTo>
                  <a:pt x="47879" y="51816"/>
                </a:lnTo>
                <a:lnTo>
                  <a:pt x="48437" y="51816"/>
                </a:lnTo>
                <a:lnTo>
                  <a:pt x="36576" y="53340"/>
                </a:lnTo>
                <a:lnTo>
                  <a:pt x="30480" y="53340"/>
                </a:lnTo>
                <a:lnTo>
                  <a:pt x="27432" y="51816"/>
                </a:lnTo>
                <a:lnTo>
                  <a:pt x="27533" y="9042"/>
                </a:lnTo>
                <a:lnTo>
                  <a:pt x="28956" y="7620"/>
                </a:lnTo>
                <a:lnTo>
                  <a:pt x="32004" y="7620"/>
                </a:lnTo>
                <a:lnTo>
                  <a:pt x="45770" y="9042"/>
                </a:lnTo>
                <a:lnTo>
                  <a:pt x="55245" y="13335"/>
                </a:lnTo>
                <a:lnTo>
                  <a:pt x="60731" y="20472"/>
                </a:lnTo>
                <a:lnTo>
                  <a:pt x="62484" y="30480"/>
                </a:lnTo>
                <a:lnTo>
                  <a:pt x="62484" y="6858"/>
                </a:lnTo>
                <a:lnTo>
                  <a:pt x="59245" y="5524"/>
                </a:lnTo>
                <a:lnTo>
                  <a:pt x="49796" y="3632"/>
                </a:lnTo>
                <a:lnTo>
                  <a:pt x="39624" y="3048"/>
                </a:lnTo>
                <a:lnTo>
                  <a:pt x="0" y="3048"/>
                </a:lnTo>
                <a:lnTo>
                  <a:pt x="0" y="4572"/>
                </a:lnTo>
                <a:lnTo>
                  <a:pt x="10668" y="6096"/>
                </a:lnTo>
                <a:lnTo>
                  <a:pt x="12192" y="7620"/>
                </a:lnTo>
                <a:lnTo>
                  <a:pt x="12192" y="97536"/>
                </a:lnTo>
                <a:lnTo>
                  <a:pt x="10668" y="99060"/>
                </a:lnTo>
                <a:lnTo>
                  <a:pt x="0" y="100584"/>
                </a:lnTo>
                <a:lnTo>
                  <a:pt x="0" y="102108"/>
                </a:lnTo>
                <a:lnTo>
                  <a:pt x="41148" y="102108"/>
                </a:lnTo>
                <a:lnTo>
                  <a:pt x="41148" y="100584"/>
                </a:lnTo>
                <a:lnTo>
                  <a:pt x="28956" y="99060"/>
                </a:lnTo>
                <a:lnTo>
                  <a:pt x="27432" y="97536"/>
                </a:lnTo>
                <a:lnTo>
                  <a:pt x="27432" y="57912"/>
                </a:lnTo>
                <a:lnTo>
                  <a:pt x="38100" y="57912"/>
                </a:lnTo>
                <a:lnTo>
                  <a:pt x="46443" y="57619"/>
                </a:lnTo>
                <a:lnTo>
                  <a:pt x="79248" y="28956"/>
                </a:lnTo>
                <a:lnTo>
                  <a:pt x="79248" y="22860"/>
                </a:lnTo>
                <a:close/>
              </a:path>
              <a:path w="579755" h="105410">
                <a:moveTo>
                  <a:pt x="149352" y="67056"/>
                </a:moveTo>
                <a:lnTo>
                  <a:pt x="146900" y="53454"/>
                </a:lnTo>
                <a:lnTo>
                  <a:pt x="140017" y="42862"/>
                </a:lnTo>
                <a:lnTo>
                  <a:pt x="135636" y="40017"/>
                </a:lnTo>
                <a:lnTo>
                  <a:pt x="135636" y="73152"/>
                </a:lnTo>
                <a:lnTo>
                  <a:pt x="134289" y="84505"/>
                </a:lnTo>
                <a:lnTo>
                  <a:pt x="130492" y="93154"/>
                </a:lnTo>
                <a:lnTo>
                  <a:pt x="124714" y="98653"/>
                </a:lnTo>
                <a:lnTo>
                  <a:pt x="117348" y="100584"/>
                </a:lnTo>
                <a:lnTo>
                  <a:pt x="111252" y="100584"/>
                </a:lnTo>
                <a:lnTo>
                  <a:pt x="96012" y="60960"/>
                </a:lnTo>
                <a:lnTo>
                  <a:pt x="97155" y="50711"/>
                </a:lnTo>
                <a:lnTo>
                  <a:pt x="100584" y="43053"/>
                </a:lnTo>
                <a:lnTo>
                  <a:pt x="106299" y="38239"/>
                </a:lnTo>
                <a:lnTo>
                  <a:pt x="114300" y="36576"/>
                </a:lnTo>
                <a:lnTo>
                  <a:pt x="122783" y="39281"/>
                </a:lnTo>
                <a:lnTo>
                  <a:pt x="129540" y="46863"/>
                </a:lnTo>
                <a:lnTo>
                  <a:pt x="134023" y="58432"/>
                </a:lnTo>
                <a:lnTo>
                  <a:pt x="135636" y="73152"/>
                </a:lnTo>
                <a:lnTo>
                  <a:pt x="135636" y="40017"/>
                </a:lnTo>
                <a:lnTo>
                  <a:pt x="130340" y="36576"/>
                </a:lnTo>
                <a:lnTo>
                  <a:pt x="129425" y="35979"/>
                </a:lnTo>
                <a:lnTo>
                  <a:pt x="115824" y="33528"/>
                </a:lnTo>
                <a:lnTo>
                  <a:pt x="82296" y="68580"/>
                </a:lnTo>
                <a:lnTo>
                  <a:pt x="82359" y="68910"/>
                </a:lnTo>
                <a:lnTo>
                  <a:pt x="84759" y="82651"/>
                </a:lnTo>
                <a:lnTo>
                  <a:pt x="91630" y="94297"/>
                </a:lnTo>
                <a:lnTo>
                  <a:pt x="102196" y="102196"/>
                </a:lnTo>
                <a:lnTo>
                  <a:pt x="115824" y="105156"/>
                </a:lnTo>
                <a:lnTo>
                  <a:pt x="128778" y="102196"/>
                </a:lnTo>
                <a:lnTo>
                  <a:pt x="130911" y="100584"/>
                </a:lnTo>
                <a:lnTo>
                  <a:pt x="139446" y="94107"/>
                </a:lnTo>
                <a:lnTo>
                  <a:pt x="146685" y="82003"/>
                </a:lnTo>
                <a:lnTo>
                  <a:pt x="149352" y="67056"/>
                </a:lnTo>
                <a:close/>
              </a:path>
              <a:path w="579755" h="105410">
                <a:moveTo>
                  <a:pt x="207264" y="77724"/>
                </a:moveTo>
                <a:lnTo>
                  <a:pt x="202692" y="71628"/>
                </a:lnTo>
                <a:lnTo>
                  <a:pt x="193548" y="67056"/>
                </a:lnTo>
                <a:lnTo>
                  <a:pt x="176784" y="56388"/>
                </a:lnTo>
                <a:lnTo>
                  <a:pt x="172212" y="54864"/>
                </a:lnTo>
                <a:lnTo>
                  <a:pt x="170688" y="50292"/>
                </a:lnTo>
                <a:lnTo>
                  <a:pt x="170688" y="39624"/>
                </a:lnTo>
                <a:lnTo>
                  <a:pt x="175260" y="35052"/>
                </a:lnTo>
                <a:lnTo>
                  <a:pt x="182880" y="35052"/>
                </a:lnTo>
                <a:lnTo>
                  <a:pt x="188290" y="36207"/>
                </a:lnTo>
                <a:lnTo>
                  <a:pt x="192976" y="39814"/>
                </a:lnTo>
                <a:lnTo>
                  <a:pt x="196811" y="45974"/>
                </a:lnTo>
                <a:lnTo>
                  <a:pt x="199644" y="54864"/>
                </a:lnTo>
                <a:lnTo>
                  <a:pt x="201168" y="54864"/>
                </a:lnTo>
                <a:lnTo>
                  <a:pt x="201168" y="33528"/>
                </a:lnTo>
                <a:lnTo>
                  <a:pt x="199644" y="33528"/>
                </a:lnTo>
                <a:lnTo>
                  <a:pt x="198120" y="35052"/>
                </a:lnTo>
                <a:lnTo>
                  <a:pt x="193548" y="35052"/>
                </a:lnTo>
                <a:lnTo>
                  <a:pt x="188976" y="33528"/>
                </a:lnTo>
                <a:lnTo>
                  <a:pt x="181356" y="33528"/>
                </a:lnTo>
                <a:lnTo>
                  <a:pt x="173126" y="34671"/>
                </a:lnTo>
                <a:lnTo>
                  <a:pt x="166878" y="38100"/>
                </a:lnTo>
                <a:lnTo>
                  <a:pt x="162928" y="43815"/>
                </a:lnTo>
                <a:lnTo>
                  <a:pt x="161544" y="51816"/>
                </a:lnTo>
                <a:lnTo>
                  <a:pt x="162458" y="57289"/>
                </a:lnTo>
                <a:lnTo>
                  <a:pt x="193548" y="82296"/>
                </a:lnTo>
                <a:lnTo>
                  <a:pt x="196596" y="85344"/>
                </a:lnTo>
                <a:lnTo>
                  <a:pt x="196596" y="97536"/>
                </a:lnTo>
                <a:lnTo>
                  <a:pt x="190500" y="102108"/>
                </a:lnTo>
                <a:lnTo>
                  <a:pt x="182880" y="102108"/>
                </a:lnTo>
                <a:lnTo>
                  <a:pt x="175717" y="100888"/>
                </a:lnTo>
                <a:lnTo>
                  <a:pt x="170116" y="96964"/>
                </a:lnTo>
                <a:lnTo>
                  <a:pt x="165950" y="89890"/>
                </a:lnTo>
                <a:lnTo>
                  <a:pt x="163068" y="79248"/>
                </a:lnTo>
                <a:lnTo>
                  <a:pt x="161544" y="79248"/>
                </a:lnTo>
                <a:lnTo>
                  <a:pt x="161544" y="103632"/>
                </a:lnTo>
                <a:lnTo>
                  <a:pt x="163068" y="103632"/>
                </a:lnTo>
                <a:lnTo>
                  <a:pt x="164592" y="102108"/>
                </a:lnTo>
                <a:lnTo>
                  <a:pt x="169164" y="102108"/>
                </a:lnTo>
                <a:lnTo>
                  <a:pt x="173736" y="103632"/>
                </a:lnTo>
                <a:lnTo>
                  <a:pt x="184404" y="103632"/>
                </a:lnTo>
                <a:lnTo>
                  <a:pt x="193128" y="102273"/>
                </a:lnTo>
                <a:lnTo>
                  <a:pt x="200406" y="98488"/>
                </a:lnTo>
                <a:lnTo>
                  <a:pt x="205409" y="92697"/>
                </a:lnTo>
                <a:lnTo>
                  <a:pt x="207264" y="85344"/>
                </a:lnTo>
                <a:lnTo>
                  <a:pt x="207264" y="77724"/>
                </a:lnTo>
                <a:close/>
              </a:path>
              <a:path w="579755" h="105410">
                <a:moveTo>
                  <a:pt x="240792" y="3048"/>
                </a:moveTo>
                <a:lnTo>
                  <a:pt x="237744" y="0"/>
                </a:lnTo>
                <a:lnTo>
                  <a:pt x="230124" y="0"/>
                </a:lnTo>
                <a:lnTo>
                  <a:pt x="225552" y="3048"/>
                </a:lnTo>
                <a:lnTo>
                  <a:pt x="225552" y="10668"/>
                </a:lnTo>
                <a:lnTo>
                  <a:pt x="230124" y="13716"/>
                </a:lnTo>
                <a:lnTo>
                  <a:pt x="237744" y="13716"/>
                </a:lnTo>
                <a:lnTo>
                  <a:pt x="240792" y="10668"/>
                </a:lnTo>
                <a:lnTo>
                  <a:pt x="240792" y="3048"/>
                </a:lnTo>
                <a:close/>
              </a:path>
              <a:path w="579755" h="105410">
                <a:moveTo>
                  <a:pt x="251460" y="100584"/>
                </a:moveTo>
                <a:lnTo>
                  <a:pt x="240792" y="100584"/>
                </a:lnTo>
                <a:lnTo>
                  <a:pt x="239268" y="99060"/>
                </a:lnTo>
                <a:lnTo>
                  <a:pt x="239268" y="42672"/>
                </a:lnTo>
                <a:lnTo>
                  <a:pt x="239268" y="33528"/>
                </a:lnTo>
                <a:lnTo>
                  <a:pt x="216408" y="41148"/>
                </a:lnTo>
                <a:lnTo>
                  <a:pt x="216408" y="44196"/>
                </a:lnTo>
                <a:lnTo>
                  <a:pt x="217932" y="44196"/>
                </a:lnTo>
                <a:lnTo>
                  <a:pt x="219456" y="42672"/>
                </a:lnTo>
                <a:lnTo>
                  <a:pt x="227076" y="42672"/>
                </a:lnTo>
                <a:lnTo>
                  <a:pt x="227076" y="99060"/>
                </a:lnTo>
                <a:lnTo>
                  <a:pt x="225552" y="100584"/>
                </a:lnTo>
                <a:lnTo>
                  <a:pt x="216408" y="100584"/>
                </a:lnTo>
                <a:lnTo>
                  <a:pt x="216408" y="102108"/>
                </a:lnTo>
                <a:lnTo>
                  <a:pt x="251460" y="102108"/>
                </a:lnTo>
                <a:lnTo>
                  <a:pt x="251460" y="100584"/>
                </a:lnTo>
                <a:close/>
              </a:path>
              <a:path w="579755" h="105410">
                <a:moveTo>
                  <a:pt x="295656" y="92951"/>
                </a:moveTo>
                <a:lnTo>
                  <a:pt x="294132" y="91427"/>
                </a:lnTo>
                <a:lnTo>
                  <a:pt x="291084" y="94475"/>
                </a:lnTo>
                <a:lnTo>
                  <a:pt x="288036" y="95999"/>
                </a:lnTo>
                <a:lnTo>
                  <a:pt x="280416" y="95999"/>
                </a:lnTo>
                <a:lnTo>
                  <a:pt x="277368" y="92951"/>
                </a:lnTo>
                <a:lnTo>
                  <a:pt x="277368" y="39611"/>
                </a:lnTo>
                <a:lnTo>
                  <a:pt x="292608" y="39611"/>
                </a:lnTo>
                <a:lnTo>
                  <a:pt x="292608" y="35039"/>
                </a:lnTo>
                <a:lnTo>
                  <a:pt x="277368" y="35039"/>
                </a:lnTo>
                <a:lnTo>
                  <a:pt x="277368" y="15227"/>
                </a:lnTo>
                <a:lnTo>
                  <a:pt x="275844" y="15227"/>
                </a:lnTo>
                <a:lnTo>
                  <a:pt x="275844" y="16751"/>
                </a:lnTo>
                <a:lnTo>
                  <a:pt x="272796" y="19799"/>
                </a:lnTo>
                <a:lnTo>
                  <a:pt x="268224" y="27419"/>
                </a:lnTo>
                <a:lnTo>
                  <a:pt x="263652" y="33515"/>
                </a:lnTo>
                <a:lnTo>
                  <a:pt x="259080" y="35039"/>
                </a:lnTo>
                <a:lnTo>
                  <a:pt x="257556" y="36563"/>
                </a:lnTo>
                <a:lnTo>
                  <a:pt x="256032" y="36563"/>
                </a:lnTo>
                <a:lnTo>
                  <a:pt x="256032" y="38087"/>
                </a:lnTo>
                <a:lnTo>
                  <a:pt x="257556" y="38087"/>
                </a:lnTo>
                <a:lnTo>
                  <a:pt x="257556" y="39611"/>
                </a:lnTo>
                <a:lnTo>
                  <a:pt x="265176" y="39611"/>
                </a:lnTo>
                <a:lnTo>
                  <a:pt x="265176" y="97523"/>
                </a:lnTo>
                <a:lnTo>
                  <a:pt x="269748" y="103619"/>
                </a:lnTo>
                <a:lnTo>
                  <a:pt x="284988" y="103619"/>
                </a:lnTo>
                <a:lnTo>
                  <a:pt x="291084" y="100571"/>
                </a:lnTo>
                <a:lnTo>
                  <a:pt x="293827" y="95999"/>
                </a:lnTo>
                <a:lnTo>
                  <a:pt x="295656" y="92951"/>
                </a:lnTo>
                <a:close/>
              </a:path>
              <a:path w="579755" h="105410">
                <a:moveTo>
                  <a:pt x="326136" y="3048"/>
                </a:moveTo>
                <a:lnTo>
                  <a:pt x="323088" y="0"/>
                </a:lnTo>
                <a:lnTo>
                  <a:pt x="313944" y="0"/>
                </a:lnTo>
                <a:lnTo>
                  <a:pt x="310896" y="3048"/>
                </a:lnTo>
                <a:lnTo>
                  <a:pt x="310896" y="10668"/>
                </a:lnTo>
                <a:lnTo>
                  <a:pt x="313944" y="13716"/>
                </a:lnTo>
                <a:lnTo>
                  <a:pt x="323088" y="13716"/>
                </a:lnTo>
                <a:lnTo>
                  <a:pt x="326136" y="10668"/>
                </a:lnTo>
                <a:lnTo>
                  <a:pt x="326136" y="3048"/>
                </a:lnTo>
                <a:close/>
              </a:path>
              <a:path w="579755" h="105410">
                <a:moveTo>
                  <a:pt x="335280" y="100584"/>
                </a:moveTo>
                <a:lnTo>
                  <a:pt x="326136" y="100584"/>
                </a:lnTo>
                <a:lnTo>
                  <a:pt x="324612" y="99060"/>
                </a:lnTo>
                <a:lnTo>
                  <a:pt x="324612" y="42672"/>
                </a:lnTo>
                <a:lnTo>
                  <a:pt x="324612" y="33528"/>
                </a:lnTo>
                <a:lnTo>
                  <a:pt x="323088" y="33528"/>
                </a:lnTo>
                <a:lnTo>
                  <a:pt x="300228" y="41148"/>
                </a:lnTo>
                <a:lnTo>
                  <a:pt x="300228" y="44196"/>
                </a:lnTo>
                <a:lnTo>
                  <a:pt x="301752" y="44196"/>
                </a:lnTo>
                <a:lnTo>
                  <a:pt x="303276" y="42672"/>
                </a:lnTo>
                <a:lnTo>
                  <a:pt x="310896" y="42672"/>
                </a:lnTo>
                <a:lnTo>
                  <a:pt x="312420" y="45720"/>
                </a:lnTo>
                <a:lnTo>
                  <a:pt x="312420" y="99060"/>
                </a:lnTo>
                <a:lnTo>
                  <a:pt x="310896" y="100584"/>
                </a:lnTo>
                <a:lnTo>
                  <a:pt x="300228" y="100584"/>
                </a:lnTo>
                <a:lnTo>
                  <a:pt x="300228" y="102108"/>
                </a:lnTo>
                <a:lnTo>
                  <a:pt x="335280" y="102108"/>
                </a:lnTo>
                <a:lnTo>
                  <a:pt x="335280" y="100584"/>
                </a:lnTo>
                <a:close/>
              </a:path>
              <a:path w="579755" h="105410">
                <a:moveTo>
                  <a:pt x="409956" y="67056"/>
                </a:moveTo>
                <a:lnTo>
                  <a:pt x="407530" y="53454"/>
                </a:lnTo>
                <a:lnTo>
                  <a:pt x="400812" y="42862"/>
                </a:lnTo>
                <a:lnTo>
                  <a:pt x="397764" y="40805"/>
                </a:lnTo>
                <a:lnTo>
                  <a:pt x="397764" y="73152"/>
                </a:lnTo>
                <a:lnTo>
                  <a:pt x="396417" y="84505"/>
                </a:lnTo>
                <a:lnTo>
                  <a:pt x="392620" y="93154"/>
                </a:lnTo>
                <a:lnTo>
                  <a:pt x="386842" y="98653"/>
                </a:lnTo>
                <a:lnTo>
                  <a:pt x="379476" y="100584"/>
                </a:lnTo>
                <a:lnTo>
                  <a:pt x="373380" y="100584"/>
                </a:lnTo>
                <a:lnTo>
                  <a:pt x="357047" y="67056"/>
                </a:lnTo>
                <a:lnTo>
                  <a:pt x="356616" y="60960"/>
                </a:lnTo>
                <a:lnTo>
                  <a:pt x="357974" y="50711"/>
                </a:lnTo>
                <a:lnTo>
                  <a:pt x="361759" y="43053"/>
                </a:lnTo>
                <a:lnTo>
                  <a:pt x="367550" y="38239"/>
                </a:lnTo>
                <a:lnTo>
                  <a:pt x="374904" y="36576"/>
                </a:lnTo>
                <a:lnTo>
                  <a:pt x="384263" y="39281"/>
                </a:lnTo>
                <a:lnTo>
                  <a:pt x="391477" y="46863"/>
                </a:lnTo>
                <a:lnTo>
                  <a:pt x="396125" y="58432"/>
                </a:lnTo>
                <a:lnTo>
                  <a:pt x="397764" y="73152"/>
                </a:lnTo>
                <a:lnTo>
                  <a:pt x="397764" y="40805"/>
                </a:lnTo>
                <a:lnTo>
                  <a:pt x="391553" y="36576"/>
                </a:lnTo>
                <a:lnTo>
                  <a:pt x="390677" y="35979"/>
                </a:lnTo>
                <a:lnTo>
                  <a:pt x="377952" y="33528"/>
                </a:lnTo>
                <a:lnTo>
                  <a:pt x="344424" y="68580"/>
                </a:lnTo>
                <a:lnTo>
                  <a:pt x="344487" y="68910"/>
                </a:lnTo>
                <a:lnTo>
                  <a:pt x="346862" y="82651"/>
                </a:lnTo>
                <a:lnTo>
                  <a:pt x="353568" y="94297"/>
                </a:lnTo>
                <a:lnTo>
                  <a:pt x="363689" y="102196"/>
                </a:lnTo>
                <a:lnTo>
                  <a:pt x="376428" y="105156"/>
                </a:lnTo>
                <a:lnTo>
                  <a:pt x="390029" y="102196"/>
                </a:lnTo>
                <a:lnTo>
                  <a:pt x="392150" y="100584"/>
                </a:lnTo>
                <a:lnTo>
                  <a:pt x="400621" y="94107"/>
                </a:lnTo>
                <a:lnTo>
                  <a:pt x="407504" y="82003"/>
                </a:lnTo>
                <a:lnTo>
                  <a:pt x="409956" y="67056"/>
                </a:lnTo>
                <a:close/>
              </a:path>
              <a:path w="579755" h="105410">
                <a:moveTo>
                  <a:pt x="487680" y="100584"/>
                </a:moveTo>
                <a:lnTo>
                  <a:pt x="480060" y="100584"/>
                </a:lnTo>
                <a:lnTo>
                  <a:pt x="478536" y="99060"/>
                </a:lnTo>
                <a:lnTo>
                  <a:pt x="478536" y="54864"/>
                </a:lnTo>
                <a:lnTo>
                  <a:pt x="477405" y="45720"/>
                </a:lnTo>
                <a:lnTo>
                  <a:pt x="475183" y="41148"/>
                </a:lnTo>
                <a:lnTo>
                  <a:pt x="474154" y="39052"/>
                </a:lnTo>
                <a:lnTo>
                  <a:pt x="468896" y="34925"/>
                </a:lnTo>
                <a:lnTo>
                  <a:pt x="461772" y="33528"/>
                </a:lnTo>
                <a:lnTo>
                  <a:pt x="454152" y="33528"/>
                </a:lnTo>
                <a:lnTo>
                  <a:pt x="449948" y="34925"/>
                </a:lnTo>
                <a:lnTo>
                  <a:pt x="449719" y="34925"/>
                </a:lnTo>
                <a:lnTo>
                  <a:pt x="438912" y="44196"/>
                </a:lnTo>
                <a:lnTo>
                  <a:pt x="438912" y="33528"/>
                </a:lnTo>
                <a:lnTo>
                  <a:pt x="437388" y="33528"/>
                </a:lnTo>
                <a:lnTo>
                  <a:pt x="431292" y="36576"/>
                </a:lnTo>
                <a:lnTo>
                  <a:pt x="425196" y="38100"/>
                </a:lnTo>
                <a:lnTo>
                  <a:pt x="417576" y="41148"/>
                </a:lnTo>
                <a:lnTo>
                  <a:pt x="425196" y="41148"/>
                </a:lnTo>
                <a:lnTo>
                  <a:pt x="426720" y="44196"/>
                </a:lnTo>
                <a:lnTo>
                  <a:pt x="426720" y="99060"/>
                </a:lnTo>
                <a:lnTo>
                  <a:pt x="425196" y="100584"/>
                </a:lnTo>
                <a:lnTo>
                  <a:pt x="417576" y="100584"/>
                </a:lnTo>
                <a:lnTo>
                  <a:pt x="417576" y="102108"/>
                </a:lnTo>
                <a:lnTo>
                  <a:pt x="449580" y="102108"/>
                </a:lnTo>
                <a:lnTo>
                  <a:pt x="449580" y="100584"/>
                </a:lnTo>
                <a:lnTo>
                  <a:pt x="441960" y="100584"/>
                </a:lnTo>
                <a:lnTo>
                  <a:pt x="438912" y="99060"/>
                </a:lnTo>
                <a:lnTo>
                  <a:pt x="438912" y="50292"/>
                </a:lnTo>
                <a:lnTo>
                  <a:pt x="445008" y="44196"/>
                </a:lnTo>
                <a:lnTo>
                  <a:pt x="446532" y="42672"/>
                </a:lnTo>
                <a:lnTo>
                  <a:pt x="449580" y="41148"/>
                </a:lnTo>
                <a:lnTo>
                  <a:pt x="463296" y="41148"/>
                </a:lnTo>
                <a:lnTo>
                  <a:pt x="466344" y="45720"/>
                </a:lnTo>
                <a:lnTo>
                  <a:pt x="466344" y="97536"/>
                </a:lnTo>
                <a:lnTo>
                  <a:pt x="464820" y="100584"/>
                </a:lnTo>
                <a:lnTo>
                  <a:pt x="457200" y="100584"/>
                </a:lnTo>
                <a:lnTo>
                  <a:pt x="457200" y="102108"/>
                </a:lnTo>
                <a:lnTo>
                  <a:pt x="487680" y="102108"/>
                </a:lnTo>
                <a:lnTo>
                  <a:pt x="487680" y="100584"/>
                </a:lnTo>
                <a:close/>
              </a:path>
              <a:path w="579755" h="105410">
                <a:moveTo>
                  <a:pt x="544068" y="77724"/>
                </a:moveTo>
                <a:lnTo>
                  <a:pt x="541020" y="71628"/>
                </a:lnTo>
                <a:lnTo>
                  <a:pt x="531876" y="67056"/>
                </a:lnTo>
                <a:lnTo>
                  <a:pt x="515112" y="56388"/>
                </a:lnTo>
                <a:lnTo>
                  <a:pt x="510540" y="54864"/>
                </a:lnTo>
                <a:lnTo>
                  <a:pt x="507492" y="50292"/>
                </a:lnTo>
                <a:lnTo>
                  <a:pt x="507492" y="39624"/>
                </a:lnTo>
                <a:lnTo>
                  <a:pt x="512064" y="35052"/>
                </a:lnTo>
                <a:lnTo>
                  <a:pt x="519684" y="35052"/>
                </a:lnTo>
                <a:lnTo>
                  <a:pt x="525741" y="36207"/>
                </a:lnTo>
                <a:lnTo>
                  <a:pt x="530352" y="39814"/>
                </a:lnTo>
                <a:lnTo>
                  <a:pt x="533831" y="45974"/>
                </a:lnTo>
                <a:lnTo>
                  <a:pt x="536448" y="54864"/>
                </a:lnTo>
                <a:lnTo>
                  <a:pt x="539496" y="54864"/>
                </a:lnTo>
                <a:lnTo>
                  <a:pt x="537972" y="33528"/>
                </a:lnTo>
                <a:lnTo>
                  <a:pt x="536448" y="33528"/>
                </a:lnTo>
                <a:lnTo>
                  <a:pt x="534924" y="35052"/>
                </a:lnTo>
                <a:lnTo>
                  <a:pt x="530352" y="35052"/>
                </a:lnTo>
                <a:lnTo>
                  <a:pt x="527304" y="33528"/>
                </a:lnTo>
                <a:lnTo>
                  <a:pt x="519684" y="33528"/>
                </a:lnTo>
                <a:lnTo>
                  <a:pt x="510565" y="34671"/>
                </a:lnTo>
                <a:lnTo>
                  <a:pt x="503872" y="38100"/>
                </a:lnTo>
                <a:lnTo>
                  <a:pt x="499757" y="43815"/>
                </a:lnTo>
                <a:lnTo>
                  <a:pt x="498348" y="51816"/>
                </a:lnTo>
                <a:lnTo>
                  <a:pt x="499287" y="57289"/>
                </a:lnTo>
                <a:lnTo>
                  <a:pt x="502348" y="62484"/>
                </a:lnTo>
                <a:lnTo>
                  <a:pt x="508000" y="67665"/>
                </a:lnTo>
                <a:lnTo>
                  <a:pt x="516636" y="73152"/>
                </a:lnTo>
                <a:lnTo>
                  <a:pt x="530352" y="82296"/>
                </a:lnTo>
                <a:lnTo>
                  <a:pt x="533400" y="85344"/>
                </a:lnTo>
                <a:lnTo>
                  <a:pt x="533400" y="97536"/>
                </a:lnTo>
                <a:lnTo>
                  <a:pt x="528828" y="102108"/>
                </a:lnTo>
                <a:lnTo>
                  <a:pt x="521208" y="102108"/>
                </a:lnTo>
                <a:lnTo>
                  <a:pt x="513397" y="100888"/>
                </a:lnTo>
                <a:lnTo>
                  <a:pt x="507873" y="96964"/>
                </a:lnTo>
                <a:lnTo>
                  <a:pt x="504063" y="89890"/>
                </a:lnTo>
                <a:lnTo>
                  <a:pt x="501396" y="79248"/>
                </a:lnTo>
                <a:lnTo>
                  <a:pt x="498348" y="79248"/>
                </a:lnTo>
                <a:lnTo>
                  <a:pt x="498348" y="103632"/>
                </a:lnTo>
                <a:lnTo>
                  <a:pt x="499872" y="103632"/>
                </a:lnTo>
                <a:lnTo>
                  <a:pt x="501396" y="102108"/>
                </a:lnTo>
                <a:lnTo>
                  <a:pt x="507492" y="102108"/>
                </a:lnTo>
                <a:lnTo>
                  <a:pt x="510540" y="103632"/>
                </a:lnTo>
                <a:lnTo>
                  <a:pt x="522732" y="103632"/>
                </a:lnTo>
                <a:lnTo>
                  <a:pt x="531215" y="102273"/>
                </a:lnTo>
                <a:lnTo>
                  <a:pt x="537972" y="98488"/>
                </a:lnTo>
                <a:lnTo>
                  <a:pt x="542455" y="92697"/>
                </a:lnTo>
                <a:lnTo>
                  <a:pt x="544068" y="85344"/>
                </a:lnTo>
                <a:lnTo>
                  <a:pt x="544068" y="77724"/>
                </a:lnTo>
                <a:close/>
              </a:path>
              <a:path w="579755" h="105410">
                <a:moveTo>
                  <a:pt x="579132" y="91427"/>
                </a:moveTo>
                <a:lnTo>
                  <a:pt x="574560" y="88379"/>
                </a:lnTo>
                <a:lnTo>
                  <a:pt x="565416" y="88379"/>
                </a:lnTo>
                <a:lnTo>
                  <a:pt x="562368" y="91427"/>
                </a:lnTo>
                <a:lnTo>
                  <a:pt x="562368" y="100571"/>
                </a:lnTo>
                <a:lnTo>
                  <a:pt x="565416" y="103619"/>
                </a:lnTo>
                <a:lnTo>
                  <a:pt x="574560" y="103619"/>
                </a:lnTo>
                <a:lnTo>
                  <a:pt x="579132" y="100571"/>
                </a:lnTo>
                <a:lnTo>
                  <a:pt x="579132" y="91427"/>
                </a:lnTo>
                <a:close/>
              </a:path>
              <a:path w="579755" h="105410">
                <a:moveTo>
                  <a:pt x="579132" y="36563"/>
                </a:moveTo>
                <a:lnTo>
                  <a:pt x="574560" y="33515"/>
                </a:lnTo>
                <a:lnTo>
                  <a:pt x="565416" y="33515"/>
                </a:lnTo>
                <a:lnTo>
                  <a:pt x="562368" y="36563"/>
                </a:lnTo>
                <a:lnTo>
                  <a:pt x="562368" y="45707"/>
                </a:lnTo>
                <a:lnTo>
                  <a:pt x="565416" y="48755"/>
                </a:lnTo>
                <a:lnTo>
                  <a:pt x="574560" y="48755"/>
                </a:lnTo>
                <a:lnTo>
                  <a:pt x="579132" y="45707"/>
                </a:lnTo>
                <a:lnTo>
                  <a:pt x="579132" y="36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" name="object 3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40052" y="5445252"/>
            <a:ext cx="91439" cy="96011"/>
          </a:xfrm>
          <a:prstGeom prst="rect">
            <a:avLst/>
          </a:prstGeom>
        </p:spPr>
      </p:pic>
      <p:sp>
        <p:nvSpPr>
          <p:cNvPr id="35" name="object 35" descr=""/>
          <p:cNvSpPr/>
          <p:nvPr/>
        </p:nvSpPr>
        <p:spPr>
          <a:xfrm>
            <a:off x="2093976" y="5458967"/>
            <a:ext cx="78105" cy="40005"/>
          </a:xfrm>
          <a:custGeom>
            <a:avLst/>
            <a:gdLst/>
            <a:ahLst/>
            <a:cxnLst/>
            <a:rect l="l" t="t" r="r" b="b"/>
            <a:pathLst>
              <a:path w="78105" h="40004">
                <a:moveTo>
                  <a:pt x="77724" y="7620"/>
                </a:moveTo>
                <a:lnTo>
                  <a:pt x="0" y="7620"/>
                </a:lnTo>
                <a:lnTo>
                  <a:pt x="0" y="0"/>
                </a:lnTo>
                <a:lnTo>
                  <a:pt x="77724" y="0"/>
                </a:lnTo>
                <a:lnTo>
                  <a:pt x="77724" y="7620"/>
                </a:lnTo>
                <a:close/>
              </a:path>
              <a:path w="78105" h="40004">
                <a:moveTo>
                  <a:pt x="77724" y="39624"/>
                </a:moveTo>
                <a:lnTo>
                  <a:pt x="0" y="39624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39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2238755" y="5408676"/>
            <a:ext cx="558165" cy="140335"/>
            <a:chOff x="2238755" y="5408676"/>
            <a:chExt cx="558165" cy="140335"/>
          </a:xfrm>
        </p:grpSpPr>
        <p:pic>
          <p:nvPicPr>
            <p:cNvPr id="37" name="object 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238755" y="5408676"/>
              <a:ext cx="188975" cy="140208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65831" y="5451348"/>
              <a:ext cx="146304" cy="96012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51759" y="5408676"/>
              <a:ext cx="144780" cy="140208"/>
            </a:xfrm>
            <a:prstGeom prst="rect">
              <a:avLst/>
            </a:prstGeom>
          </p:spPr>
        </p:pic>
      </p:grpSp>
      <p:pic>
        <p:nvPicPr>
          <p:cNvPr id="40" name="object 4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865119" y="5442203"/>
            <a:ext cx="67056" cy="73151"/>
          </a:xfrm>
          <a:prstGeom prst="rect">
            <a:avLst/>
          </a:prstGeom>
        </p:spPr>
      </p:pic>
      <p:grpSp>
        <p:nvGrpSpPr>
          <p:cNvPr id="41" name="object 41" descr=""/>
          <p:cNvGrpSpPr/>
          <p:nvPr/>
        </p:nvGrpSpPr>
        <p:grpSpPr>
          <a:xfrm>
            <a:off x="2987039" y="5388864"/>
            <a:ext cx="187960" cy="129539"/>
            <a:chOff x="2987039" y="5388864"/>
            <a:chExt cx="187960" cy="129539"/>
          </a:xfrm>
        </p:grpSpPr>
        <p:pic>
          <p:nvPicPr>
            <p:cNvPr id="42" name="object 4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987039" y="5388864"/>
              <a:ext cx="146303" cy="129539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3159251" y="5503164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2191" y="15240"/>
                  </a:moveTo>
                  <a:lnTo>
                    <a:pt x="3047" y="15240"/>
                  </a:lnTo>
                  <a:lnTo>
                    <a:pt x="0" y="12192"/>
                  </a:lnTo>
                  <a:lnTo>
                    <a:pt x="0" y="3048"/>
                  </a:lnTo>
                  <a:lnTo>
                    <a:pt x="3047" y="0"/>
                  </a:lnTo>
                  <a:lnTo>
                    <a:pt x="12191" y="0"/>
                  </a:lnTo>
                  <a:lnTo>
                    <a:pt x="15239" y="3048"/>
                  </a:lnTo>
                  <a:lnTo>
                    <a:pt x="15239" y="7620"/>
                  </a:lnTo>
                  <a:lnTo>
                    <a:pt x="15239" y="12192"/>
                  </a:lnTo>
                  <a:lnTo>
                    <a:pt x="12191" y="152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/>
          <p:nvPr/>
        </p:nvSpPr>
        <p:spPr>
          <a:xfrm>
            <a:off x="1164336" y="5849111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1335" y="41148"/>
                </a:moveTo>
                <a:lnTo>
                  <a:pt x="12858" y="39528"/>
                </a:lnTo>
                <a:lnTo>
                  <a:pt x="6095" y="35052"/>
                </a:lnTo>
                <a:lnTo>
                  <a:pt x="1619" y="28289"/>
                </a:lnTo>
                <a:lnTo>
                  <a:pt x="0" y="19812"/>
                </a:lnTo>
                <a:lnTo>
                  <a:pt x="1619" y="12215"/>
                </a:lnTo>
                <a:lnTo>
                  <a:pt x="6095" y="5905"/>
                </a:lnTo>
                <a:lnTo>
                  <a:pt x="12858" y="1595"/>
                </a:lnTo>
                <a:lnTo>
                  <a:pt x="21335" y="0"/>
                </a:lnTo>
                <a:lnTo>
                  <a:pt x="28932" y="1619"/>
                </a:lnTo>
                <a:lnTo>
                  <a:pt x="35242" y="6096"/>
                </a:lnTo>
                <a:lnTo>
                  <a:pt x="39552" y="12858"/>
                </a:lnTo>
                <a:lnTo>
                  <a:pt x="41147" y="21336"/>
                </a:lnTo>
                <a:lnTo>
                  <a:pt x="39552" y="28932"/>
                </a:lnTo>
                <a:lnTo>
                  <a:pt x="35242" y="35242"/>
                </a:lnTo>
                <a:lnTo>
                  <a:pt x="28932" y="39552"/>
                </a:lnTo>
                <a:lnTo>
                  <a:pt x="21335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object 45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287779" y="5818632"/>
            <a:ext cx="428244" cy="102107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786127" y="5817107"/>
            <a:ext cx="118871" cy="126491"/>
          </a:xfrm>
          <a:prstGeom prst="rect">
            <a:avLst/>
          </a:prstGeom>
        </p:spPr>
      </p:pic>
      <p:sp>
        <p:nvSpPr>
          <p:cNvPr id="47" name="object 47" descr=""/>
          <p:cNvSpPr/>
          <p:nvPr/>
        </p:nvSpPr>
        <p:spPr>
          <a:xfrm>
            <a:off x="1969008" y="5859779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5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5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8" name="object 48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113788" y="5811011"/>
            <a:ext cx="772668" cy="153923"/>
          </a:xfrm>
          <a:prstGeom prst="rect">
            <a:avLst/>
          </a:prstGeom>
        </p:spPr>
      </p:pic>
      <p:grpSp>
        <p:nvGrpSpPr>
          <p:cNvPr id="49" name="object 49" descr=""/>
          <p:cNvGrpSpPr/>
          <p:nvPr/>
        </p:nvGrpSpPr>
        <p:grpSpPr>
          <a:xfrm>
            <a:off x="2955035" y="5789676"/>
            <a:ext cx="1087120" cy="161925"/>
            <a:chOff x="2955035" y="5789676"/>
            <a:chExt cx="1087120" cy="161925"/>
          </a:xfrm>
        </p:grpSpPr>
        <p:pic>
          <p:nvPicPr>
            <p:cNvPr id="50" name="object 5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955035" y="5789676"/>
              <a:ext cx="1046988" cy="161544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4024883" y="5903975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2191" y="16764"/>
                  </a:moveTo>
                  <a:lnTo>
                    <a:pt x="3047" y="16764"/>
                  </a:lnTo>
                  <a:lnTo>
                    <a:pt x="0" y="13716"/>
                  </a:lnTo>
                  <a:lnTo>
                    <a:pt x="0" y="4572"/>
                  </a:lnTo>
                  <a:lnTo>
                    <a:pt x="3047" y="0"/>
                  </a:lnTo>
                  <a:lnTo>
                    <a:pt x="12191" y="0"/>
                  </a:lnTo>
                  <a:lnTo>
                    <a:pt x="16763" y="4572"/>
                  </a:lnTo>
                  <a:lnTo>
                    <a:pt x="16763" y="9144"/>
                  </a:lnTo>
                  <a:lnTo>
                    <a:pt x="16763" y="13716"/>
                  </a:lnTo>
                  <a:lnTo>
                    <a:pt x="12191" y="1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 descr=""/>
          <p:cNvSpPr/>
          <p:nvPr/>
        </p:nvSpPr>
        <p:spPr>
          <a:xfrm>
            <a:off x="1164336" y="6251448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1335" y="41148"/>
                </a:moveTo>
                <a:lnTo>
                  <a:pt x="12858" y="39528"/>
                </a:lnTo>
                <a:lnTo>
                  <a:pt x="6095" y="35052"/>
                </a:lnTo>
                <a:lnTo>
                  <a:pt x="1619" y="28289"/>
                </a:lnTo>
                <a:lnTo>
                  <a:pt x="0" y="19812"/>
                </a:lnTo>
                <a:lnTo>
                  <a:pt x="1619" y="12215"/>
                </a:lnTo>
                <a:lnTo>
                  <a:pt x="6095" y="5905"/>
                </a:lnTo>
                <a:lnTo>
                  <a:pt x="12858" y="1595"/>
                </a:lnTo>
                <a:lnTo>
                  <a:pt x="21335" y="0"/>
                </a:lnTo>
                <a:lnTo>
                  <a:pt x="28932" y="1595"/>
                </a:lnTo>
                <a:lnTo>
                  <a:pt x="35242" y="5905"/>
                </a:lnTo>
                <a:lnTo>
                  <a:pt x="39552" y="12215"/>
                </a:lnTo>
                <a:lnTo>
                  <a:pt x="41147" y="19812"/>
                </a:lnTo>
                <a:lnTo>
                  <a:pt x="39552" y="28289"/>
                </a:lnTo>
                <a:lnTo>
                  <a:pt x="35242" y="35052"/>
                </a:lnTo>
                <a:lnTo>
                  <a:pt x="28932" y="39528"/>
                </a:lnTo>
                <a:lnTo>
                  <a:pt x="21335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3" name="object 53" descr=""/>
          <p:cNvGrpSpPr/>
          <p:nvPr/>
        </p:nvGrpSpPr>
        <p:grpSpPr>
          <a:xfrm>
            <a:off x="1287779" y="6217920"/>
            <a:ext cx="798830" cy="135890"/>
            <a:chOff x="1287779" y="6217920"/>
            <a:chExt cx="798830" cy="135890"/>
          </a:xfrm>
        </p:grpSpPr>
        <p:pic>
          <p:nvPicPr>
            <p:cNvPr id="54" name="object 5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287779" y="6220967"/>
              <a:ext cx="265176" cy="102108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97151" y="6217920"/>
              <a:ext cx="489203" cy="135635"/>
            </a:xfrm>
            <a:prstGeom prst="rect">
              <a:avLst/>
            </a:prstGeom>
          </p:spPr>
        </p:pic>
      </p:grpSp>
      <p:pic>
        <p:nvPicPr>
          <p:cNvPr id="56" name="object 56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157983" y="6219444"/>
            <a:ext cx="167639" cy="126492"/>
          </a:xfrm>
          <a:prstGeom prst="rect">
            <a:avLst/>
          </a:prstGeom>
        </p:spPr>
      </p:pic>
      <p:sp>
        <p:nvSpPr>
          <p:cNvPr id="57" name="object 57" descr=""/>
          <p:cNvSpPr/>
          <p:nvPr/>
        </p:nvSpPr>
        <p:spPr>
          <a:xfrm>
            <a:off x="2389632" y="6262116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5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5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8" name="object 58" descr=""/>
          <p:cNvGrpSpPr/>
          <p:nvPr/>
        </p:nvGrpSpPr>
        <p:grpSpPr>
          <a:xfrm>
            <a:off x="2532888" y="6211823"/>
            <a:ext cx="902335" cy="155575"/>
            <a:chOff x="2532888" y="6211823"/>
            <a:chExt cx="902335" cy="155575"/>
          </a:xfrm>
        </p:grpSpPr>
        <p:pic>
          <p:nvPicPr>
            <p:cNvPr id="59" name="object 59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532888" y="6211823"/>
              <a:ext cx="265175" cy="140208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2817875" y="6306311"/>
              <a:ext cx="21590" cy="36830"/>
            </a:xfrm>
            <a:custGeom>
              <a:avLst/>
              <a:gdLst/>
              <a:ahLst/>
              <a:cxnLst/>
              <a:rect l="l" t="t" r="r" b="b"/>
              <a:pathLst>
                <a:path w="21589" h="36829">
                  <a:moveTo>
                    <a:pt x="10668" y="16764"/>
                  </a:moveTo>
                  <a:lnTo>
                    <a:pt x="4572" y="16764"/>
                  </a:lnTo>
                  <a:lnTo>
                    <a:pt x="0" y="15240"/>
                  </a:lnTo>
                  <a:lnTo>
                    <a:pt x="0" y="1524"/>
                  </a:lnTo>
                  <a:lnTo>
                    <a:pt x="4572" y="0"/>
                  </a:lnTo>
                  <a:lnTo>
                    <a:pt x="12192" y="0"/>
                  </a:lnTo>
                  <a:lnTo>
                    <a:pt x="21336" y="1524"/>
                  </a:lnTo>
                  <a:lnTo>
                    <a:pt x="21336" y="13716"/>
                  </a:lnTo>
                  <a:lnTo>
                    <a:pt x="20981" y="15240"/>
                  </a:lnTo>
                  <a:lnTo>
                    <a:pt x="12192" y="15240"/>
                  </a:lnTo>
                  <a:lnTo>
                    <a:pt x="10668" y="16764"/>
                  </a:lnTo>
                  <a:close/>
                </a:path>
                <a:path w="21589" h="36829">
                  <a:moveTo>
                    <a:pt x="4572" y="36576"/>
                  </a:moveTo>
                  <a:lnTo>
                    <a:pt x="3048" y="33528"/>
                  </a:lnTo>
                  <a:lnTo>
                    <a:pt x="12192" y="27432"/>
                  </a:lnTo>
                  <a:lnTo>
                    <a:pt x="15240" y="21336"/>
                  </a:lnTo>
                  <a:lnTo>
                    <a:pt x="15240" y="16764"/>
                  </a:lnTo>
                  <a:lnTo>
                    <a:pt x="13716" y="15240"/>
                  </a:lnTo>
                  <a:lnTo>
                    <a:pt x="20981" y="15240"/>
                  </a:lnTo>
                  <a:lnTo>
                    <a:pt x="19359" y="22217"/>
                  </a:lnTo>
                  <a:lnTo>
                    <a:pt x="14668" y="29146"/>
                  </a:lnTo>
                  <a:lnTo>
                    <a:pt x="9120" y="34075"/>
                  </a:lnTo>
                  <a:lnTo>
                    <a:pt x="4572" y="36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880359" y="6222491"/>
              <a:ext cx="213360" cy="144779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3113531" y="6306311"/>
              <a:ext cx="21590" cy="36830"/>
            </a:xfrm>
            <a:custGeom>
              <a:avLst/>
              <a:gdLst/>
              <a:ahLst/>
              <a:cxnLst/>
              <a:rect l="l" t="t" r="r" b="b"/>
              <a:pathLst>
                <a:path w="21589" h="36829">
                  <a:moveTo>
                    <a:pt x="10668" y="16764"/>
                  </a:moveTo>
                  <a:lnTo>
                    <a:pt x="4572" y="16764"/>
                  </a:lnTo>
                  <a:lnTo>
                    <a:pt x="0" y="15240"/>
                  </a:lnTo>
                  <a:lnTo>
                    <a:pt x="0" y="1524"/>
                  </a:lnTo>
                  <a:lnTo>
                    <a:pt x="4572" y="0"/>
                  </a:lnTo>
                  <a:lnTo>
                    <a:pt x="12192" y="0"/>
                  </a:lnTo>
                  <a:lnTo>
                    <a:pt x="21336" y="1524"/>
                  </a:lnTo>
                  <a:lnTo>
                    <a:pt x="21336" y="13716"/>
                  </a:lnTo>
                  <a:lnTo>
                    <a:pt x="20981" y="15240"/>
                  </a:lnTo>
                  <a:lnTo>
                    <a:pt x="12192" y="15240"/>
                  </a:lnTo>
                  <a:lnTo>
                    <a:pt x="10668" y="16764"/>
                  </a:lnTo>
                  <a:close/>
                </a:path>
                <a:path w="21589" h="36829">
                  <a:moveTo>
                    <a:pt x="4572" y="36576"/>
                  </a:moveTo>
                  <a:lnTo>
                    <a:pt x="3048" y="33528"/>
                  </a:lnTo>
                  <a:lnTo>
                    <a:pt x="12192" y="27432"/>
                  </a:lnTo>
                  <a:lnTo>
                    <a:pt x="15240" y="21336"/>
                  </a:lnTo>
                  <a:lnTo>
                    <a:pt x="15240" y="16764"/>
                  </a:lnTo>
                  <a:lnTo>
                    <a:pt x="13716" y="15240"/>
                  </a:lnTo>
                  <a:lnTo>
                    <a:pt x="20981" y="15240"/>
                  </a:lnTo>
                  <a:lnTo>
                    <a:pt x="19359" y="22217"/>
                  </a:lnTo>
                  <a:lnTo>
                    <a:pt x="14668" y="29146"/>
                  </a:lnTo>
                  <a:lnTo>
                    <a:pt x="9120" y="34075"/>
                  </a:lnTo>
                  <a:lnTo>
                    <a:pt x="4572" y="36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176015" y="6211823"/>
              <a:ext cx="259079" cy="140208"/>
            </a:xfrm>
            <a:prstGeom prst="rect">
              <a:avLst/>
            </a:prstGeom>
          </p:spPr>
        </p:pic>
      </p:grpSp>
      <p:pic>
        <p:nvPicPr>
          <p:cNvPr id="64" name="object 64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503676" y="6245352"/>
            <a:ext cx="65532" cy="74675"/>
          </a:xfrm>
          <a:prstGeom prst="rect">
            <a:avLst/>
          </a:prstGeom>
        </p:spPr>
      </p:pic>
      <p:grpSp>
        <p:nvGrpSpPr>
          <p:cNvPr id="65" name="object 65" descr=""/>
          <p:cNvGrpSpPr/>
          <p:nvPr/>
        </p:nvGrpSpPr>
        <p:grpSpPr>
          <a:xfrm>
            <a:off x="3625596" y="6192011"/>
            <a:ext cx="187960" cy="131445"/>
            <a:chOff x="3625596" y="6192011"/>
            <a:chExt cx="187960" cy="131445"/>
          </a:xfrm>
        </p:grpSpPr>
        <p:pic>
          <p:nvPicPr>
            <p:cNvPr id="66" name="object 66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625596" y="6192011"/>
              <a:ext cx="144779" cy="129540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3796284" y="630631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2191" y="16764"/>
                  </a:moveTo>
                  <a:lnTo>
                    <a:pt x="3047" y="16764"/>
                  </a:lnTo>
                  <a:lnTo>
                    <a:pt x="0" y="12192"/>
                  </a:lnTo>
                  <a:lnTo>
                    <a:pt x="0" y="3048"/>
                  </a:lnTo>
                  <a:lnTo>
                    <a:pt x="3047" y="0"/>
                  </a:lnTo>
                  <a:lnTo>
                    <a:pt x="12191" y="0"/>
                  </a:lnTo>
                  <a:lnTo>
                    <a:pt x="16763" y="3048"/>
                  </a:lnTo>
                  <a:lnTo>
                    <a:pt x="16763" y="7620"/>
                  </a:lnTo>
                  <a:lnTo>
                    <a:pt x="16763" y="12192"/>
                  </a:lnTo>
                  <a:lnTo>
                    <a:pt x="12191" y="1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/>
          <p:nvPr/>
        </p:nvSpPr>
        <p:spPr>
          <a:xfrm>
            <a:off x="1164336" y="6652259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1335" y="41148"/>
                </a:moveTo>
                <a:lnTo>
                  <a:pt x="12858" y="39552"/>
                </a:lnTo>
                <a:lnTo>
                  <a:pt x="6095" y="35242"/>
                </a:lnTo>
                <a:lnTo>
                  <a:pt x="1619" y="28932"/>
                </a:lnTo>
                <a:lnTo>
                  <a:pt x="0" y="21336"/>
                </a:lnTo>
                <a:lnTo>
                  <a:pt x="1619" y="12858"/>
                </a:lnTo>
                <a:lnTo>
                  <a:pt x="6095" y="6096"/>
                </a:lnTo>
                <a:lnTo>
                  <a:pt x="12858" y="1619"/>
                </a:lnTo>
                <a:lnTo>
                  <a:pt x="21335" y="0"/>
                </a:lnTo>
                <a:lnTo>
                  <a:pt x="28932" y="1619"/>
                </a:lnTo>
                <a:lnTo>
                  <a:pt x="35242" y="6096"/>
                </a:lnTo>
                <a:lnTo>
                  <a:pt x="39552" y="12858"/>
                </a:lnTo>
                <a:lnTo>
                  <a:pt x="41147" y="21336"/>
                </a:lnTo>
                <a:lnTo>
                  <a:pt x="39552" y="28932"/>
                </a:lnTo>
                <a:lnTo>
                  <a:pt x="35242" y="35242"/>
                </a:lnTo>
                <a:lnTo>
                  <a:pt x="28932" y="39552"/>
                </a:lnTo>
                <a:lnTo>
                  <a:pt x="21335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1289304" y="6620268"/>
            <a:ext cx="655320" cy="104139"/>
          </a:xfrm>
          <a:custGeom>
            <a:avLst/>
            <a:gdLst/>
            <a:ahLst/>
            <a:cxnLst/>
            <a:rect l="l" t="t" r="r" b="b"/>
            <a:pathLst>
              <a:path w="655319" h="104140">
                <a:moveTo>
                  <a:pt x="97536" y="99060"/>
                </a:moveTo>
                <a:lnTo>
                  <a:pt x="91440" y="99060"/>
                </a:lnTo>
                <a:lnTo>
                  <a:pt x="88392" y="97536"/>
                </a:lnTo>
                <a:lnTo>
                  <a:pt x="83820" y="92964"/>
                </a:lnTo>
                <a:lnTo>
                  <a:pt x="54508" y="54864"/>
                </a:lnTo>
                <a:lnTo>
                  <a:pt x="53340" y="53340"/>
                </a:lnTo>
                <a:lnTo>
                  <a:pt x="62484" y="51816"/>
                </a:lnTo>
                <a:lnTo>
                  <a:pt x="67259" y="50215"/>
                </a:lnTo>
                <a:lnTo>
                  <a:pt x="73152" y="47244"/>
                </a:lnTo>
                <a:lnTo>
                  <a:pt x="77724" y="42672"/>
                </a:lnTo>
                <a:lnTo>
                  <a:pt x="80772" y="36576"/>
                </a:lnTo>
                <a:lnTo>
                  <a:pt x="80772" y="22860"/>
                </a:lnTo>
                <a:lnTo>
                  <a:pt x="64008" y="5753"/>
                </a:lnTo>
                <a:lnTo>
                  <a:pt x="64008" y="28956"/>
                </a:lnTo>
                <a:lnTo>
                  <a:pt x="64008" y="36576"/>
                </a:lnTo>
                <a:lnTo>
                  <a:pt x="60960" y="42672"/>
                </a:lnTo>
                <a:lnTo>
                  <a:pt x="49504" y="48361"/>
                </a:lnTo>
                <a:lnTo>
                  <a:pt x="44005" y="49720"/>
                </a:lnTo>
                <a:lnTo>
                  <a:pt x="37071" y="50215"/>
                </a:lnTo>
                <a:lnTo>
                  <a:pt x="27432" y="50215"/>
                </a:lnTo>
                <a:lnTo>
                  <a:pt x="27432" y="9144"/>
                </a:lnTo>
                <a:lnTo>
                  <a:pt x="28956" y="7620"/>
                </a:lnTo>
                <a:lnTo>
                  <a:pt x="35052" y="7620"/>
                </a:lnTo>
                <a:lnTo>
                  <a:pt x="47929" y="8801"/>
                </a:lnTo>
                <a:lnTo>
                  <a:pt x="56959" y="12573"/>
                </a:lnTo>
                <a:lnTo>
                  <a:pt x="62268" y="19189"/>
                </a:lnTo>
                <a:lnTo>
                  <a:pt x="64008" y="28956"/>
                </a:lnTo>
                <a:lnTo>
                  <a:pt x="64008" y="5753"/>
                </a:lnTo>
                <a:lnTo>
                  <a:pt x="61341" y="4572"/>
                </a:lnTo>
                <a:lnTo>
                  <a:pt x="51955" y="2324"/>
                </a:lnTo>
                <a:lnTo>
                  <a:pt x="41148" y="1524"/>
                </a:lnTo>
                <a:lnTo>
                  <a:pt x="0" y="1524"/>
                </a:lnTo>
                <a:lnTo>
                  <a:pt x="0" y="4572"/>
                </a:lnTo>
                <a:lnTo>
                  <a:pt x="10668" y="6096"/>
                </a:lnTo>
                <a:lnTo>
                  <a:pt x="12192" y="7620"/>
                </a:lnTo>
                <a:lnTo>
                  <a:pt x="12192" y="97536"/>
                </a:lnTo>
                <a:lnTo>
                  <a:pt x="10668" y="99060"/>
                </a:lnTo>
                <a:lnTo>
                  <a:pt x="0" y="99060"/>
                </a:lnTo>
                <a:lnTo>
                  <a:pt x="0" y="102108"/>
                </a:lnTo>
                <a:lnTo>
                  <a:pt x="41148" y="102108"/>
                </a:lnTo>
                <a:lnTo>
                  <a:pt x="41148" y="99060"/>
                </a:lnTo>
                <a:lnTo>
                  <a:pt x="28956" y="99060"/>
                </a:lnTo>
                <a:lnTo>
                  <a:pt x="27432" y="97536"/>
                </a:lnTo>
                <a:lnTo>
                  <a:pt x="27432" y="54864"/>
                </a:lnTo>
                <a:lnTo>
                  <a:pt x="36576" y="54864"/>
                </a:lnTo>
                <a:lnTo>
                  <a:pt x="73152" y="102108"/>
                </a:lnTo>
                <a:lnTo>
                  <a:pt x="97536" y="102108"/>
                </a:lnTo>
                <a:lnTo>
                  <a:pt x="97536" y="99060"/>
                </a:lnTo>
                <a:close/>
              </a:path>
              <a:path w="655319" h="104140">
                <a:moveTo>
                  <a:pt x="158496" y="77724"/>
                </a:moveTo>
                <a:lnTo>
                  <a:pt x="156959" y="77724"/>
                </a:lnTo>
                <a:lnTo>
                  <a:pt x="151434" y="84594"/>
                </a:lnTo>
                <a:lnTo>
                  <a:pt x="145910" y="89344"/>
                </a:lnTo>
                <a:lnTo>
                  <a:pt x="139814" y="92075"/>
                </a:lnTo>
                <a:lnTo>
                  <a:pt x="132575" y="92964"/>
                </a:lnTo>
                <a:lnTo>
                  <a:pt x="124955" y="92964"/>
                </a:lnTo>
                <a:lnTo>
                  <a:pt x="118859" y="89916"/>
                </a:lnTo>
                <a:lnTo>
                  <a:pt x="111239" y="74676"/>
                </a:lnTo>
                <a:lnTo>
                  <a:pt x="109715" y="70104"/>
                </a:lnTo>
                <a:lnTo>
                  <a:pt x="109715" y="59436"/>
                </a:lnTo>
                <a:lnTo>
                  <a:pt x="156959" y="59436"/>
                </a:lnTo>
                <a:lnTo>
                  <a:pt x="156197" y="54864"/>
                </a:lnTo>
                <a:lnTo>
                  <a:pt x="156146" y="54495"/>
                </a:lnTo>
                <a:lnTo>
                  <a:pt x="155435" y="50292"/>
                </a:lnTo>
                <a:lnTo>
                  <a:pt x="153911" y="45720"/>
                </a:lnTo>
                <a:lnTo>
                  <a:pt x="149339" y="41148"/>
                </a:lnTo>
                <a:lnTo>
                  <a:pt x="147053" y="38100"/>
                </a:lnTo>
                <a:lnTo>
                  <a:pt x="144767" y="35052"/>
                </a:lnTo>
                <a:lnTo>
                  <a:pt x="140195" y="32766"/>
                </a:lnTo>
                <a:lnTo>
                  <a:pt x="140195" y="54864"/>
                </a:lnTo>
                <a:lnTo>
                  <a:pt x="109715" y="54864"/>
                </a:lnTo>
                <a:lnTo>
                  <a:pt x="109778" y="54495"/>
                </a:lnTo>
                <a:lnTo>
                  <a:pt x="111239" y="44196"/>
                </a:lnTo>
                <a:lnTo>
                  <a:pt x="117335" y="38100"/>
                </a:lnTo>
                <a:lnTo>
                  <a:pt x="135623" y="38100"/>
                </a:lnTo>
                <a:lnTo>
                  <a:pt x="138671" y="42672"/>
                </a:lnTo>
                <a:lnTo>
                  <a:pt x="140195" y="54864"/>
                </a:lnTo>
                <a:lnTo>
                  <a:pt x="140195" y="32766"/>
                </a:lnTo>
                <a:lnTo>
                  <a:pt x="138671" y="32004"/>
                </a:lnTo>
                <a:lnTo>
                  <a:pt x="129527" y="32004"/>
                </a:lnTo>
                <a:lnTo>
                  <a:pt x="117055" y="34734"/>
                </a:lnTo>
                <a:lnTo>
                  <a:pt x="107429" y="42481"/>
                </a:lnTo>
                <a:lnTo>
                  <a:pt x="107340" y="42672"/>
                </a:lnTo>
                <a:lnTo>
                  <a:pt x="101244" y="54495"/>
                </a:lnTo>
                <a:lnTo>
                  <a:pt x="101193" y="54864"/>
                </a:lnTo>
                <a:lnTo>
                  <a:pt x="99047" y="70104"/>
                </a:lnTo>
                <a:lnTo>
                  <a:pt x="100977" y="84340"/>
                </a:lnTo>
                <a:lnTo>
                  <a:pt x="106476" y="94869"/>
                </a:lnTo>
                <a:lnTo>
                  <a:pt x="115125" y="101384"/>
                </a:lnTo>
                <a:lnTo>
                  <a:pt x="126479" y="103632"/>
                </a:lnTo>
                <a:lnTo>
                  <a:pt x="137058" y="101930"/>
                </a:lnTo>
                <a:lnTo>
                  <a:pt x="145910" y="96964"/>
                </a:lnTo>
                <a:lnTo>
                  <a:pt x="149440" y="92964"/>
                </a:lnTo>
                <a:lnTo>
                  <a:pt x="153060" y="88836"/>
                </a:lnTo>
                <a:lnTo>
                  <a:pt x="158496" y="77724"/>
                </a:lnTo>
                <a:close/>
              </a:path>
              <a:path w="655319" h="104140">
                <a:moveTo>
                  <a:pt x="214871" y="77711"/>
                </a:moveTo>
                <a:lnTo>
                  <a:pt x="211823" y="71615"/>
                </a:lnTo>
                <a:lnTo>
                  <a:pt x="202679" y="67043"/>
                </a:lnTo>
                <a:lnTo>
                  <a:pt x="185915" y="56375"/>
                </a:lnTo>
                <a:lnTo>
                  <a:pt x="181343" y="53327"/>
                </a:lnTo>
                <a:lnTo>
                  <a:pt x="178295" y="50279"/>
                </a:lnTo>
                <a:lnTo>
                  <a:pt x="178295" y="39611"/>
                </a:lnTo>
                <a:lnTo>
                  <a:pt x="182867" y="35039"/>
                </a:lnTo>
                <a:lnTo>
                  <a:pt x="190487" y="35039"/>
                </a:lnTo>
                <a:lnTo>
                  <a:pt x="196545" y="36207"/>
                </a:lnTo>
                <a:lnTo>
                  <a:pt x="201155" y="39801"/>
                </a:lnTo>
                <a:lnTo>
                  <a:pt x="204635" y="45974"/>
                </a:lnTo>
                <a:lnTo>
                  <a:pt x="207251" y="54851"/>
                </a:lnTo>
                <a:lnTo>
                  <a:pt x="210299" y="54851"/>
                </a:lnTo>
                <a:lnTo>
                  <a:pt x="210197" y="53327"/>
                </a:lnTo>
                <a:lnTo>
                  <a:pt x="208775" y="33515"/>
                </a:lnTo>
                <a:lnTo>
                  <a:pt x="207251" y="33515"/>
                </a:lnTo>
                <a:lnTo>
                  <a:pt x="205727" y="35039"/>
                </a:lnTo>
                <a:lnTo>
                  <a:pt x="202679" y="35039"/>
                </a:lnTo>
                <a:lnTo>
                  <a:pt x="201155" y="33515"/>
                </a:lnTo>
                <a:lnTo>
                  <a:pt x="198107" y="33515"/>
                </a:lnTo>
                <a:lnTo>
                  <a:pt x="193535" y="31991"/>
                </a:lnTo>
                <a:lnTo>
                  <a:pt x="190487" y="31991"/>
                </a:lnTo>
                <a:lnTo>
                  <a:pt x="181368" y="33350"/>
                </a:lnTo>
                <a:lnTo>
                  <a:pt x="174675" y="37134"/>
                </a:lnTo>
                <a:lnTo>
                  <a:pt x="170561" y="42926"/>
                </a:lnTo>
                <a:lnTo>
                  <a:pt x="169151" y="50279"/>
                </a:lnTo>
                <a:lnTo>
                  <a:pt x="170091" y="56642"/>
                </a:lnTo>
                <a:lnTo>
                  <a:pt x="173151" y="62280"/>
                </a:lnTo>
                <a:lnTo>
                  <a:pt x="178803" y="67640"/>
                </a:lnTo>
                <a:lnTo>
                  <a:pt x="187439" y="73139"/>
                </a:lnTo>
                <a:lnTo>
                  <a:pt x="196583" y="77711"/>
                </a:lnTo>
                <a:lnTo>
                  <a:pt x="201155" y="80759"/>
                </a:lnTo>
                <a:lnTo>
                  <a:pt x="204203" y="85331"/>
                </a:lnTo>
                <a:lnTo>
                  <a:pt x="204203" y="97536"/>
                </a:lnTo>
                <a:lnTo>
                  <a:pt x="199631" y="100584"/>
                </a:lnTo>
                <a:lnTo>
                  <a:pt x="192011" y="100584"/>
                </a:lnTo>
                <a:lnTo>
                  <a:pt x="184200" y="99606"/>
                </a:lnTo>
                <a:lnTo>
                  <a:pt x="178676" y="96202"/>
                </a:lnTo>
                <a:lnTo>
                  <a:pt x="174866" y="89649"/>
                </a:lnTo>
                <a:lnTo>
                  <a:pt x="172199" y="79235"/>
                </a:lnTo>
                <a:lnTo>
                  <a:pt x="169151" y="79235"/>
                </a:lnTo>
                <a:lnTo>
                  <a:pt x="169151" y="103632"/>
                </a:lnTo>
                <a:lnTo>
                  <a:pt x="172199" y="103632"/>
                </a:lnTo>
                <a:lnTo>
                  <a:pt x="172199" y="102108"/>
                </a:lnTo>
                <a:lnTo>
                  <a:pt x="181343" y="102108"/>
                </a:lnTo>
                <a:lnTo>
                  <a:pt x="185915" y="103632"/>
                </a:lnTo>
                <a:lnTo>
                  <a:pt x="193535" y="103632"/>
                </a:lnTo>
                <a:lnTo>
                  <a:pt x="202018" y="102273"/>
                </a:lnTo>
                <a:lnTo>
                  <a:pt x="202311" y="102108"/>
                </a:lnTo>
                <a:lnTo>
                  <a:pt x="205041" y="100584"/>
                </a:lnTo>
                <a:lnTo>
                  <a:pt x="208775" y="98488"/>
                </a:lnTo>
                <a:lnTo>
                  <a:pt x="213258" y="92697"/>
                </a:lnTo>
                <a:lnTo>
                  <a:pt x="214871" y="85331"/>
                </a:lnTo>
                <a:lnTo>
                  <a:pt x="214871" y="77711"/>
                </a:lnTo>
                <a:close/>
              </a:path>
              <a:path w="655319" h="104140">
                <a:moveTo>
                  <a:pt x="292608" y="94475"/>
                </a:moveTo>
                <a:lnTo>
                  <a:pt x="284988" y="94475"/>
                </a:lnTo>
                <a:lnTo>
                  <a:pt x="283464" y="92951"/>
                </a:lnTo>
                <a:lnTo>
                  <a:pt x="283464" y="91427"/>
                </a:lnTo>
                <a:lnTo>
                  <a:pt x="283464" y="35039"/>
                </a:lnTo>
                <a:lnTo>
                  <a:pt x="259080" y="35039"/>
                </a:lnTo>
                <a:lnTo>
                  <a:pt x="259080" y="36563"/>
                </a:lnTo>
                <a:lnTo>
                  <a:pt x="269748" y="36563"/>
                </a:lnTo>
                <a:lnTo>
                  <a:pt x="271272" y="38087"/>
                </a:lnTo>
                <a:lnTo>
                  <a:pt x="271272" y="86855"/>
                </a:lnTo>
                <a:lnTo>
                  <a:pt x="263652" y="94475"/>
                </a:lnTo>
                <a:lnTo>
                  <a:pt x="259080" y="95999"/>
                </a:lnTo>
                <a:lnTo>
                  <a:pt x="248412" y="95999"/>
                </a:lnTo>
                <a:lnTo>
                  <a:pt x="243840" y="91427"/>
                </a:lnTo>
                <a:lnTo>
                  <a:pt x="243840" y="35039"/>
                </a:lnTo>
                <a:lnTo>
                  <a:pt x="222504" y="35039"/>
                </a:lnTo>
                <a:lnTo>
                  <a:pt x="230124" y="36563"/>
                </a:lnTo>
                <a:lnTo>
                  <a:pt x="231648" y="38087"/>
                </a:lnTo>
                <a:lnTo>
                  <a:pt x="231648" y="85331"/>
                </a:lnTo>
                <a:lnTo>
                  <a:pt x="232791" y="93332"/>
                </a:lnTo>
                <a:lnTo>
                  <a:pt x="236220" y="99047"/>
                </a:lnTo>
                <a:lnTo>
                  <a:pt x="241935" y="102476"/>
                </a:lnTo>
                <a:lnTo>
                  <a:pt x="249936" y="103619"/>
                </a:lnTo>
                <a:lnTo>
                  <a:pt x="254508" y="103619"/>
                </a:lnTo>
                <a:lnTo>
                  <a:pt x="260604" y="102095"/>
                </a:lnTo>
                <a:lnTo>
                  <a:pt x="266700" y="95999"/>
                </a:lnTo>
                <a:lnTo>
                  <a:pt x="271272" y="91427"/>
                </a:lnTo>
                <a:lnTo>
                  <a:pt x="271272" y="103619"/>
                </a:lnTo>
                <a:lnTo>
                  <a:pt x="272796" y="103619"/>
                </a:lnTo>
                <a:lnTo>
                  <a:pt x="278892" y="100571"/>
                </a:lnTo>
                <a:lnTo>
                  <a:pt x="284988" y="99047"/>
                </a:lnTo>
                <a:lnTo>
                  <a:pt x="292608" y="97523"/>
                </a:lnTo>
                <a:lnTo>
                  <a:pt x="292608" y="94475"/>
                </a:lnTo>
                <a:close/>
              </a:path>
              <a:path w="655319" h="104140">
                <a:moveTo>
                  <a:pt x="335267" y="100584"/>
                </a:moveTo>
                <a:lnTo>
                  <a:pt x="326123" y="100584"/>
                </a:lnTo>
                <a:lnTo>
                  <a:pt x="324599" y="99060"/>
                </a:lnTo>
                <a:lnTo>
                  <a:pt x="324599" y="0"/>
                </a:lnTo>
                <a:lnTo>
                  <a:pt x="323075" y="0"/>
                </a:lnTo>
                <a:lnTo>
                  <a:pt x="315455" y="3048"/>
                </a:lnTo>
                <a:lnTo>
                  <a:pt x="310883" y="4572"/>
                </a:lnTo>
                <a:lnTo>
                  <a:pt x="300215" y="6096"/>
                </a:lnTo>
                <a:lnTo>
                  <a:pt x="300215" y="7620"/>
                </a:lnTo>
                <a:lnTo>
                  <a:pt x="310883" y="7620"/>
                </a:lnTo>
                <a:lnTo>
                  <a:pt x="312407" y="9144"/>
                </a:lnTo>
                <a:lnTo>
                  <a:pt x="312407" y="97536"/>
                </a:lnTo>
                <a:lnTo>
                  <a:pt x="309359" y="100584"/>
                </a:lnTo>
                <a:lnTo>
                  <a:pt x="300215" y="100584"/>
                </a:lnTo>
                <a:lnTo>
                  <a:pt x="300215" y="102108"/>
                </a:lnTo>
                <a:lnTo>
                  <a:pt x="335267" y="102108"/>
                </a:lnTo>
                <a:lnTo>
                  <a:pt x="335267" y="100584"/>
                </a:lnTo>
                <a:close/>
              </a:path>
              <a:path w="655319" h="104140">
                <a:moveTo>
                  <a:pt x="381000" y="92951"/>
                </a:moveTo>
                <a:lnTo>
                  <a:pt x="377952" y="91427"/>
                </a:lnTo>
                <a:lnTo>
                  <a:pt x="373380" y="95999"/>
                </a:lnTo>
                <a:lnTo>
                  <a:pt x="364236" y="95999"/>
                </a:lnTo>
                <a:lnTo>
                  <a:pt x="361188" y="91427"/>
                </a:lnTo>
                <a:lnTo>
                  <a:pt x="361188" y="38087"/>
                </a:lnTo>
                <a:lnTo>
                  <a:pt x="376428" y="38087"/>
                </a:lnTo>
                <a:lnTo>
                  <a:pt x="376428" y="33515"/>
                </a:lnTo>
                <a:lnTo>
                  <a:pt x="361188" y="33515"/>
                </a:lnTo>
                <a:lnTo>
                  <a:pt x="361188" y="15227"/>
                </a:lnTo>
                <a:lnTo>
                  <a:pt x="359664" y="16751"/>
                </a:lnTo>
                <a:lnTo>
                  <a:pt x="358140" y="16751"/>
                </a:lnTo>
                <a:lnTo>
                  <a:pt x="358140" y="18275"/>
                </a:lnTo>
                <a:lnTo>
                  <a:pt x="352044" y="27419"/>
                </a:lnTo>
                <a:lnTo>
                  <a:pt x="347472" y="33515"/>
                </a:lnTo>
                <a:lnTo>
                  <a:pt x="342900" y="35039"/>
                </a:lnTo>
                <a:lnTo>
                  <a:pt x="341376" y="36563"/>
                </a:lnTo>
                <a:lnTo>
                  <a:pt x="341376" y="38087"/>
                </a:lnTo>
                <a:lnTo>
                  <a:pt x="348996" y="38087"/>
                </a:lnTo>
                <a:lnTo>
                  <a:pt x="348996" y="97523"/>
                </a:lnTo>
                <a:lnTo>
                  <a:pt x="353568" y="103619"/>
                </a:lnTo>
                <a:lnTo>
                  <a:pt x="370332" y="103619"/>
                </a:lnTo>
                <a:lnTo>
                  <a:pt x="374904" y="100571"/>
                </a:lnTo>
                <a:lnTo>
                  <a:pt x="378561" y="95999"/>
                </a:lnTo>
                <a:lnTo>
                  <a:pt x="381000" y="92951"/>
                </a:lnTo>
                <a:close/>
              </a:path>
              <a:path w="655319" h="104140">
                <a:moveTo>
                  <a:pt x="448043" y="92964"/>
                </a:moveTo>
                <a:lnTo>
                  <a:pt x="446519" y="96012"/>
                </a:lnTo>
                <a:lnTo>
                  <a:pt x="438899" y="96012"/>
                </a:lnTo>
                <a:lnTo>
                  <a:pt x="437375" y="94488"/>
                </a:lnTo>
                <a:lnTo>
                  <a:pt x="437375" y="60960"/>
                </a:lnTo>
                <a:lnTo>
                  <a:pt x="437375" y="44196"/>
                </a:lnTo>
                <a:lnTo>
                  <a:pt x="434327" y="41148"/>
                </a:lnTo>
                <a:lnTo>
                  <a:pt x="431279" y="35052"/>
                </a:lnTo>
                <a:lnTo>
                  <a:pt x="425183" y="32004"/>
                </a:lnTo>
                <a:lnTo>
                  <a:pt x="406895" y="32004"/>
                </a:lnTo>
                <a:lnTo>
                  <a:pt x="400799" y="33528"/>
                </a:lnTo>
                <a:lnTo>
                  <a:pt x="393179" y="41148"/>
                </a:lnTo>
                <a:lnTo>
                  <a:pt x="390131" y="45720"/>
                </a:lnTo>
                <a:lnTo>
                  <a:pt x="390131" y="53340"/>
                </a:lnTo>
                <a:lnTo>
                  <a:pt x="393179" y="56388"/>
                </a:lnTo>
                <a:lnTo>
                  <a:pt x="399275" y="56388"/>
                </a:lnTo>
                <a:lnTo>
                  <a:pt x="403847" y="53340"/>
                </a:lnTo>
                <a:lnTo>
                  <a:pt x="403847" y="48768"/>
                </a:lnTo>
                <a:lnTo>
                  <a:pt x="402323" y="47244"/>
                </a:lnTo>
                <a:lnTo>
                  <a:pt x="402323" y="38100"/>
                </a:lnTo>
                <a:lnTo>
                  <a:pt x="406895" y="35052"/>
                </a:lnTo>
                <a:lnTo>
                  <a:pt x="420611" y="35052"/>
                </a:lnTo>
                <a:lnTo>
                  <a:pt x="425183" y="39624"/>
                </a:lnTo>
                <a:lnTo>
                  <a:pt x="425183" y="57912"/>
                </a:lnTo>
                <a:lnTo>
                  <a:pt x="425183" y="60960"/>
                </a:lnTo>
                <a:lnTo>
                  <a:pt x="425183" y="91440"/>
                </a:lnTo>
                <a:lnTo>
                  <a:pt x="422135" y="92964"/>
                </a:lnTo>
                <a:lnTo>
                  <a:pt x="412991" y="96012"/>
                </a:lnTo>
                <a:lnTo>
                  <a:pt x="405371" y="96012"/>
                </a:lnTo>
                <a:lnTo>
                  <a:pt x="400799" y="91440"/>
                </a:lnTo>
                <a:lnTo>
                  <a:pt x="400799" y="83820"/>
                </a:lnTo>
                <a:lnTo>
                  <a:pt x="402043" y="77457"/>
                </a:lnTo>
                <a:lnTo>
                  <a:pt x="406133" y="71818"/>
                </a:lnTo>
                <a:lnTo>
                  <a:pt x="413664" y="66459"/>
                </a:lnTo>
                <a:lnTo>
                  <a:pt x="425183" y="60960"/>
                </a:lnTo>
                <a:lnTo>
                  <a:pt x="425183" y="57912"/>
                </a:lnTo>
                <a:lnTo>
                  <a:pt x="390131" y="77724"/>
                </a:lnTo>
                <a:lnTo>
                  <a:pt x="387083" y="83820"/>
                </a:lnTo>
                <a:lnTo>
                  <a:pt x="387083" y="97536"/>
                </a:lnTo>
                <a:lnTo>
                  <a:pt x="393179" y="103632"/>
                </a:lnTo>
                <a:lnTo>
                  <a:pt x="409943" y="103632"/>
                </a:lnTo>
                <a:lnTo>
                  <a:pt x="416039" y="100584"/>
                </a:lnTo>
                <a:lnTo>
                  <a:pt x="422897" y="96012"/>
                </a:lnTo>
                <a:lnTo>
                  <a:pt x="425183" y="94488"/>
                </a:lnTo>
                <a:lnTo>
                  <a:pt x="426707" y="100584"/>
                </a:lnTo>
                <a:lnTo>
                  <a:pt x="428231" y="103632"/>
                </a:lnTo>
                <a:lnTo>
                  <a:pt x="440423" y="103632"/>
                </a:lnTo>
                <a:lnTo>
                  <a:pt x="443471" y="102108"/>
                </a:lnTo>
                <a:lnTo>
                  <a:pt x="448043" y="97536"/>
                </a:lnTo>
                <a:lnTo>
                  <a:pt x="448043" y="96012"/>
                </a:lnTo>
                <a:lnTo>
                  <a:pt x="448043" y="92964"/>
                </a:lnTo>
                <a:close/>
              </a:path>
              <a:path w="655319" h="104140">
                <a:moveTo>
                  <a:pt x="521208" y="100584"/>
                </a:moveTo>
                <a:lnTo>
                  <a:pt x="513588" y="100584"/>
                </a:lnTo>
                <a:lnTo>
                  <a:pt x="512064" y="97536"/>
                </a:lnTo>
                <a:lnTo>
                  <a:pt x="512064" y="54864"/>
                </a:lnTo>
                <a:lnTo>
                  <a:pt x="510933" y="45732"/>
                </a:lnTo>
                <a:lnTo>
                  <a:pt x="507682" y="39052"/>
                </a:lnTo>
                <a:lnTo>
                  <a:pt x="502412" y="34925"/>
                </a:lnTo>
                <a:lnTo>
                  <a:pt x="495300" y="33528"/>
                </a:lnTo>
                <a:lnTo>
                  <a:pt x="487680" y="33528"/>
                </a:lnTo>
                <a:lnTo>
                  <a:pt x="483108" y="35052"/>
                </a:lnTo>
                <a:lnTo>
                  <a:pt x="472440" y="44196"/>
                </a:lnTo>
                <a:lnTo>
                  <a:pt x="472440" y="33528"/>
                </a:lnTo>
                <a:lnTo>
                  <a:pt x="470916" y="33528"/>
                </a:lnTo>
                <a:lnTo>
                  <a:pt x="464820" y="36576"/>
                </a:lnTo>
                <a:lnTo>
                  <a:pt x="458724" y="38100"/>
                </a:lnTo>
                <a:lnTo>
                  <a:pt x="451104" y="39624"/>
                </a:lnTo>
                <a:lnTo>
                  <a:pt x="451104" y="41148"/>
                </a:lnTo>
                <a:lnTo>
                  <a:pt x="458724" y="41148"/>
                </a:lnTo>
                <a:lnTo>
                  <a:pt x="460248" y="42672"/>
                </a:lnTo>
                <a:lnTo>
                  <a:pt x="460248" y="97536"/>
                </a:lnTo>
                <a:lnTo>
                  <a:pt x="458724" y="100584"/>
                </a:lnTo>
                <a:lnTo>
                  <a:pt x="451104" y="100584"/>
                </a:lnTo>
                <a:lnTo>
                  <a:pt x="451104" y="102108"/>
                </a:lnTo>
                <a:lnTo>
                  <a:pt x="483108" y="102108"/>
                </a:lnTo>
                <a:lnTo>
                  <a:pt x="483108" y="100584"/>
                </a:lnTo>
                <a:lnTo>
                  <a:pt x="475488" y="100584"/>
                </a:lnTo>
                <a:lnTo>
                  <a:pt x="472440" y="99060"/>
                </a:lnTo>
                <a:lnTo>
                  <a:pt x="472440" y="48768"/>
                </a:lnTo>
                <a:lnTo>
                  <a:pt x="480060" y="42672"/>
                </a:lnTo>
                <a:lnTo>
                  <a:pt x="483108" y="39624"/>
                </a:lnTo>
                <a:lnTo>
                  <a:pt x="496824" y="39624"/>
                </a:lnTo>
                <a:lnTo>
                  <a:pt x="499872" y="45720"/>
                </a:lnTo>
                <a:lnTo>
                  <a:pt x="499872" y="97536"/>
                </a:lnTo>
                <a:lnTo>
                  <a:pt x="498348" y="100584"/>
                </a:lnTo>
                <a:lnTo>
                  <a:pt x="490728" y="100584"/>
                </a:lnTo>
                <a:lnTo>
                  <a:pt x="490728" y="102108"/>
                </a:lnTo>
                <a:lnTo>
                  <a:pt x="521208" y="102108"/>
                </a:lnTo>
                <a:lnTo>
                  <a:pt x="521208" y="100584"/>
                </a:lnTo>
                <a:close/>
              </a:path>
              <a:path w="655319" h="104140">
                <a:moveTo>
                  <a:pt x="566928" y="92951"/>
                </a:moveTo>
                <a:lnTo>
                  <a:pt x="563880" y="91427"/>
                </a:lnTo>
                <a:lnTo>
                  <a:pt x="560832" y="94475"/>
                </a:lnTo>
                <a:lnTo>
                  <a:pt x="557784" y="95999"/>
                </a:lnTo>
                <a:lnTo>
                  <a:pt x="550164" y="95999"/>
                </a:lnTo>
                <a:lnTo>
                  <a:pt x="547116" y="91427"/>
                </a:lnTo>
                <a:lnTo>
                  <a:pt x="547116" y="38087"/>
                </a:lnTo>
                <a:lnTo>
                  <a:pt x="562356" y="38087"/>
                </a:lnTo>
                <a:lnTo>
                  <a:pt x="562356" y="33515"/>
                </a:lnTo>
                <a:lnTo>
                  <a:pt x="547116" y="33515"/>
                </a:lnTo>
                <a:lnTo>
                  <a:pt x="547116" y="15227"/>
                </a:lnTo>
                <a:lnTo>
                  <a:pt x="545592" y="15227"/>
                </a:lnTo>
                <a:lnTo>
                  <a:pt x="545592" y="16751"/>
                </a:lnTo>
                <a:lnTo>
                  <a:pt x="544068" y="16751"/>
                </a:lnTo>
                <a:lnTo>
                  <a:pt x="544068" y="18275"/>
                </a:lnTo>
                <a:lnTo>
                  <a:pt x="537972" y="27419"/>
                </a:lnTo>
                <a:lnTo>
                  <a:pt x="533400" y="33515"/>
                </a:lnTo>
                <a:lnTo>
                  <a:pt x="528828" y="35039"/>
                </a:lnTo>
                <a:lnTo>
                  <a:pt x="527304" y="36563"/>
                </a:lnTo>
                <a:lnTo>
                  <a:pt x="527304" y="38087"/>
                </a:lnTo>
                <a:lnTo>
                  <a:pt x="534924" y="38087"/>
                </a:lnTo>
                <a:lnTo>
                  <a:pt x="534924" y="97523"/>
                </a:lnTo>
                <a:lnTo>
                  <a:pt x="539496" y="103619"/>
                </a:lnTo>
                <a:lnTo>
                  <a:pt x="554736" y="103619"/>
                </a:lnTo>
                <a:lnTo>
                  <a:pt x="560832" y="100571"/>
                </a:lnTo>
                <a:lnTo>
                  <a:pt x="564489" y="95999"/>
                </a:lnTo>
                <a:lnTo>
                  <a:pt x="566928" y="92951"/>
                </a:lnTo>
                <a:close/>
              </a:path>
              <a:path w="655319" h="104140">
                <a:moveTo>
                  <a:pt x="620255" y="77711"/>
                </a:moveTo>
                <a:lnTo>
                  <a:pt x="615683" y="71615"/>
                </a:lnTo>
                <a:lnTo>
                  <a:pt x="606539" y="67043"/>
                </a:lnTo>
                <a:lnTo>
                  <a:pt x="589775" y="56375"/>
                </a:lnTo>
                <a:lnTo>
                  <a:pt x="585203" y="53327"/>
                </a:lnTo>
                <a:lnTo>
                  <a:pt x="583679" y="50279"/>
                </a:lnTo>
                <a:lnTo>
                  <a:pt x="583679" y="39611"/>
                </a:lnTo>
                <a:lnTo>
                  <a:pt x="588251" y="35039"/>
                </a:lnTo>
                <a:lnTo>
                  <a:pt x="595871" y="35039"/>
                </a:lnTo>
                <a:lnTo>
                  <a:pt x="601929" y="36207"/>
                </a:lnTo>
                <a:lnTo>
                  <a:pt x="606539" y="39801"/>
                </a:lnTo>
                <a:lnTo>
                  <a:pt x="610019" y="45974"/>
                </a:lnTo>
                <a:lnTo>
                  <a:pt x="612635" y="54851"/>
                </a:lnTo>
                <a:lnTo>
                  <a:pt x="615683" y="54851"/>
                </a:lnTo>
                <a:lnTo>
                  <a:pt x="615581" y="53327"/>
                </a:lnTo>
                <a:lnTo>
                  <a:pt x="614159" y="33515"/>
                </a:lnTo>
                <a:lnTo>
                  <a:pt x="612635" y="33515"/>
                </a:lnTo>
                <a:lnTo>
                  <a:pt x="611111" y="35039"/>
                </a:lnTo>
                <a:lnTo>
                  <a:pt x="608063" y="35039"/>
                </a:lnTo>
                <a:lnTo>
                  <a:pt x="606539" y="33515"/>
                </a:lnTo>
                <a:lnTo>
                  <a:pt x="603491" y="33515"/>
                </a:lnTo>
                <a:lnTo>
                  <a:pt x="598919" y="31991"/>
                </a:lnTo>
                <a:lnTo>
                  <a:pt x="595871" y="31991"/>
                </a:lnTo>
                <a:lnTo>
                  <a:pt x="586752" y="33350"/>
                </a:lnTo>
                <a:lnTo>
                  <a:pt x="580059" y="37134"/>
                </a:lnTo>
                <a:lnTo>
                  <a:pt x="575945" y="42926"/>
                </a:lnTo>
                <a:lnTo>
                  <a:pt x="574535" y="50279"/>
                </a:lnTo>
                <a:lnTo>
                  <a:pt x="575449" y="56642"/>
                </a:lnTo>
                <a:lnTo>
                  <a:pt x="578345" y="62280"/>
                </a:lnTo>
                <a:lnTo>
                  <a:pt x="583539" y="67640"/>
                </a:lnTo>
                <a:lnTo>
                  <a:pt x="591299" y="73139"/>
                </a:lnTo>
                <a:lnTo>
                  <a:pt x="606539" y="80759"/>
                </a:lnTo>
                <a:lnTo>
                  <a:pt x="609587" y="85331"/>
                </a:lnTo>
                <a:lnTo>
                  <a:pt x="609587" y="97536"/>
                </a:lnTo>
                <a:lnTo>
                  <a:pt x="605015" y="100584"/>
                </a:lnTo>
                <a:lnTo>
                  <a:pt x="595871" y="100584"/>
                </a:lnTo>
                <a:lnTo>
                  <a:pt x="588924" y="99606"/>
                </a:lnTo>
                <a:lnTo>
                  <a:pt x="583679" y="96202"/>
                </a:lnTo>
                <a:lnTo>
                  <a:pt x="579589" y="89649"/>
                </a:lnTo>
                <a:lnTo>
                  <a:pt x="576059" y="79235"/>
                </a:lnTo>
                <a:lnTo>
                  <a:pt x="574535" y="79235"/>
                </a:lnTo>
                <a:lnTo>
                  <a:pt x="574535" y="103632"/>
                </a:lnTo>
                <a:lnTo>
                  <a:pt x="576059" y="103632"/>
                </a:lnTo>
                <a:lnTo>
                  <a:pt x="577583" y="102108"/>
                </a:lnTo>
                <a:lnTo>
                  <a:pt x="586727" y="102108"/>
                </a:lnTo>
                <a:lnTo>
                  <a:pt x="591299" y="103632"/>
                </a:lnTo>
                <a:lnTo>
                  <a:pt x="598919" y="103632"/>
                </a:lnTo>
                <a:lnTo>
                  <a:pt x="620255" y="85331"/>
                </a:lnTo>
                <a:lnTo>
                  <a:pt x="620255" y="77711"/>
                </a:lnTo>
                <a:close/>
              </a:path>
              <a:path w="655319" h="104140">
                <a:moveTo>
                  <a:pt x="655320" y="91427"/>
                </a:moveTo>
                <a:lnTo>
                  <a:pt x="650748" y="86855"/>
                </a:lnTo>
                <a:lnTo>
                  <a:pt x="641604" y="86855"/>
                </a:lnTo>
                <a:lnTo>
                  <a:pt x="638556" y="91427"/>
                </a:lnTo>
                <a:lnTo>
                  <a:pt x="638556" y="100571"/>
                </a:lnTo>
                <a:lnTo>
                  <a:pt x="641604" y="103619"/>
                </a:lnTo>
                <a:lnTo>
                  <a:pt x="650748" y="103619"/>
                </a:lnTo>
                <a:lnTo>
                  <a:pt x="655320" y="100571"/>
                </a:lnTo>
                <a:lnTo>
                  <a:pt x="655320" y="91427"/>
                </a:lnTo>
                <a:close/>
              </a:path>
              <a:path w="655319" h="104140">
                <a:moveTo>
                  <a:pt x="655320" y="36563"/>
                </a:moveTo>
                <a:lnTo>
                  <a:pt x="650748" y="31991"/>
                </a:lnTo>
                <a:lnTo>
                  <a:pt x="641604" y="31991"/>
                </a:lnTo>
                <a:lnTo>
                  <a:pt x="638556" y="36563"/>
                </a:lnTo>
                <a:lnTo>
                  <a:pt x="638556" y="45707"/>
                </a:lnTo>
                <a:lnTo>
                  <a:pt x="641604" y="48755"/>
                </a:lnTo>
                <a:lnTo>
                  <a:pt x="650748" y="48755"/>
                </a:lnTo>
                <a:lnTo>
                  <a:pt x="655320" y="45707"/>
                </a:lnTo>
                <a:lnTo>
                  <a:pt x="655320" y="365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" name="object 70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016251" y="6620256"/>
            <a:ext cx="105156" cy="102108"/>
          </a:xfrm>
          <a:prstGeom prst="rect">
            <a:avLst/>
          </a:prstGeom>
        </p:spPr>
      </p:pic>
      <p:sp>
        <p:nvSpPr>
          <p:cNvPr id="71" name="object 71" descr=""/>
          <p:cNvSpPr/>
          <p:nvPr/>
        </p:nvSpPr>
        <p:spPr>
          <a:xfrm>
            <a:off x="2173224" y="6662928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5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5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2" name="object 72" descr=""/>
          <p:cNvGrpSpPr/>
          <p:nvPr/>
        </p:nvGrpSpPr>
        <p:grpSpPr>
          <a:xfrm>
            <a:off x="2310383" y="6617207"/>
            <a:ext cx="340360" cy="140335"/>
            <a:chOff x="2310383" y="6617207"/>
            <a:chExt cx="340360" cy="140335"/>
          </a:xfrm>
        </p:grpSpPr>
        <p:pic>
          <p:nvPicPr>
            <p:cNvPr id="73" name="object 7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310383" y="6617207"/>
              <a:ext cx="143255" cy="140208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491739" y="6621779"/>
              <a:ext cx="158495" cy="124967"/>
            </a:xfrm>
            <a:prstGeom prst="rect">
              <a:avLst/>
            </a:prstGeom>
          </p:spPr>
        </p:pic>
      </p:grpSp>
      <p:pic>
        <p:nvPicPr>
          <p:cNvPr id="75" name="object 75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2842260" y="6621780"/>
            <a:ext cx="216407" cy="124967"/>
          </a:xfrm>
          <a:prstGeom prst="rect">
            <a:avLst/>
          </a:prstGeom>
        </p:spPr>
      </p:pic>
      <p:sp>
        <p:nvSpPr>
          <p:cNvPr id="76" name="object 76" descr=""/>
          <p:cNvSpPr/>
          <p:nvPr/>
        </p:nvSpPr>
        <p:spPr>
          <a:xfrm>
            <a:off x="3125724" y="6662928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5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5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7" name="object 77" descr=""/>
          <p:cNvGrpSpPr/>
          <p:nvPr/>
        </p:nvGrpSpPr>
        <p:grpSpPr>
          <a:xfrm>
            <a:off x="3261359" y="6614159"/>
            <a:ext cx="315595" cy="143510"/>
            <a:chOff x="3261359" y="6614159"/>
            <a:chExt cx="315595" cy="143510"/>
          </a:xfrm>
        </p:grpSpPr>
        <p:pic>
          <p:nvPicPr>
            <p:cNvPr id="78" name="object 7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261359" y="6617207"/>
              <a:ext cx="143256" cy="140208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432047" y="6614159"/>
              <a:ext cx="144780" cy="138684"/>
            </a:xfrm>
            <a:prstGeom prst="rect">
              <a:avLst/>
            </a:prstGeom>
          </p:spPr>
        </p:pic>
      </p:grpSp>
      <p:grpSp>
        <p:nvGrpSpPr>
          <p:cNvPr id="80" name="object 80" descr=""/>
          <p:cNvGrpSpPr/>
          <p:nvPr/>
        </p:nvGrpSpPr>
        <p:grpSpPr>
          <a:xfrm>
            <a:off x="3630167" y="6614159"/>
            <a:ext cx="295910" cy="139065"/>
            <a:chOff x="3630167" y="6614159"/>
            <a:chExt cx="295910" cy="139065"/>
          </a:xfrm>
        </p:grpSpPr>
        <p:pic>
          <p:nvPicPr>
            <p:cNvPr id="81" name="object 8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630167" y="6643115"/>
              <a:ext cx="79248" cy="80772"/>
            </a:xfrm>
            <a:prstGeom prst="rect">
              <a:avLst/>
            </a:prstGeom>
          </p:spPr>
        </p:pic>
        <p:pic>
          <p:nvPicPr>
            <p:cNvPr id="82" name="object 82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753612" y="6614159"/>
              <a:ext cx="172211" cy="138684"/>
            </a:xfrm>
            <a:prstGeom prst="rect">
              <a:avLst/>
            </a:prstGeom>
          </p:spPr>
        </p:pic>
      </p:grpSp>
      <p:pic>
        <p:nvPicPr>
          <p:cNvPr id="83" name="object 83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3983736" y="6644640"/>
            <a:ext cx="79248" cy="77724"/>
          </a:xfrm>
          <a:prstGeom prst="rect">
            <a:avLst/>
          </a:prstGeom>
        </p:spPr>
      </p:pic>
      <p:grpSp>
        <p:nvGrpSpPr>
          <p:cNvPr id="84" name="object 84" descr=""/>
          <p:cNvGrpSpPr/>
          <p:nvPr/>
        </p:nvGrpSpPr>
        <p:grpSpPr>
          <a:xfrm>
            <a:off x="4113276" y="6617207"/>
            <a:ext cx="390525" cy="140335"/>
            <a:chOff x="4113276" y="6617207"/>
            <a:chExt cx="390525" cy="140335"/>
          </a:xfrm>
        </p:grpSpPr>
        <p:pic>
          <p:nvPicPr>
            <p:cNvPr id="85" name="object 85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113276" y="6617207"/>
              <a:ext cx="143255" cy="140208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296156" y="6621780"/>
              <a:ext cx="167640" cy="124967"/>
            </a:xfrm>
            <a:prstGeom prst="rect">
              <a:avLst/>
            </a:prstGeom>
          </p:spPr>
        </p:pic>
        <p:sp>
          <p:nvSpPr>
            <p:cNvPr id="87" name="object 87" descr=""/>
            <p:cNvSpPr/>
            <p:nvPr/>
          </p:nvSpPr>
          <p:spPr>
            <a:xfrm>
              <a:off x="4486655" y="6707123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2191" y="16764"/>
                  </a:moveTo>
                  <a:lnTo>
                    <a:pt x="3047" y="16764"/>
                  </a:lnTo>
                  <a:lnTo>
                    <a:pt x="0" y="13716"/>
                  </a:lnTo>
                  <a:lnTo>
                    <a:pt x="0" y="4572"/>
                  </a:lnTo>
                  <a:lnTo>
                    <a:pt x="3047" y="0"/>
                  </a:lnTo>
                  <a:lnTo>
                    <a:pt x="12191" y="0"/>
                  </a:lnTo>
                  <a:lnTo>
                    <a:pt x="16763" y="4572"/>
                  </a:lnTo>
                  <a:lnTo>
                    <a:pt x="16763" y="9144"/>
                  </a:lnTo>
                  <a:lnTo>
                    <a:pt x="16763" y="13716"/>
                  </a:lnTo>
                  <a:lnTo>
                    <a:pt x="12191" y="1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 descr=""/>
          <p:cNvSpPr/>
          <p:nvPr/>
        </p:nvSpPr>
        <p:spPr>
          <a:xfrm>
            <a:off x="1164336" y="7054595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1335" y="41148"/>
                </a:moveTo>
                <a:lnTo>
                  <a:pt x="12858" y="39528"/>
                </a:lnTo>
                <a:lnTo>
                  <a:pt x="6095" y="35052"/>
                </a:lnTo>
                <a:lnTo>
                  <a:pt x="1619" y="28289"/>
                </a:lnTo>
                <a:lnTo>
                  <a:pt x="0" y="19812"/>
                </a:lnTo>
                <a:lnTo>
                  <a:pt x="1619" y="12215"/>
                </a:lnTo>
                <a:lnTo>
                  <a:pt x="6095" y="5905"/>
                </a:lnTo>
                <a:lnTo>
                  <a:pt x="12858" y="1595"/>
                </a:lnTo>
                <a:lnTo>
                  <a:pt x="21335" y="0"/>
                </a:lnTo>
                <a:lnTo>
                  <a:pt x="28932" y="1619"/>
                </a:lnTo>
                <a:lnTo>
                  <a:pt x="35242" y="6096"/>
                </a:lnTo>
                <a:lnTo>
                  <a:pt x="39552" y="12858"/>
                </a:lnTo>
                <a:lnTo>
                  <a:pt x="41147" y="21336"/>
                </a:lnTo>
                <a:lnTo>
                  <a:pt x="39552" y="28932"/>
                </a:lnTo>
                <a:lnTo>
                  <a:pt x="35242" y="35242"/>
                </a:lnTo>
                <a:lnTo>
                  <a:pt x="28932" y="39552"/>
                </a:lnTo>
                <a:lnTo>
                  <a:pt x="21335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9" name="object 89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287780" y="7021068"/>
            <a:ext cx="1446276" cy="105156"/>
          </a:xfrm>
          <a:prstGeom prst="rect">
            <a:avLst/>
          </a:prstGeom>
        </p:spPr>
      </p:pic>
      <p:pic>
        <p:nvPicPr>
          <p:cNvPr id="90" name="object 90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2804160" y="7024116"/>
            <a:ext cx="326136" cy="100584"/>
          </a:xfrm>
          <a:prstGeom prst="rect">
            <a:avLst/>
          </a:prstGeom>
        </p:spPr>
      </p:pic>
      <p:sp>
        <p:nvSpPr>
          <p:cNvPr id="91" name="object 91" descr=""/>
          <p:cNvSpPr/>
          <p:nvPr/>
        </p:nvSpPr>
        <p:spPr>
          <a:xfrm>
            <a:off x="3182111" y="7065264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4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4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2" name="object 92" descr=""/>
          <p:cNvGrpSpPr/>
          <p:nvPr/>
        </p:nvGrpSpPr>
        <p:grpSpPr>
          <a:xfrm>
            <a:off x="3328416" y="7021068"/>
            <a:ext cx="2273935" cy="135890"/>
            <a:chOff x="3328416" y="7021068"/>
            <a:chExt cx="2273935" cy="135890"/>
          </a:xfrm>
        </p:grpSpPr>
        <p:pic>
          <p:nvPicPr>
            <p:cNvPr id="93" name="object 93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328416" y="7021068"/>
              <a:ext cx="2240280" cy="135636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5585459" y="7109460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2191" y="16764"/>
                  </a:moveTo>
                  <a:lnTo>
                    <a:pt x="4571" y="16764"/>
                  </a:lnTo>
                  <a:lnTo>
                    <a:pt x="0" y="12192"/>
                  </a:lnTo>
                  <a:lnTo>
                    <a:pt x="0" y="3048"/>
                  </a:lnTo>
                  <a:lnTo>
                    <a:pt x="4571" y="0"/>
                  </a:lnTo>
                  <a:lnTo>
                    <a:pt x="12191" y="0"/>
                  </a:lnTo>
                  <a:lnTo>
                    <a:pt x="16763" y="3048"/>
                  </a:lnTo>
                  <a:lnTo>
                    <a:pt x="16763" y="9144"/>
                  </a:lnTo>
                  <a:lnTo>
                    <a:pt x="16763" y="12192"/>
                  </a:lnTo>
                  <a:lnTo>
                    <a:pt x="12191" y="1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/>
          <p:nvPr/>
        </p:nvSpPr>
        <p:spPr>
          <a:xfrm>
            <a:off x="1164336" y="7455408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1335" y="41148"/>
                </a:moveTo>
                <a:lnTo>
                  <a:pt x="12858" y="39552"/>
                </a:lnTo>
                <a:lnTo>
                  <a:pt x="6095" y="35242"/>
                </a:lnTo>
                <a:lnTo>
                  <a:pt x="1619" y="28932"/>
                </a:lnTo>
                <a:lnTo>
                  <a:pt x="0" y="21336"/>
                </a:lnTo>
                <a:lnTo>
                  <a:pt x="1619" y="12858"/>
                </a:lnTo>
                <a:lnTo>
                  <a:pt x="6095" y="6096"/>
                </a:lnTo>
                <a:lnTo>
                  <a:pt x="12858" y="1619"/>
                </a:lnTo>
                <a:lnTo>
                  <a:pt x="21335" y="0"/>
                </a:lnTo>
                <a:lnTo>
                  <a:pt x="28932" y="1619"/>
                </a:lnTo>
                <a:lnTo>
                  <a:pt x="35242" y="6096"/>
                </a:lnTo>
                <a:lnTo>
                  <a:pt x="39552" y="12858"/>
                </a:lnTo>
                <a:lnTo>
                  <a:pt x="41147" y="21336"/>
                </a:lnTo>
                <a:lnTo>
                  <a:pt x="39552" y="28932"/>
                </a:lnTo>
                <a:lnTo>
                  <a:pt x="35242" y="35242"/>
                </a:lnTo>
                <a:lnTo>
                  <a:pt x="28932" y="39552"/>
                </a:lnTo>
                <a:lnTo>
                  <a:pt x="21335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6" name="object 96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287780" y="7423404"/>
            <a:ext cx="434339" cy="103632"/>
          </a:xfrm>
          <a:prstGeom prst="rect">
            <a:avLst/>
          </a:prstGeom>
        </p:spPr>
      </p:pic>
      <p:pic>
        <p:nvPicPr>
          <p:cNvPr id="97" name="object 97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793748" y="7423404"/>
            <a:ext cx="1716024" cy="147827"/>
          </a:xfrm>
          <a:prstGeom prst="rect">
            <a:avLst/>
          </a:prstGeom>
        </p:spPr>
      </p:pic>
      <p:grpSp>
        <p:nvGrpSpPr>
          <p:cNvPr id="98" name="object 98" descr=""/>
          <p:cNvGrpSpPr/>
          <p:nvPr/>
        </p:nvGrpSpPr>
        <p:grpSpPr>
          <a:xfrm>
            <a:off x="3572255" y="7418832"/>
            <a:ext cx="131445" cy="137160"/>
            <a:chOff x="3572255" y="7418832"/>
            <a:chExt cx="131445" cy="137160"/>
          </a:xfrm>
        </p:grpSpPr>
        <p:sp>
          <p:nvSpPr>
            <p:cNvPr id="99" name="object 99" descr=""/>
            <p:cNvSpPr/>
            <p:nvPr/>
          </p:nvSpPr>
          <p:spPr>
            <a:xfrm>
              <a:off x="3572256" y="7418844"/>
              <a:ext cx="36830" cy="137160"/>
            </a:xfrm>
            <a:custGeom>
              <a:avLst/>
              <a:gdLst/>
              <a:ahLst/>
              <a:cxnLst/>
              <a:rect l="l" t="t" r="r" b="b"/>
              <a:pathLst>
                <a:path w="36829" h="137159">
                  <a:moveTo>
                    <a:pt x="6096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6096" y="137160"/>
                  </a:lnTo>
                  <a:lnTo>
                    <a:pt x="6096" y="0"/>
                  </a:lnTo>
                  <a:close/>
                </a:path>
                <a:path w="36829" h="137159">
                  <a:moveTo>
                    <a:pt x="36576" y="0"/>
                  </a:moveTo>
                  <a:lnTo>
                    <a:pt x="30480" y="0"/>
                  </a:lnTo>
                  <a:lnTo>
                    <a:pt x="30480" y="137160"/>
                  </a:lnTo>
                  <a:lnTo>
                    <a:pt x="36576" y="137160"/>
                  </a:lnTo>
                  <a:lnTo>
                    <a:pt x="365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631691" y="7456932"/>
              <a:ext cx="71628" cy="70104"/>
            </a:xfrm>
            <a:prstGeom prst="rect">
              <a:avLst/>
            </a:prstGeom>
          </p:spPr>
        </p:pic>
      </p:grpSp>
      <p:sp>
        <p:nvSpPr>
          <p:cNvPr id="101" name="object 101" descr=""/>
          <p:cNvSpPr/>
          <p:nvPr/>
        </p:nvSpPr>
        <p:spPr>
          <a:xfrm>
            <a:off x="3723132" y="7418844"/>
            <a:ext cx="109855" cy="152400"/>
          </a:xfrm>
          <a:custGeom>
            <a:avLst/>
            <a:gdLst/>
            <a:ahLst/>
            <a:cxnLst/>
            <a:rect l="l" t="t" r="r" b="b"/>
            <a:pathLst>
              <a:path w="109854" h="15240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  <a:path w="109854" h="152400">
                <a:moveTo>
                  <a:pt x="38100" y="0"/>
                </a:moveTo>
                <a:lnTo>
                  <a:pt x="30480" y="0"/>
                </a:lnTo>
                <a:lnTo>
                  <a:pt x="30480" y="137160"/>
                </a:lnTo>
                <a:lnTo>
                  <a:pt x="38100" y="137160"/>
                </a:lnTo>
                <a:lnTo>
                  <a:pt x="38100" y="0"/>
                </a:lnTo>
                <a:close/>
              </a:path>
              <a:path w="109854" h="152400">
                <a:moveTo>
                  <a:pt x="109728" y="83820"/>
                </a:moveTo>
                <a:lnTo>
                  <a:pt x="102108" y="83820"/>
                </a:lnTo>
                <a:lnTo>
                  <a:pt x="99060" y="82296"/>
                </a:lnTo>
                <a:lnTo>
                  <a:pt x="96012" y="82296"/>
                </a:lnTo>
                <a:lnTo>
                  <a:pt x="96012" y="85344"/>
                </a:lnTo>
                <a:lnTo>
                  <a:pt x="96012" y="99060"/>
                </a:lnTo>
                <a:lnTo>
                  <a:pt x="92964" y="103632"/>
                </a:lnTo>
                <a:lnTo>
                  <a:pt x="94488" y="103632"/>
                </a:lnTo>
                <a:lnTo>
                  <a:pt x="91440" y="108204"/>
                </a:lnTo>
                <a:lnTo>
                  <a:pt x="88404" y="111226"/>
                </a:lnTo>
                <a:lnTo>
                  <a:pt x="79222" y="111226"/>
                </a:lnTo>
                <a:lnTo>
                  <a:pt x="76200" y="106680"/>
                </a:lnTo>
                <a:lnTo>
                  <a:pt x="76200" y="91440"/>
                </a:lnTo>
                <a:lnTo>
                  <a:pt x="83820" y="83820"/>
                </a:lnTo>
                <a:lnTo>
                  <a:pt x="94488" y="83820"/>
                </a:lnTo>
                <a:lnTo>
                  <a:pt x="96012" y="85344"/>
                </a:lnTo>
                <a:lnTo>
                  <a:pt x="96012" y="82296"/>
                </a:lnTo>
                <a:lnTo>
                  <a:pt x="89916" y="82296"/>
                </a:lnTo>
                <a:lnTo>
                  <a:pt x="81432" y="83413"/>
                </a:lnTo>
                <a:lnTo>
                  <a:pt x="74676" y="86677"/>
                </a:lnTo>
                <a:lnTo>
                  <a:pt x="70192" y="91935"/>
                </a:lnTo>
                <a:lnTo>
                  <a:pt x="68580" y="99060"/>
                </a:lnTo>
                <a:lnTo>
                  <a:pt x="68580" y="105156"/>
                </a:lnTo>
                <a:lnTo>
                  <a:pt x="71628" y="108204"/>
                </a:lnTo>
                <a:lnTo>
                  <a:pt x="76161" y="111226"/>
                </a:lnTo>
                <a:lnTo>
                  <a:pt x="74676" y="112776"/>
                </a:lnTo>
                <a:lnTo>
                  <a:pt x="68580" y="118872"/>
                </a:lnTo>
                <a:lnTo>
                  <a:pt x="68580" y="123444"/>
                </a:lnTo>
                <a:lnTo>
                  <a:pt x="70104" y="123444"/>
                </a:lnTo>
                <a:lnTo>
                  <a:pt x="71628" y="124968"/>
                </a:lnTo>
                <a:lnTo>
                  <a:pt x="62484" y="132588"/>
                </a:lnTo>
                <a:lnTo>
                  <a:pt x="59436" y="134112"/>
                </a:lnTo>
                <a:lnTo>
                  <a:pt x="59436" y="147828"/>
                </a:lnTo>
                <a:lnTo>
                  <a:pt x="67056" y="152400"/>
                </a:lnTo>
                <a:lnTo>
                  <a:pt x="77724" y="152400"/>
                </a:lnTo>
                <a:lnTo>
                  <a:pt x="88607" y="151206"/>
                </a:lnTo>
                <a:lnTo>
                  <a:pt x="87947" y="151206"/>
                </a:lnTo>
                <a:lnTo>
                  <a:pt x="94869" y="148209"/>
                </a:lnTo>
                <a:lnTo>
                  <a:pt x="99148" y="143395"/>
                </a:lnTo>
                <a:lnTo>
                  <a:pt x="100584" y="137160"/>
                </a:lnTo>
                <a:lnTo>
                  <a:pt x="100584" y="129540"/>
                </a:lnTo>
                <a:lnTo>
                  <a:pt x="97536" y="126492"/>
                </a:lnTo>
                <a:lnTo>
                  <a:pt x="96012" y="124968"/>
                </a:lnTo>
                <a:lnTo>
                  <a:pt x="94488" y="124536"/>
                </a:lnTo>
                <a:lnTo>
                  <a:pt x="94488" y="134112"/>
                </a:lnTo>
                <a:lnTo>
                  <a:pt x="94488" y="146304"/>
                </a:lnTo>
                <a:lnTo>
                  <a:pt x="88392" y="150876"/>
                </a:lnTo>
                <a:lnTo>
                  <a:pt x="70104" y="150876"/>
                </a:lnTo>
                <a:lnTo>
                  <a:pt x="65532" y="146304"/>
                </a:lnTo>
                <a:lnTo>
                  <a:pt x="65532" y="135636"/>
                </a:lnTo>
                <a:lnTo>
                  <a:pt x="68580" y="132588"/>
                </a:lnTo>
                <a:lnTo>
                  <a:pt x="68580" y="131064"/>
                </a:lnTo>
                <a:lnTo>
                  <a:pt x="73152" y="126492"/>
                </a:lnTo>
                <a:lnTo>
                  <a:pt x="74676" y="126492"/>
                </a:lnTo>
                <a:lnTo>
                  <a:pt x="77724" y="128016"/>
                </a:lnTo>
                <a:lnTo>
                  <a:pt x="89916" y="131064"/>
                </a:lnTo>
                <a:lnTo>
                  <a:pt x="94488" y="134112"/>
                </a:lnTo>
                <a:lnTo>
                  <a:pt x="94488" y="124536"/>
                </a:lnTo>
                <a:lnTo>
                  <a:pt x="85344" y="121920"/>
                </a:lnTo>
                <a:lnTo>
                  <a:pt x="79248" y="120396"/>
                </a:lnTo>
                <a:lnTo>
                  <a:pt x="76200" y="118872"/>
                </a:lnTo>
                <a:lnTo>
                  <a:pt x="76200" y="115824"/>
                </a:lnTo>
                <a:lnTo>
                  <a:pt x="79248" y="112776"/>
                </a:lnTo>
                <a:lnTo>
                  <a:pt x="85344" y="112776"/>
                </a:lnTo>
                <a:lnTo>
                  <a:pt x="92938" y="111226"/>
                </a:lnTo>
                <a:lnTo>
                  <a:pt x="99250" y="107251"/>
                </a:lnTo>
                <a:lnTo>
                  <a:pt x="103555" y="101841"/>
                </a:lnTo>
                <a:lnTo>
                  <a:pt x="105156" y="96012"/>
                </a:lnTo>
                <a:lnTo>
                  <a:pt x="105156" y="88392"/>
                </a:lnTo>
                <a:lnTo>
                  <a:pt x="109728" y="88392"/>
                </a:lnTo>
                <a:lnTo>
                  <a:pt x="109728" y="838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3898391" y="7467600"/>
            <a:ext cx="78105" cy="40005"/>
          </a:xfrm>
          <a:custGeom>
            <a:avLst/>
            <a:gdLst/>
            <a:ahLst/>
            <a:cxnLst/>
            <a:rect l="l" t="t" r="r" b="b"/>
            <a:pathLst>
              <a:path w="78104" h="40004">
                <a:moveTo>
                  <a:pt x="77724" y="7620"/>
                </a:moveTo>
                <a:lnTo>
                  <a:pt x="0" y="7620"/>
                </a:lnTo>
                <a:lnTo>
                  <a:pt x="0" y="0"/>
                </a:lnTo>
                <a:lnTo>
                  <a:pt x="77724" y="0"/>
                </a:lnTo>
                <a:lnTo>
                  <a:pt x="77724" y="7620"/>
                </a:lnTo>
                <a:close/>
              </a:path>
              <a:path w="78104" h="40004">
                <a:moveTo>
                  <a:pt x="77724" y="39624"/>
                </a:moveTo>
                <a:lnTo>
                  <a:pt x="0" y="39624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39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3" name="object 103" descr=""/>
          <p:cNvGrpSpPr/>
          <p:nvPr/>
        </p:nvGrpSpPr>
        <p:grpSpPr>
          <a:xfrm>
            <a:off x="4037076" y="7429500"/>
            <a:ext cx="548640" cy="154305"/>
            <a:chOff x="4037076" y="7429500"/>
            <a:chExt cx="548640" cy="154305"/>
          </a:xfrm>
        </p:grpSpPr>
        <p:pic>
          <p:nvPicPr>
            <p:cNvPr id="104" name="object 104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037076" y="7431023"/>
              <a:ext cx="102108" cy="152400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4134611" y="7429500"/>
              <a:ext cx="425450" cy="10795"/>
            </a:xfrm>
            <a:custGeom>
              <a:avLst/>
              <a:gdLst/>
              <a:ahLst/>
              <a:cxnLst/>
              <a:rect l="l" t="t" r="r" b="b"/>
              <a:pathLst>
                <a:path w="425450" h="10795">
                  <a:moveTo>
                    <a:pt x="425196" y="10667"/>
                  </a:moveTo>
                  <a:lnTo>
                    <a:pt x="0" y="10667"/>
                  </a:lnTo>
                  <a:lnTo>
                    <a:pt x="0" y="0"/>
                  </a:lnTo>
                  <a:lnTo>
                    <a:pt x="425196" y="0"/>
                  </a:lnTo>
                  <a:lnTo>
                    <a:pt x="425196" y="10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" name="object 106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139183" y="7459979"/>
              <a:ext cx="405384" cy="111251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4568952" y="7511796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40">
                  <a:moveTo>
                    <a:pt x="13715" y="15240"/>
                  </a:moveTo>
                  <a:lnTo>
                    <a:pt x="4571" y="15240"/>
                  </a:lnTo>
                  <a:lnTo>
                    <a:pt x="0" y="12192"/>
                  </a:lnTo>
                  <a:lnTo>
                    <a:pt x="0" y="3048"/>
                  </a:lnTo>
                  <a:lnTo>
                    <a:pt x="4571" y="0"/>
                  </a:lnTo>
                  <a:lnTo>
                    <a:pt x="13715" y="0"/>
                  </a:lnTo>
                  <a:lnTo>
                    <a:pt x="16763" y="3048"/>
                  </a:lnTo>
                  <a:lnTo>
                    <a:pt x="16763" y="7620"/>
                  </a:lnTo>
                  <a:lnTo>
                    <a:pt x="16763" y="12192"/>
                  </a:lnTo>
                  <a:lnTo>
                    <a:pt x="13715" y="152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" name="object 108" descr=""/>
          <p:cNvSpPr/>
          <p:nvPr/>
        </p:nvSpPr>
        <p:spPr>
          <a:xfrm>
            <a:off x="917448" y="8031479"/>
            <a:ext cx="1196340" cy="196850"/>
          </a:xfrm>
          <a:custGeom>
            <a:avLst/>
            <a:gdLst/>
            <a:ahLst/>
            <a:cxnLst/>
            <a:rect l="l" t="t" r="r" b="b"/>
            <a:pathLst>
              <a:path w="1196339" h="196850">
                <a:moveTo>
                  <a:pt x="137160" y="106692"/>
                </a:moveTo>
                <a:lnTo>
                  <a:pt x="131064" y="106692"/>
                </a:lnTo>
                <a:lnTo>
                  <a:pt x="125844" y="115658"/>
                </a:lnTo>
                <a:lnTo>
                  <a:pt x="121348" y="122504"/>
                </a:lnTo>
                <a:lnTo>
                  <a:pt x="84912" y="144170"/>
                </a:lnTo>
                <a:lnTo>
                  <a:pt x="73152" y="144792"/>
                </a:lnTo>
                <a:lnTo>
                  <a:pt x="59436" y="144792"/>
                </a:lnTo>
                <a:lnTo>
                  <a:pt x="54864" y="141744"/>
                </a:lnTo>
                <a:lnTo>
                  <a:pt x="54864" y="79260"/>
                </a:lnTo>
                <a:lnTo>
                  <a:pt x="70192" y="81089"/>
                </a:lnTo>
                <a:lnTo>
                  <a:pt x="80391" y="87071"/>
                </a:lnTo>
                <a:lnTo>
                  <a:pt x="86575" y="97904"/>
                </a:lnTo>
                <a:lnTo>
                  <a:pt x="89916" y="114312"/>
                </a:lnTo>
                <a:lnTo>
                  <a:pt x="96012" y="114312"/>
                </a:lnTo>
                <a:lnTo>
                  <a:pt x="96012" y="39636"/>
                </a:lnTo>
                <a:lnTo>
                  <a:pt x="89916" y="39636"/>
                </a:lnTo>
                <a:lnTo>
                  <a:pt x="86360" y="55130"/>
                </a:lnTo>
                <a:lnTo>
                  <a:pt x="79819" y="65354"/>
                </a:lnTo>
                <a:lnTo>
                  <a:pt x="69545" y="70700"/>
                </a:lnTo>
                <a:lnTo>
                  <a:pt x="54864" y="71640"/>
                </a:lnTo>
                <a:lnTo>
                  <a:pt x="54864" y="12204"/>
                </a:lnTo>
                <a:lnTo>
                  <a:pt x="57912" y="10680"/>
                </a:lnTo>
                <a:lnTo>
                  <a:pt x="68580" y="10680"/>
                </a:lnTo>
                <a:lnTo>
                  <a:pt x="91452" y="12319"/>
                </a:lnTo>
                <a:lnTo>
                  <a:pt x="106489" y="18110"/>
                </a:lnTo>
                <a:lnTo>
                  <a:pt x="115506" y="29324"/>
                </a:lnTo>
                <a:lnTo>
                  <a:pt x="120396" y="47256"/>
                </a:lnTo>
                <a:lnTo>
                  <a:pt x="126492" y="47256"/>
                </a:lnTo>
                <a:lnTo>
                  <a:pt x="126492" y="3060"/>
                </a:lnTo>
                <a:lnTo>
                  <a:pt x="0" y="3060"/>
                </a:lnTo>
                <a:lnTo>
                  <a:pt x="0" y="9156"/>
                </a:lnTo>
                <a:lnTo>
                  <a:pt x="15240" y="10680"/>
                </a:lnTo>
                <a:lnTo>
                  <a:pt x="19812" y="13728"/>
                </a:lnTo>
                <a:lnTo>
                  <a:pt x="19812" y="141744"/>
                </a:lnTo>
                <a:lnTo>
                  <a:pt x="16764" y="144792"/>
                </a:lnTo>
                <a:lnTo>
                  <a:pt x="0" y="146316"/>
                </a:lnTo>
                <a:lnTo>
                  <a:pt x="0" y="150888"/>
                </a:lnTo>
                <a:lnTo>
                  <a:pt x="128016" y="150888"/>
                </a:lnTo>
                <a:lnTo>
                  <a:pt x="137160" y="106692"/>
                </a:lnTo>
                <a:close/>
              </a:path>
              <a:path w="1196339" h="196850">
                <a:moveTo>
                  <a:pt x="260604" y="192036"/>
                </a:moveTo>
                <a:lnTo>
                  <a:pt x="249923" y="188988"/>
                </a:lnTo>
                <a:lnTo>
                  <a:pt x="248399" y="187464"/>
                </a:lnTo>
                <a:lnTo>
                  <a:pt x="248399" y="141744"/>
                </a:lnTo>
                <a:lnTo>
                  <a:pt x="248399" y="59448"/>
                </a:lnTo>
                <a:lnTo>
                  <a:pt x="248399" y="48780"/>
                </a:lnTo>
                <a:lnTo>
                  <a:pt x="243827" y="48780"/>
                </a:lnTo>
                <a:lnTo>
                  <a:pt x="227063" y="59448"/>
                </a:lnTo>
                <a:lnTo>
                  <a:pt x="219760" y="53924"/>
                </a:lnTo>
                <a:lnTo>
                  <a:pt x="218592" y="53352"/>
                </a:lnTo>
                <a:lnTo>
                  <a:pt x="217919" y="53022"/>
                </a:lnTo>
                <a:lnTo>
                  <a:pt x="217919" y="60972"/>
                </a:lnTo>
                <a:lnTo>
                  <a:pt x="217919" y="129552"/>
                </a:lnTo>
                <a:lnTo>
                  <a:pt x="214871" y="138696"/>
                </a:lnTo>
                <a:lnTo>
                  <a:pt x="210299" y="143268"/>
                </a:lnTo>
                <a:lnTo>
                  <a:pt x="202679" y="143268"/>
                </a:lnTo>
                <a:lnTo>
                  <a:pt x="193802" y="140423"/>
                </a:lnTo>
                <a:lnTo>
                  <a:pt x="187629" y="132029"/>
                </a:lnTo>
                <a:lnTo>
                  <a:pt x="184035" y="118186"/>
                </a:lnTo>
                <a:lnTo>
                  <a:pt x="182867" y="99072"/>
                </a:lnTo>
                <a:lnTo>
                  <a:pt x="184035" y="79705"/>
                </a:lnTo>
                <a:lnTo>
                  <a:pt x="187629" y="65354"/>
                </a:lnTo>
                <a:lnTo>
                  <a:pt x="193802" y="56413"/>
                </a:lnTo>
                <a:lnTo>
                  <a:pt x="202679" y="53352"/>
                </a:lnTo>
                <a:lnTo>
                  <a:pt x="211823" y="53352"/>
                </a:lnTo>
                <a:lnTo>
                  <a:pt x="217919" y="60972"/>
                </a:lnTo>
                <a:lnTo>
                  <a:pt x="217919" y="53022"/>
                </a:lnTo>
                <a:lnTo>
                  <a:pt x="213156" y="50685"/>
                </a:lnTo>
                <a:lnTo>
                  <a:pt x="206286" y="49161"/>
                </a:lnTo>
                <a:lnTo>
                  <a:pt x="198107" y="48780"/>
                </a:lnTo>
                <a:lnTo>
                  <a:pt x="179158" y="52628"/>
                </a:lnTo>
                <a:lnTo>
                  <a:pt x="164198" y="63639"/>
                </a:lnTo>
                <a:lnTo>
                  <a:pt x="154393" y="80924"/>
                </a:lnTo>
                <a:lnTo>
                  <a:pt x="150863" y="103644"/>
                </a:lnTo>
                <a:lnTo>
                  <a:pt x="153847" y="124358"/>
                </a:lnTo>
                <a:lnTo>
                  <a:pt x="162102" y="140220"/>
                </a:lnTo>
                <a:lnTo>
                  <a:pt x="174663" y="150355"/>
                </a:lnTo>
                <a:lnTo>
                  <a:pt x="190487" y="153936"/>
                </a:lnTo>
                <a:lnTo>
                  <a:pt x="197993" y="153314"/>
                </a:lnTo>
                <a:lnTo>
                  <a:pt x="204774" y="151269"/>
                </a:lnTo>
                <a:lnTo>
                  <a:pt x="211277" y="147497"/>
                </a:lnTo>
                <a:lnTo>
                  <a:pt x="216166" y="143268"/>
                </a:lnTo>
                <a:lnTo>
                  <a:pt x="217919" y="141744"/>
                </a:lnTo>
                <a:lnTo>
                  <a:pt x="217919" y="172224"/>
                </a:lnTo>
                <a:lnTo>
                  <a:pt x="217449" y="180670"/>
                </a:lnTo>
                <a:lnTo>
                  <a:pt x="215252" y="186131"/>
                </a:lnTo>
                <a:lnTo>
                  <a:pt x="210210" y="189572"/>
                </a:lnTo>
                <a:lnTo>
                  <a:pt x="201155" y="192036"/>
                </a:lnTo>
                <a:lnTo>
                  <a:pt x="201155" y="196608"/>
                </a:lnTo>
                <a:lnTo>
                  <a:pt x="260604" y="196608"/>
                </a:lnTo>
                <a:lnTo>
                  <a:pt x="260604" y="192036"/>
                </a:lnTo>
                <a:close/>
              </a:path>
              <a:path w="1196339" h="196850">
                <a:moveTo>
                  <a:pt x="377952" y="141732"/>
                </a:moveTo>
                <a:lnTo>
                  <a:pt x="368808" y="140208"/>
                </a:lnTo>
                <a:lnTo>
                  <a:pt x="365760" y="137160"/>
                </a:lnTo>
                <a:lnTo>
                  <a:pt x="365760" y="50292"/>
                </a:lnTo>
                <a:lnTo>
                  <a:pt x="321564" y="50292"/>
                </a:lnTo>
                <a:lnTo>
                  <a:pt x="321564" y="56388"/>
                </a:lnTo>
                <a:lnTo>
                  <a:pt x="333756" y="57912"/>
                </a:lnTo>
                <a:lnTo>
                  <a:pt x="335280" y="59436"/>
                </a:lnTo>
                <a:lnTo>
                  <a:pt x="335280" y="129540"/>
                </a:lnTo>
                <a:lnTo>
                  <a:pt x="329184" y="138684"/>
                </a:lnTo>
                <a:lnTo>
                  <a:pt x="324612" y="140208"/>
                </a:lnTo>
                <a:lnTo>
                  <a:pt x="307848" y="140208"/>
                </a:lnTo>
                <a:lnTo>
                  <a:pt x="304800" y="135636"/>
                </a:lnTo>
                <a:lnTo>
                  <a:pt x="304800" y="50292"/>
                </a:lnTo>
                <a:lnTo>
                  <a:pt x="263652" y="50292"/>
                </a:lnTo>
                <a:lnTo>
                  <a:pt x="263652" y="56388"/>
                </a:lnTo>
                <a:lnTo>
                  <a:pt x="272796" y="57912"/>
                </a:lnTo>
                <a:lnTo>
                  <a:pt x="274320" y="59436"/>
                </a:lnTo>
                <a:lnTo>
                  <a:pt x="274320" y="124968"/>
                </a:lnTo>
                <a:lnTo>
                  <a:pt x="276479" y="137210"/>
                </a:lnTo>
                <a:lnTo>
                  <a:pt x="282511" y="146304"/>
                </a:lnTo>
                <a:lnTo>
                  <a:pt x="291668" y="151980"/>
                </a:lnTo>
                <a:lnTo>
                  <a:pt x="303276" y="153924"/>
                </a:lnTo>
                <a:lnTo>
                  <a:pt x="311721" y="153289"/>
                </a:lnTo>
                <a:lnTo>
                  <a:pt x="319468" y="151066"/>
                </a:lnTo>
                <a:lnTo>
                  <a:pt x="327482" y="146862"/>
                </a:lnTo>
                <a:lnTo>
                  <a:pt x="336804" y="140208"/>
                </a:lnTo>
                <a:lnTo>
                  <a:pt x="336804" y="153924"/>
                </a:lnTo>
                <a:lnTo>
                  <a:pt x="377952" y="146304"/>
                </a:lnTo>
                <a:lnTo>
                  <a:pt x="377952" y="141732"/>
                </a:lnTo>
                <a:close/>
              </a:path>
              <a:path w="1196339" h="196850">
                <a:moveTo>
                  <a:pt x="429755" y="7620"/>
                </a:moveTo>
                <a:lnTo>
                  <a:pt x="422135" y="0"/>
                </a:lnTo>
                <a:lnTo>
                  <a:pt x="403847" y="0"/>
                </a:lnTo>
                <a:lnTo>
                  <a:pt x="396227" y="7620"/>
                </a:lnTo>
                <a:lnTo>
                  <a:pt x="396227" y="25908"/>
                </a:lnTo>
                <a:lnTo>
                  <a:pt x="403847" y="33528"/>
                </a:lnTo>
                <a:lnTo>
                  <a:pt x="422135" y="33528"/>
                </a:lnTo>
                <a:lnTo>
                  <a:pt x="429755" y="25908"/>
                </a:lnTo>
                <a:lnTo>
                  <a:pt x="429755" y="7620"/>
                </a:lnTo>
                <a:close/>
              </a:path>
              <a:path w="1196339" h="196850">
                <a:moveTo>
                  <a:pt x="438899" y="146304"/>
                </a:moveTo>
                <a:lnTo>
                  <a:pt x="431279" y="144780"/>
                </a:lnTo>
                <a:lnTo>
                  <a:pt x="428231" y="141732"/>
                </a:lnTo>
                <a:lnTo>
                  <a:pt x="428231" y="50292"/>
                </a:lnTo>
                <a:lnTo>
                  <a:pt x="387083" y="50292"/>
                </a:lnTo>
                <a:lnTo>
                  <a:pt x="387083" y="56388"/>
                </a:lnTo>
                <a:lnTo>
                  <a:pt x="396227" y="57912"/>
                </a:lnTo>
                <a:lnTo>
                  <a:pt x="397751" y="60960"/>
                </a:lnTo>
                <a:lnTo>
                  <a:pt x="397751" y="141732"/>
                </a:lnTo>
                <a:lnTo>
                  <a:pt x="396227" y="143256"/>
                </a:lnTo>
                <a:lnTo>
                  <a:pt x="387083" y="146304"/>
                </a:lnTo>
                <a:lnTo>
                  <a:pt x="387083" y="150876"/>
                </a:lnTo>
                <a:lnTo>
                  <a:pt x="438899" y="150876"/>
                </a:lnTo>
                <a:lnTo>
                  <a:pt x="438899" y="146304"/>
                </a:lnTo>
                <a:close/>
              </a:path>
              <a:path w="1196339" h="196850">
                <a:moveTo>
                  <a:pt x="499872" y="146304"/>
                </a:moveTo>
                <a:lnTo>
                  <a:pt x="492252" y="146304"/>
                </a:lnTo>
                <a:lnTo>
                  <a:pt x="489204" y="141732"/>
                </a:lnTo>
                <a:lnTo>
                  <a:pt x="489204" y="3048"/>
                </a:lnTo>
                <a:lnTo>
                  <a:pt x="448056" y="3048"/>
                </a:lnTo>
                <a:lnTo>
                  <a:pt x="448056" y="9144"/>
                </a:lnTo>
                <a:lnTo>
                  <a:pt x="455676" y="9144"/>
                </a:lnTo>
                <a:lnTo>
                  <a:pt x="458724" y="13716"/>
                </a:lnTo>
                <a:lnTo>
                  <a:pt x="458724" y="140208"/>
                </a:lnTo>
                <a:lnTo>
                  <a:pt x="455676" y="144780"/>
                </a:lnTo>
                <a:lnTo>
                  <a:pt x="448056" y="146304"/>
                </a:lnTo>
                <a:lnTo>
                  <a:pt x="448056" y="150876"/>
                </a:lnTo>
                <a:lnTo>
                  <a:pt x="499872" y="150876"/>
                </a:lnTo>
                <a:lnTo>
                  <a:pt x="499872" y="146304"/>
                </a:lnTo>
                <a:close/>
              </a:path>
              <a:path w="1196339" h="196850">
                <a:moveTo>
                  <a:pt x="551675" y="7620"/>
                </a:moveTo>
                <a:lnTo>
                  <a:pt x="544055" y="0"/>
                </a:lnTo>
                <a:lnTo>
                  <a:pt x="525767" y="0"/>
                </a:lnTo>
                <a:lnTo>
                  <a:pt x="518147" y="7620"/>
                </a:lnTo>
                <a:lnTo>
                  <a:pt x="518147" y="25908"/>
                </a:lnTo>
                <a:lnTo>
                  <a:pt x="525767" y="33528"/>
                </a:lnTo>
                <a:lnTo>
                  <a:pt x="544055" y="33528"/>
                </a:lnTo>
                <a:lnTo>
                  <a:pt x="551675" y="25908"/>
                </a:lnTo>
                <a:lnTo>
                  <a:pt x="551675" y="7620"/>
                </a:lnTo>
                <a:close/>
              </a:path>
              <a:path w="1196339" h="196850">
                <a:moveTo>
                  <a:pt x="560819" y="146304"/>
                </a:moveTo>
                <a:lnTo>
                  <a:pt x="551675" y="144780"/>
                </a:lnTo>
                <a:lnTo>
                  <a:pt x="550151" y="141732"/>
                </a:lnTo>
                <a:lnTo>
                  <a:pt x="550151" y="50292"/>
                </a:lnTo>
                <a:lnTo>
                  <a:pt x="507479" y="50292"/>
                </a:lnTo>
                <a:lnTo>
                  <a:pt x="507479" y="56388"/>
                </a:lnTo>
                <a:lnTo>
                  <a:pt x="518147" y="57912"/>
                </a:lnTo>
                <a:lnTo>
                  <a:pt x="519671" y="60960"/>
                </a:lnTo>
                <a:lnTo>
                  <a:pt x="519671" y="141732"/>
                </a:lnTo>
                <a:lnTo>
                  <a:pt x="518147" y="143256"/>
                </a:lnTo>
                <a:lnTo>
                  <a:pt x="507479" y="146304"/>
                </a:lnTo>
                <a:lnTo>
                  <a:pt x="507479" y="150876"/>
                </a:lnTo>
                <a:lnTo>
                  <a:pt x="560819" y="150876"/>
                </a:lnTo>
                <a:lnTo>
                  <a:pt x="560819" y="146304"/>
                </a:lnTo>
                <a:close/>
              </a:path>
              <a:path w="1196339" h="196850">
                <a:moveTo>
                  <a:pt x="679691" y="99060"/>
                </a:moveTo>
                <a:lnTo>
                  <a:pt x="676694" y="78105"/>
                </a:lnTo>
                <a:lnTo>
                  <a:pt x="668261" y="61722"/>
                </a:lnTo>
                <a:lnTo>
                  <a:pt x="655269" y="51054"/>
                </a:lnTo>
                <a:lnTo>
                  <a:pt x="647687" y="49339"/>
                </a:lnTo>
                <a:lnTo>
                  <a:pt x="647687" y="103632"/>
                </a:lnTo>
                <a:lnTo>
                  <a:pt x="646290" y="123405"/>
                </a:lnTo>
                <a:lnTo>
                  <a:pt x="642162" y="137160"/>
                </a:lnTo>
                <a:lnTo>
                  <a:pt x="635482" y="145211"/>
                </a:lnTo>
                <a:lnTo>
                  <a:pt x="626351" y="147828"/>
                </a:lnTo>
                <a:lnTo>
                  <a:pt x="617207" y="147828"/>
                </a:lnTo>
                <a:lnTo>
                  <a:pt x="612635" y="143256"/>
                </a:lnTo>
                <a:lnTo>
                  <a:pt x="611111" y="141732"/>
                </a:lnTo>
                <a:lnTo>
                  <a:pt x="611111" y="73152"/>
                </a:lnTo>
                <a:lnTo>
                  <a:pt x="614159" y="62484"/>
                </a:lnTo>
                <a:lnTo>
                  <a:pt x="618731" y="59436"/>
                </a:lnTo>
                <a:lnTo>
                  <a:pt x="626351" y="59436"/>
                </a:lnTo>
                <a:lnTo>
                  <a:pt x="635482" y="62280"/>
                </a:lnTo>
                <a:lnTo>
                  <a:pt x="642162" y="70675"/>
                </a:lnTo>
                <a:lnTo>
                  <a:pt x="646290" y="84518"/>
                </a:lnTo>
                <a:lnTo>
                  <a:pt x="647687" y="103632"/>
                </a:lnTo>
                <a:lnTo>
                  <a:pt x="647687" y="49339"/>
                </a:lnTo>
                <a:lnTo>
                  <a:pt x="638543" y="47244"/>
                </a:lnTo>
                <a:lnTo>
                  <a:pt x="630834" y="48082"/>
                </a:lnTo>
                <a:lnTo>
                  <a:pt x="623684" y="50482"/>
                </a:lnTo>
                <a:lnTo>
                  <a:pt x="617118" y="54317"/>
                </a:lnTo>
                <a:lnTo>
                  <a:pt x="611111" y="59436"/>
                </a:lnTo>
                <a:lnTo>
                  <a:pt x="611111" y="3048"/>
                </a:lnTo>
                <a:lnTo>
                  <a:pt x="568439" y="3048"/>
                </a:lnTo>
                <a:lnTo>
                  <a:pt x="568439" y="9144"/>
                </a:lnTo>
                <a:lnTo>
                  <a:pt x="577583" y="10668"/>
                </a:lnTo>
                <a:lnTo>
                  <a:pt x="580631" y="13716"/>
                </a:lnTo>
                <a:lnTo>
                  <a:pt x="580631" y="153924"/>
                </a:lnTo>
                <a:lnTo>
                  <a:pt x="582155" y="153924"/>
                </a:lnTo>
                <a:lnTo>
                  <a:pt x="600443" y="143256"/>
                </a:lnTo>
                <a:lnTo>
                  <a:pt x="607326" y="148145"/>
                </a:lnTo>
                <a:lnTo>
                  <a:pt x="614349" y="151447"/>
                </a:lnTo>
                <a:lnTo>
                  <a:pt x="621665" y="153339"/>
                </a:lnTo>
                <a:lnTo>
                  <a:pt x="629399" y="153924"/>
                </a:lnTo>
                <a:lnTo>
                  <a:pt x="649478" y="150075"/>
                </a:lnTo>
                <a:lnTo>
                  <a:pt x="652716" y="147828"/>
                </a:lnTo>
                <a:lnTo>
                  <a:pt x="665403" y="139065"/>
                </a:lnTo>
                <a:lnTo>
                  <a:pt x="675906" y="121780"/>
                </a:lnTo>
                <a:lnTo>
                  <a:pt x="679691" y="99060"/>
                </a:lnTo>
                <a:close/>
              </a:path>
              <a:path w="1196339" h="196850">
                <a:moveTo>
                  <a:pt x="781799" y="54864"/>
                </a:moveTo>
                <a:lnTo>
                  <a:pt x="774179" y="48768"/>
                </a:lnTo>
                <a:lnTo>
                  <a:pt x="763511" y="48768"/>
                </a:lnTo>
                <a:lnTo>
                  <a:pt x="755992" y="49720"/>
                </a:lnTo>
                <a:lnTo>
                  <a:pt x="749033" y="52959"/>
                </a:lnTo>
                <a:lnTo>
                  <a:pt x="742086" y="59055"/>
                </a:lnTo>
                <a:lnTo>
                  <a:pt x="734555" y="68580"/>
                </a:lnTo>
                <a:lnTo>
                  <a:pt x="734555" y="50292"/>
                </a:lnTo>
                <a:lnTo>
                  <a:pt x="693407" y="50292"/>
                </a:lnTo>
                <a:lnTo>
                  <a:pt x="693407" y="56388"/>
                </a:lnTo>
                <a:lnTo>
                  <a:pt x="702551" y="57912"/>
                </a:lnTo>
                <a:lnTo>
                  <a:pt x="705599" y="60960"/>
                </a:lnTo>
                <a:lnTo>
                  <a:pt x="705599" y="141732"/>
                </a:lnTo>
                <a:lnTo>
                  <a:pt x="702551" y="144780"/>
                </a:lnTo>
                <a:lnTo>
                  <a:pt x="693407" y="146304"/>
                </a:lnTo>
                <a:lnTo>
                  <a:pt x="693407" y="150876"/>
                </a:lnTo>
                <a:lnTo>
                  <a:pt x="751319" y="150876"/>
                </a:lnTo>
                <a:lnTo>
                  <a:pt x="751319" y="146304"/>
                </a:lnTo>
                <a:lnTo>
                  <a:pt x="737603" y="144780"/>
                </a:lnTo>
                <a:lnTo>
                  <a:pt x="734555" y="141732"/>
                </a:lnTo>
                <a:lnTo>
                  <a:pt x="734555" y="88392"/>
                </a:lnTo>
                <a:lnTo>
                  <a:pt x="735634" y="79679"/>
                </a:lnTo>
                <a:lnTo>
                  <a:pt x="738555" y="72390"/>
                </a:lnTo>
                <a:lnTo>
                  <a:pt x="742924" y="67398"/>
                </a:lnTo>
                <a:lnTo>
                  <a:pt x="748271" y="65532"/>
                </a:lnTo>
                <a:lnTo>
                  <a:pt x="749795" y="65532"/>
                </a:lnTo>
                <a:lnTo>
                  <a:pt x="752843" y="67056"/>
                </a:lnTo>
                <a:lnTo>
                  <a:pt x="754367" y="71628"/>
                </a:lnTo>
                <a:lnTo>
                  <a:pt x="758939" y="77724"/>
                </a:lnTo>
                <a:lnTo>
                  <a:pt x="761987" y="79248"/>
                </a:lnTo>
                <a:lnTo>
                  <a:pt x="775703" y="79248"/>
                </a:lnTo>
                <a:lnTo>
                  <a:pt x="781799" y="73152"/>
                </a:lnTo>
                <a:lnTo>
                  <a:pt x="781799" y="64008"/>
                </a:lnTo>
                <a:lnTo>
                  <a:pt x="781799" y="54864"/>
                </a:lnTo>
                <a:close/>
              </a:path>
              <a:path w="1196339" h="196850">
                <a:moveTo>
                  <a:pt x="830567" y="7620"/>
                </a:moveTo>
                <a:lnTo>
                  <a:pt x="822947" y="0"/>
                </a:lnTo>
                <a:lnTo>
                  <a:pt x="804659" y="0"/>
                </a:lnTo>
                <a:lnTo>
                  <a:pt x="797039" y="7620"/>
                </a:lnTo>
                <a:lnTo>
                  <a:pt x="797039" y="25908"/>
                </a:lnTo>
                <a:lnTo>
                  <a:pt x="804659" y="33528"/>
                </a:lnTo>
                <a:lnTo>
                  <a:pt x="822947" y="33528"/>
                </a:lnTo>
                <a:lnTo>
                  <a:pt x="830567" y="25908"/>
                </a:lnTo>
                <a:lnTo>
                  <a:pt x="830567" y="7620"/>
                </a:lnTo>
                <a:close/>
              </a:path>
              <a:path w="1196339" h="196850">
                <a:moveTo>
                  <a:pt x="839711" y="146304"/>
                </a:moveTo>
                <a:lnTo>
                  <a:pt x="832091" y="144780"/>
                </a:lnTo>
                <a:lnTo>
                  <a:pt x="829043" y="141732"/>
                </a:lnTo>
                <a:lnTo>
                  <a:pt x="829043" y="50292"/>
                </a:lnTo>
                <a:lnTo>
                  <a:pt x="787895" y="50292"/>
                </a:lnTo>
                <a:lnTo>
                  <a:pt x="787895" y="56388"/>
                </a:lnTo>
                <a:lnTo>
                  <a:pt x="797039" y="57912"/>
                </a:lnTo>
                <a:lnTo>
                  <a:pt x="798563" y="60960"/>
                </a:lnTo>
                <a:lnTo>
                  <a:pt x="798563" y="141732"/>
                </a:lnTo>
                <a:lnTo>
                  <a:pt x="797039" y="143256"/>
                </a:lnTo>
                <a:lnTo>
                  <a:pt x="787895" y="146304"/>
                </a:lnTo>
                <a:lnTo>
                  <a:pt x="787895" y="150876"/>
                </a:lnTo>
                <a:lnTo>
                  <a:pt x="839711" y="150876"/>
                </a:lnTo>
                <a:lnTo>
                  <a:pt x="839711" y="146304"/>
                </a:lnTo>
                <a:close/>
              </a:path>
              <a:path w="1196339" h="196850">
                <a:moveTo>
                  <a:pt x="961631" y="141732"/>
                </a:moveTo>
                <a:lnTo>
                  <a:pt x="952487" y="140208"/>
                </a:lnTo>
                <a:lnTo>
                  <a:pt x="949439" y="137160"/>
                </a:lnTo>
                <a:lnTo>
                  <a:pt x="949439" y="50292"/>
                </a:lnTo>
                <a:lnTo>
                  <a:pt x="905243" y="50292"/>
                </a:lnTo>
                <a:lnTo>
                  <a:pt x="905243" y="56388"/>
                </a:lnTo>
                <a:lnTo>
                  <a:pt x="915911" y="57912"/>
                </a:lnTo>
                <a:lnTo>
                  <a:pt x="918959" y="59436"/>
                </a:lnTo>
                <a:lnTo>
                  <a:pt x="918959" y="129540"/>
                </a:lnTo>
                <a:lnTo>
                  <a:pt x="911339" y="138684"/>
                </a:lnTo>
                <a:lnTo>
                  <a:pt x="906767" y="140208"/>
                </a:lnTo>
                <a:lnTo>
                  <a:pt x="891527" y="140208"/>
                </a:lnTo>
                <a:lnTo>
                  <a:pt x="888479" y="135636"/>
                </a:lnTo>
                <a:lnTo>
                  <a:pt x="888479" y="50292"/>
                </a:lnTo>
                <a:lnTo>
                  <a:pt x="847331" y="50292"/>
                </a:lnTo>
                <a:lnTo>
                  <a:pt x="847331" y="56388"/>
                </a:lnTo>
                <a:lnTo>
                  <a:pt x="856475" y="57912"/>
                </a:lnTo>
                <a:lnTo>
                  <a:pt x="857999" y="59436"/>
                </a:lnTo>
                <a:lnTo>
                  <a:pt x="857999" y="124968"/>
                </a:lnTo>
                <a:lnTo>
                  <a:pt x="859955" y="137210"/>
                </a:lnTo>
                <a:lnTo>
                  <a:pt x="865619" y="146304"/>
                </a:lnTo>
                <a:lnTo>
                  <a:pt x="874725" y="151980"/>
                </a:lnTo>
                <a:lnTo>
                  <a:pt x="886955" y="153924"/>
                </a:lnTo>
                <a:lnTo>
                  <a:pt x="895388" y="153289"/>
                </a:lnTo>
                <a:lnTo>
                  <a:pt x="902957" y="151066"/>
                </a:lnTo>
                <a:lnTo>
                  <a:pt x="910539" y="146862"/>
                </a:lnTo>
                <a:lnTo>
                  <a:pt x="918959" y="140208"/>
                </a:lnTo>
                <a:lnTo>
                  <a:pt x="918959" y="153924"/>
                </a:lnTo>
                <a:lnTo>
                  <a:pt x="961631" y="146304"/>
                </a:lnTo>
                <a:lnTo>
                  <a:pt x="961631" y="141732"/>
                </a:lnTo>
                <a:close/>
              </a:path>
              <a:path w="1196339" h="196850">
                <a:moveTo>
                  <a:pt x="1144511" y="146304"/>
                </a:moveTo>
                <a:lnTo>
                  <a:pt x="1135367" y="144780"/>
                </a:lnTo>
                <a:lnTo>
                  <a:pt x="1133843" y="143256"/>
                </a:lnTo>
                <a:lnTo>
                  <a:pt x="1133843" y="79248"/>
                </a:lnTo>
                <a:lnTo>
                  <a:pt x="1131658" y="65900"/>
                </a:lnTo>
                <a:lnTo>
                  <a:pt x="1129563" y="62484"/>
                </a:lnTo>
                <a:lnTo>
                  <a:pt x="1125461" y="55816"/>
                </a:lnTo>
                <a:lnTo>
                  <a:pt x="1115847" y="49466"/>
                </a:lnTo>
                <a:lnTo>
                  <a:pt x="1103363" y="47244"/>
                </a:lnTo>
                <a:lnTo>
                  <a:pt x="1094943" y="48412"/>
                </a:lnTo>
                <a:lnTo>
                  <a:pt x="1087361" y="52006"/>
                </a:lnTo>
                <a:lnTo>
                  <a:pt x="1079792" y="58178"/>
                </a:lnTo>
                <a:lnTo>
                  <a:pt x="1071359" y="67056"/>
                </a:lnTo>
                <a:lnTo>
                  <a:pt x="1068832" y="62484"/>
                </a:lnTo>
                <a:lnTo>
                  <a:pt x="1066431" y="58178"/>
                </a:lnTo>
                <a:lnTo>
                  <a:pt x="1060500" y="52006"/>
                </a:lnTo>
                <a:lnTo>
                  <a:pt x="1053147" y="48412"/>
                </a:lnTo>
                <a:lnTo>
                  <a:pt x="1043927" y="47244"/>
                </a:lnTo>
                <a:lnTo>
                  <a:pt x="1034199" y="48412"/>
                </a:lnTo>
                <a:lnTo>
                  <a:pt x="1025448" y="52006"/>
                </a:lnTo>
                <a:lnTo>
                  <a:pt x="1017574" y="58178"/>
                </a:lnTo>
                <a:lnTo>
                  <a:pt x="1010399" y="67056"/>
                </a:lnTo>
                <a:lnTo>
                  <a:pt x="1010399" y="50292"/>
                </a:lnTo>
                <a:lnTo>
                  <a:pt x="969251" y="50292"/>
                </a:lnTo>
                <a:lnTo>
                  <a:pt x="969251" y="56388"/>
                </a:lnTo>
                <a:lnTo>
                  <a:pt x="978395" y="57912"/>
                </a:lnTo>
                <a:lnTo>
                  <a:pt x="981443" y="60960"/>
                </a:lnTo>
                <a:lnTo>
                  <a:pt x="981443" y="141732"/>
                </a:lnTo>
                <a:lnTo>
                  <a:pt x="978395" y="144780"/>
                </a:lnTo>
                <a:lnTo>
                  <a:pt x="969251" y="146304"/>
                </a:lnTo>
                <a:lnTo>
                  <a:pt x="969251" y="150876"/>
                </a:lnTo>
                <a:lnTo>
                  <a:pt x="1021067" y="150876"/>
                </a:lnTo>
                <a:lnTo>
                  <a:pt x="1021067" y="146304"/>
                </a:lnTo>
                <a:lnTo>
                  <a:pt x="1013447" y="144780"/>
                </a:lnTo>
                <a:lnTo>
                  <a:pt x="1011923" y="141732"/>
                </a:lnTo>
                <a:lnTo>
                  <a:pt x="1011923" y="74676"/>
                </a:lnTo>
                <a:lnTo>
                  <a:pt x="1014971" y="70104"/>
                </a:lnTo>
                <a:lnTo>
                  <a:pt x="1018019" y="68580"/>
                </a:lnTo>
                <a:lnTo>
                  <a:pt x="1019543" y="67056"/>
                </a:lnTo>
                <a:lnTo>
                  <a:pt x="1022591" y="64008"/>
                </a:lnTo>
                <a:lnTo>
                  <a:pt x="1027163" y="62484"/>
                </a:lnTo>
                <a:lnTo>
                  <a:pt x="1039355" y="62484"/>
                </a:lnTo>
                <a:lnTo>
                  <a:pt x="1042403" y="67056"/>
                </a:lnTo>
                <a:lnTo>
                  <a:pt x="1042403" y="141732"/>
                </a:lnTo>
                <a:lnTo>
                  <a:pt x="1039355" y="144780"/>
                </a:lnTo>
                <a:lnTo>
                  <a:pt x="1031735" y="146304"/>
                </a:lnTo>
                <a:lnTo>
                  <a:pt x="1031735" y="150876"/>
                </a:lnTo>
                <a:lnTo>
                  <a:pt x="1083551" y="150876"/>
                </a:lnTo>
                <a:lnTo>
                  <a:pt x="1083551" y="146304"/>
                </a:lnTo>
                <a:lnTo>
                  <a:pt x="1075931" y="144780"/>
                </a:lnTo>
                <a:lnTo>
                  <a:pt x="1072883" y="141732"/>
                </a:lnTo>
                <a:lnTo>
                  <a:pt x="1072883" y="74676"/>
                </a:lnTo>
                <a:lnTo>
                  <a:pt x="1075931" y="70104"/>
                </a:lnTo>
                <a:lnTo>
                  <a:pt x="1078979" y="67056"/>
                </a:lnTo>
                <a:lnTo>
                  <a:pt x="1083551" y="64008"/>
                </a:lnTo>
                <a:lnTo>
                  <a:pt x="1088123" y="62484"/>
                </a:lnTo>
                <a:lnTo>
                  <a:pt x="1100315" y="62484"/>
                </a:lnTo>
                <a:lnTo>
                  <a:pt x="1103363" y="67056"/>
                </a:lnTo>
                <a:lnTo>
                  <a:pt x="1103363" y="143256"/>
                </a:lnTo>
                <a:lnTo>
                  <a:pt x="1100315" y="144780"/>
                </a:lnTo>
                <a:lnTo>
                  <a:pt x="1092695" y="146304"/>
                </a:lnTo>
                <a:lnTo>
                  <a:pt x="1092695" y="150876"/>
                </a:lnTo>
                <a:lnTo>
                  <a:pt x="1144511" y="150876"/>
                </a:lnTo>
                <a:lnTo>
                  <a:pt x="1144511" y="146304"/>
                </a:lnTo>
                <a:close/>
              </a:path>
              <a:path w="1196339" h="196850">
                <a:moveTo>
                  <a:pt x="1196327" y="143256"/>
                </a:moveTo>
                <a:lnTo>
                  <a:pt x="1194714" y="132778"/>
                </a:lnTo>
                <a:lnTo>
                  <a:pt x="1190231" y="124587"/>
                </a:lnTo>
                <a:lnTo>
                  <a:pt x="1183474" y="119253"/>
                </a:lnTo>
                <a:lnTo>
                  <a:pt x="1174991" y="117348"/>
                </a:lnTo>
                <a:lnTo>
                  <a:pt x="1167638" y="118706"/>
                </a:lnTo>
                <a:lnTo>
                  <a:pt x="1161846" y="122491"/>
                </a:lnTo>
                <a:lnTo>
                  <a:pt x="1158062" y="128282"/>
                </a:lnTo>
                <a:lnTo>
                  <a:pt x="1156703" y="135636"/>
                </a:lnTo>
                <a:lnTo>
                  <a:pt x="1156703" y="146304"/>
                </a:lnTo>
                <a:lnTo>
                  <a:pt x="1162799" y="152400"/>
                </a:lnTo>
                <a:lnTo>
                  <a:pt x="1179563" y="152400"/>
                </a:lnTo>
                <a:lnTo>
                  <a:pt x="1181087" y="153924"/>
                </a:lnTo>
                <a:lnTo>
                  <a:pt x="1181087" y="156972"/>
                </a:lnTo>
                <a:lnTo>
                  <a:pt x="1179880" y="163855"/>
                </a:lnTo>
                <a:lnTo>
                  <a:pt x="1175943" y="170878"/>
                </a:lnTo>
                <a:lnTo>
                  <a:pt x="1168882" y="178193"/>
                </a:lnTo>
                <a:lnTo>
                  <a:pt x="1158227" y="185928"/>
                </a:lnTo>
                <a:lnTo>
                  <a:pt x="1159751" y="190500"/>
                </a:lnTo>
                <a:lnTo>
                  <a:pt x="1176401" y="179908"/>
                </a:lnTo>
                <a:lnTo>
                  <a:pt x="1187754" y="168592"/>
                </a:lnTo>
                <a:lnTo>
                  <a:pt x="1194257" y="156425"/>
                </a:lnTo>
                <a:lnTo>
                  <a:pt x="1196327" y="143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 descr=""/>
          <p:cNvSpPr/>
          <p:nvPr/>
        </p:nvSpPr>
        <p:spPr>
          <a:xfrm>
            <a:off x="2183892" y="8031479"/>
            <a:ext cx="890269" cy="190500"/>
          </a:xfrm>
          <a:custGeom>
            <a:avLst/>
            <a:gdLst/>
            <a:ahLst/>
            <a:cxnLst/>
            <a:rect l="l" t="t" r="r" b="b"/>
            <a:pathLst>
              <a:path w="890269" h="190500">
                <a:moveTo>
                  <a:pt x="155448" y="89916"/>
                </a:moveTo>
                <a:lnTo>
                  <a:pt x="82296" y="89916"/>
                </a:lnTo>
                <a:lnTo>
                  <a:pt x="82296" y="94488"/>
                </a:lnTo>
                <a:lnTo>
                  <a:pt x="93345" y="95808"/>
                </a:lnTo>
                <a:lnTo>
                  <a:pt x="99822" y="98107"/>
                </a:lnTo>
                <a:lnTo>
                  <a:pt x="102438" y="138836"/>
                </a:lnTo>
                <a:lnTo>
                  <a:pt x="82296" y="147828"/>
                </a:lnTo>
                <a:lnTo>
                  <a:pt x="72809" y="146977"/>
                </a:lnTo>
                <a:lnTo>
                  <a:pt x="41529" y="111061"/>
                </a:lnTo>
                <a:lnTo>
                  <a:pt x="38100" y="77724"/>
                </a:lnTo>
                <a:lnTo>
                  <a:pt x="40665" y="47485"/>
                </a:lnTo>
                <a:lnTo>
                  <a:pt x="48387" y="25527"/>
                </a:lnTo>
                <a:lnTo>
                  <a:pt x="61239" y="12153"/>
                </a:lnTo>
                <a:lnTo>
                  <a:pt x="79248" y="7620"/>
                </a:lnTo>
                <a:lnTo>
                  <a:pt x="86118" y="8458"/>
                </a:lnTo>
                <a:lnTo>
                  <a:pt x="119443" y="33528"/>
                </a:lnTo>
                <a:lnTo>
                  <a:pt x="129540" y="51816"/>
                </a:lnTo>
                <a:lnTo>
                  <a:pt x="134112" y="51816"/>
                </a:lnTo>
                <a:lnTo>
                  <a:pt x="134112" y="1524"/>
                </a:lnTo>
                <a:lnTo>
                  <a:pt x="129540" y="1524"/>
                </a:lnTo>
                <a:lnTo>
                  <a:pt x="126492" y="9144"/>
                </a:lnTo>
                <a:lnTo>
                  <a:pt x="123444" y="10668"/>
                </a:lnTo>
                <a:lnTo>
                  <a:pt x="114300" y="10668"/>
                </a:lnTo>
                <a:lnTo>
                  <a:pt x="109728" y="7620"/>
                </a:lnTo>
                <a:lnTo>
                  <a:pt x="100838" y="4508"/>
                </a:lnTo>
                <a:lnTo>
                  <a:pt x="92392" y="2095"/>
                </a:lnTo>
                <a:lnTo>
                  <a:pt x="84213" y="558"/>
                </a:lnTo>
                <a:lnTo>
                  <a:pt x="76200" y="0"/>
                </a:lnTo>
                <a:lnTo>
                  <a:pt x="45643" y="6172"/>
                </a:lnTo>
                <a:lnTo>
                  <a:pt x="21526" y="23050"/>
                </a:lnTo>
                <a:lnTo>
                  <a:pt x="5689" y="48221"/>
                </a:lnTo>
                <a:lnTo>
                  <a:pt x="0" y="79248"/>
                </a:lnTo>
                <a:lnTo>
                  <a:pt x="5715" y="109562"/>
                </a:lnTo>
                <a:lnTo>
                  <a:pt x="21717" y="133159"/>
                </a:lnTo>
                <a:lnTo>
                  <a:pt x="46291" y="148475"/>
                </a:lnTo>
                <a:lnTo>
                  <a:pt x="77724" y="153924"/>
                </a:lnTo>
                <a:lnTo>
                  <a:pt x="94716" y="153098"/>
                </a:lnTo>
                <a:lnTo>
                  <a:pt x="110871" y="150685"/>
                </a:lnTo>
                <a:lnTo>
                  <a:pt x="125298" y="146862"/>
                </a:lnTo>
                <a:lnTo>
                  <a:pt x="137160" y="141732"/>
                </a:lnTo>
                <a:lnTo>
                  <a:pt x="137160" y="114300"/>
                </a:lnTo>
                <a:lnTo>
                  <a:pt x="137871" y="104990"/>
                </a:lnTo>
                <a:lnTo>
                  <a:pt x="140589" y="99250"/>
                </a:lnTo>
                <a:lnTo>
                  <a:pt x="146151" y="96088"/>
                </a:lnTo>
                <a:lnTo>
                  <a:pt x="155448" y="94488"/>
                </a:lnTo>
                <a:lnTo>
                  <a:pt x="155448" y="89916"/>
                </a:lnTo>
                <a:close/>
              </a:path>
              <a:path w="890269" h="190500">
                <a:moveTo>
                  <a:pt x="256032" y="54864"/>
                </a:moveTo>
                <a:lnTo>
                  <a:pt x="248412" y="48768"/>
                </a:lnTo>
                <a:lnTo>
                  <a:pt x="237744" y="48768"/>
                </a:lnTo>
                <a:lnTo>
                  <a:pt x="230212" y="49720"/>
                </a:lnTo>
                <a:lnTo>
                  <a:pt x="223266" y="52959"/>
                </a:lnTo>
                <a:lnTo>
                  <a:pt x="216306" y="59055"/>
                </a:lnTo>
                <a:lnTo>
                  <a:pt x="208788" y="68580"/>
                </a:lnTo>
                <a:lnTo>
                  <a:pt x="208788" y="50292"/>
                </a:lnTo>
                <a:lnTo>
                  <a:pt x="167640" y="50292"/>
                </a:lnTo>
                <a:lnTo>
                  <a:pt x="167640" y="56388"/>
                </a:lnTo>
                <a:lnTo>
                  <a:pt x="176784" y="57912"/>
                </a:lnTo>
                <a:lnTo>
                  <a:pt x="179832" y="60960"/>
                </a:lnTo>
                <a:lnTo>
                  <a:pt x="179832" y="141732"/>
                </a:lnTo>
                <a:lnTo>
                  <a:pt x="176784" y="144780"/>
                </a:lnTo>
                <a:lnTo>
                  <a:pt x="167640" y="146304"/>
                </a:lnTo>
                <a:lnTo>
                  <a:pt x="167640" y="150876"/>
                </a:lnTo>
                <a:lnTo>
                  <a:pt x="225552" y="150876"/>
                </a:lnTo>
                <a:lnTo>
                  <a:pt x="225552" y="146304"/>
                </a:lnTo>
                <a:lnTo>
                  <a:pt x="211836" y="144780"/>
                </a:lnTo>
                <a:lnTo>
                  <a:pt x="210312" y="141732"/>
                </a:lnTo>
                <a:lnTo>
                  <a:pt x="210312" y="88392"/>
                </a:lnTo>
                <a:lnTo>
                  <a:pt x="211353" y="79679"/>
                </a:lnTo>
                <a:lnTo>
                  <a:pt x="214122" y="72390"/>
                </a:lnTo>
                <a:lnTo>
                  <a:pt x="218020" y="67398"/>
                </a:lnTo>
                <a:lnTo>
                  <a:pt x="222504" y="65532"/>
                </a:lnTo>
                <a:lnTo>
                  <a:pt x="225552" y="65532"/>
                </a:lnTo>
                <a:lnTo>
                  <a:pt x="227076" y="67056"/>
                </a:lnTo>
                <a:lnTo>
                  <a:pt x="228600" y="71628"/>
                </a:lnTo>
                <a:lnTo>
                  <a:pt x="233172" y="77724"/>
                </a:lnTo>
                <a:lnTo>
                  <a:pt x="236220" y="79248"/>
                </a:lnTo>
                <a:lnTo>
                  <a:pt x="249936" y="79248"/>
                </a:lnTo>
                <a:lnTo>
                  <a:pt x="256032" y="73152"/>
                </a:lnTo>
                <a:lnTo>
                  <a:pt x="256032" y="64008"/>
                </a:lnTo>
                <a:lnTo>
                  <a:pt x="256032" y="54864"/>
                </a:lnTo>
                <a:close/>
              </a:path>
              <a:path w="890269" h="190500">
                <a:moveTo>
                  <a:pt x="364223" y="141744"/>
                </a:moveTo>
                <a:lnTo>
                  <a:pt x="363207" y="140220"/>
                </a:lnTo>
                <a:lnTo>
                  <a:pt x="361175" y="137172"/>
                </a:lnTo>
                <a:lnTo>
                  <a:pt x="359651" y="140220"/>
                </a:lnTo>
                <a:lnTo>
                  <a:pt x="353555" y="140220"/>
                </a:lnTo>
                <a:lnTo>
                  <a:pt x="352031" y="138696"/>
                </a:lnTo>
                <a:lnTo>
                  <a:pt x="352031" y="97548"/>
                </a:lnTo>
                <a:lnTo>
                  <a:pt x="352031" y="77736"/>
                </a:lnTo>
                <a:lnTo>
                  <a:pt x="349008" y="64846"/>
                </a:lnTo>
                <a:lnTo>
                  <a:pt x="340410" y="55829"/>
                </a:lnTo>
                <a:lnTo>
                  <a:pt x="334137" y="53352"/>
                </a:lnTo>
                <a:lnTo>
                  <a:pt x="326847" y="50469"/>
                </a:lnTo>
                <a:lnTo>
                  <a:pt x="326478" y="50469"/>
                </a:lnTo>
                <a:lnTo>
                  <a:pt x="309359" y="48780"/>
                </a:lnTo>
                <a:lnTo>
                  <a:pt x="291769" y="50469"/>
                </a:lnTo>
                <a:lnTo>
                  <a:pt x="278307" y="55448"/>
                </a:lnTo>
                <a:lnTo>
                  <a:pt x="269722" y="63563"/>
                </a:lnTo>
                <a:lnTo>
                  <a:pt x="269595" y="64020"/>
                </a:lnTo>
                <a:lnTo>
                  <a:pt x="266687" y="74688"/>
                </a:lnTo>
                <a:lnTo>
                  <a:pt x="266687" y="85356"/>
                </a:lnTo>
                <a:lnTo>
                  <a:pt x="272783" y="89928"/>
                </a:lnTo>
                <a:lnTo>
                  <a:pt x="291071" y="89928"/>
                </a:lnTo>
                <a:lnTo>
                  <a:pt x="297167" y="85356"/>
                </a:lnTo>
                <a:lnTo>
                  <a:pt x="297167" y="74688"/>
                </a:lnTo>
                <a:lnTo>
                  <a:pt x="295643" y="71640"/>
                </a:lnTo>
                <a:lnTo>
                  <a:pt x="292595" y="67068"/>
                </a:lnTo>
                <a:lnTo>
                  <a:pt x="289547" y="64020"/>
                </a:lnTo>
                <a:lnTo>
                  <a:pt x="289547" y="57924"/>
                </a:lnTo>
                <a:lnTo>
                  <a:pt x="295643" y="53352"/>
                </a:lnTo>
                <a:lnTo>
                  <a:pt x="303263" y="53352"/>
                </a:lnTo>
                <a:lnTo>
                  <a:pt x="323075" y="74688"/>
                </a:lnTo>
                <a:lnTo>
                  <a:pt x="323075" y="89928"/>
                </a:lnTo>
                <a:lnTo>
                  <a:pt x="321551" y="90411"/>
                </a:lnTo>
                <a:lnTo>
                  <a:pt x="321551" y="97548"/>
                </a:lnTo>
                <a:lnTo>
                  <a:pt x="321551" y="129552"/>
                </a:lnTo>
                <a:lnTo>
                  <a:pt x="316979" y="137172"/>
                </a:lnTo>
                <a:lnTo>
                  <a:pt x="312407" y="138696"/>
                </a:lnTo>
                <a:lnTo>
                  <a:pt x="300215" y="138696"/>
                </a:lnTo>
                <a:lnTo>
                  <a:pt x="295643" y="132600"/>
                </a:lnTo>
                <a:lnTo>
                  <a:pt x="295732" y="124498"/>
                </a:lnTo>
                <a:lnTo>
                  <a:pt x="297345" y="115544"/>
                </a:lnTo>
                <a:lnTo>
                  <a:pt x="302310" y="107835"/>
                </a:lnTo>
                <a:lnTo>
                  <a:pt x="310438" y="101828"/>
                </a:lnTo>
                <a:lnTo>
                  <a:pt x="321551" y="97548"/>
                </a:lnTo>
                <a:lnTo>
                  <a:pt x="321551" y="90411"/>
                </a:lnTo>
                <a:lnTo>
                  <a:pt x="284721" y="103847"/>
                </a:lnTo>
                <a:lnTo>
                  <a:pt x="264642" y="124980"/>
                </a:lnTo>
                <a:lnTo>
                  <a:pt x="263639" y="131076"/>
                </a:lnTo>
                <a:lnTo>
                  <a:pt x="265531" y="140423"/>
                </a:lnTo>
                <a:lnTo>
                  <a:pt x="270687" y="147650"/>
                </a:lnTo>
                <a:lnTo>
                  <a:pt x="278434" y="152285"/>
                </a:lnTo>
                <a:lnTo>
                  <a:pt x="288023" y="153936"/>
                </a:lnTo>
                <a:lnTo>
                  <a:pt x="296938" y="153047"/>
                </a:lnTo>
                <a:lnTo>
                  <a:pt x="305549" y="150317"/>
                </a:lnTo>
                <a:lnTo>
                  <a:pt x="314172" y="145567"/>
                </a:lnTo>
                <a:lnTo>
                  <a:pt x="323075" y="138696"/>
                </a:lnTo>
                <a:lnTo>
                  <a:pt x="324599" y="150888"/>
                </a:lnTo>
                <a:lnTo>
                  <a:pt x="329171" y="153936"/>
                </a:lnTo>
                <a:lnTo>
                  <a:pt x="339839" y="153936"/>
                </a:lnTo>
                <a:lnTo>
                  <a:pt x="347078" y="153314"/>
                </a:lnTo>
                <a:lnTo>
                  <a:pt x="353174" y="151269"/>
                </a:lnTo>
                <a:lnTo>
                  <a:pt x="358698" y="147497"/>
                </a:lnTo>
                <a:lnTo>
                  <a:pt x="364223" y="141744"/>
                </a:lnTo>
                <a:close/>
              </a:path>
              <a:path w="890269" h="190500">
                <a:moveTo>
                  <a:pt x="483108" y="141732"/>
                </a:moveTo>
                <a:lnTo>
                  <a:pt x="473951" y="140208"/>
                </a:lnTo>
                <a:lnTo>
                  <a:pt x="470903" y="137160"/>
                </a:lnTo>
                <a:lnTo>
                  <a:pt x="470903" y="60960"/>
                </a:lnTo>
                <a:lnTo>
                  <a:pt x="470903" y="3048"/>
                </a:lnTo>
                <a:lnTo>
                  <a:pt x="423659" y="3048"/>
                </a:lnTo>
                <a:lnTo>
                  <a:pt x="423659" y="9144"/>
                </a:lnTo>
                <a:lnTo>
                  <a:pt x="438899" y="10668"/>
                </a:lnTo>
                <a:lnTo>
                  <a:pt x="440423" y="12192"/>
                </a:lnTo>
                <a:lnTo>
                  <a:pt x="440423" y="60960"/>
                </a:lnTo>
                <a:lnTo>
                  <a:pt x="440423" y="73152"/>
                </a:lnTo>
                <a:lnTo>
                  <a:pt x="440423" y="128016"/>
                </a:lnTo>
                <a:lnTo>
                  <a:pt x="438899" y="132588"/>
                </a:lnTo>
                <a:lnTo>
                  <a:pt x="431279" y="140208"/>
                </a:lnTo>
                <a:lnTo>
                  <a:pt x="426707" y="141732"/>
                </a:lnTo>
                <a:lnTo>
                  <a:pt x="422135" y="141732"/>
                </a:lnTo>
                <a:lnTo>
                  <a:pt x="415023" y="139382"/>
                </a:lnTo>
                <a:lnTo>
                  <a:pt x="409752" y="132016"/>
                </a:lnTo>
                <a:lnTo>
                  <a:pt x="406501" y="119240"/>
                </a:lnTo>
                <a:lnTo>
                  <a:pt x="405371" y="100584"/>
                </a:lnTo>
                <a:lnTo>
                  <a:pt x="406514" y="82588"/>
                </a:lnTo>
                <a:lnTo>
                  <a:pt x="409943" y="69723"/>
                </a:lnTo>
                <a:lnTo>
                  <a:pt x="415658" y="62014"/>
                </a:lnTo>
                <a:lnTo>
                  <a:pt x="423659" y="59436"/>
                </a:lnTo>
                <a:lnTo>
                  <a:pt x="431279" y="59436"/>
                </a:lnTo>
                <a:lnTo>
                  <a:pt x="437375" y="65532"/>
                </a:lnTo>
                <a:lnTo>
                  <a:pt x="440423" y="73152"/>
                </a:lnTo>
                <a:lnTo>
                  <a:pt x="440423" y="60960"/>
                </a:lnTo>
                <a:lnTo>
                  <a:pt x="414515" y="47244"/>
                </a:lnTo>
                <a:lnTo>
                  <a:pt x="398449" y="51536"/>
                </a:lnTo>
                <a:lnTo>
                  <a:pt x="385368" y="63246"/>
                </a:lnTo>
                <a:lnTo>
                  <a:pt x="376593" y="80683"/>
                </a:lnTo>
                <a:lnTo>
                  <a:pt x="373367" y="102108"/>
                </a:lnTo>
                <a:lnTo>
                  <a:pt x="376351" y="123063"/>
                </a:lnTo>
                <a:lnTo>
                  <a:pt x="384581" y="139382"/>
                </a:lnTo>
                <a:lnTo>
                  <a:pt x="385508" y="140208"/>
                </a:lnTo>
                <a:lnTo>
                  <a:pt x="397167" y="150114"/>
                </a:lnTo>
                <a:lnTo>
                  <a:pt x="412991" y="153924"/>
                </a:lnTo>
                <a:lnTo>
                  <a:pt x="420522" y="153289"/>
                </a:lnTo>
                <a:lnTo>
                  <a:pt x="427469" y="151066"/>
                </a:lnTo>
                <a:lnTo>
                  <a:pt x="434428" y="146862"/>
                </a:lnTo>
                <a:lnTo>
                  <a:pt x="440232" y="141732"/>
                </a:lnTo>
                <a:lnTo>
                  <a:pt x="441947" y="140208"/>
                </a:lnTo>
                <a:lnTo>
                  <a:pt x="441947" y="153924"/>
                </a:lnTo>
                <a:lnTo>
                  <a:pt x="448411" y="152146"/>
                </a:lnTo>
                <a:lnTo>
                  <a:pt x="454710" y="151066"/>
                </a:lnTo>
                <a:lnTo>
                  <a:pt x="470903" y="149352"/>
                </a:lnTo>
                <a:lnTo>
                  <a:pt x="483108" y="146304"/>
                </a:lnTo>
                <a:lnTo>
                  <a:pt x="483108" y="141732"/>
                </a:lnTo>
                <a:close/>
              </a:path>
              <a:path w="890269" h="190500">
                <a:moveTo>
                  <a:pt x="536435" y="7620"/>
                </a:moveTo>
                <a:lnTo>
                  <a:pt x="528815" y="0"/>
                </a:lnTo>
                <a:lnTo>
                  <a:pt x="510527" y="0"/>
                </a:lnTo>
                <a:lnTo>
                  <a:pt x="502907" y="7620"/>
                </a:lnTo>
                <a:lnTo>
                  <a:pt x="502907" y="25908"/>
                </a:lnTo>
                <a:lnTo>
                  <a:pt x="510527" y="33528"/>
                </a:lnTo>
                <a:lnTo>
                  <a:pt x="528815" y="33528"/>
                </a:lnTo>
                <a:lnTo>
                  <a:pt x="536435" y="25908"/>
                </a:lnTo>
                <a:lnTo>
                  <a:pt x="536435" y="7620"/>
                </a:lnTo>
                <a:close/>
              </a:path>
              <a:path w="890269" h="190500">
                <a:moveTo>
                  <a:pt x="545579" y="146304"/>
                </a:moveTo>
                <a:lnTo>
                  <a:pt x="537959" y="144780"/>
                </a:lnTo>
                <a:lnTo>
                  <a:pt x="534911" y="141732"/>
                </a:lnTo>
                <a:lnTo>
                  <a:pt x="534911" y="50292"/>
                </a:lnTo>
                <a:lnTo>
                  <a:pt x="492239" y="50292"/>
                </a:lnTo>
                <a:lnTo>
                  <a:pt x="492239" y="56388"/>
                </a:lnTo>
                <a:lnTo>
                  <a:pt x="502907" y="57912"/>
                </a:lnTo>
                <a:lnTo>
                  <a:pt x="504431" y="60960"/>
                </a:lnTo>
                <a:lnTo>
                  <a:pt x="504431" y="141732"/>
                </a:lnTo>
                <a:lnTo>
                  <a:pt x="502907" y="143256"/>
                </a:lnTo>
                <a:lnTo>
                  <a:pt x="492239" y="146304"/>
                </a:lnTo>
                <a:lnTo>
                  <a:pt x="492239" y="150876"/>
                </a:lnTo>
                <a:lnTo>
                  <a:pt x="545579" y="150876"/>
                </a:lnTo>
                <a:lnTo>
                  <a:pt x="545579" y="146304"/>
                </a:lnTo>
                <a:close/>
              </a:path>
              <a:path w="890269" h="190500">
                <a:moveTo>
                  <a:pt x="641604" y="97548"/>
                </a:moveTo>
                <a:lnTo>
                  <a:pt x="640613" y="89928"/>
                </a:lnTo>
                <a:lnTo>
                  <a:pt x="640118" y="86042"/>
                </a:lnTo>
                <a:lnTo>
                  <a:pt x="637794" y="76403"/>
                </a:lnTo>
                <a:lnTo>
                  <a:pt x="634314" y="68186"/>
                </a:lnTo>
                <a:lnTo>
                  <a:pt x="629412" y="60972"/>
                </a:lnTo>
                <a:lnTo>
                  <a:pt x="624027" y="55206"/>
                </a:lnTo>
                <a:lnTo>
                  <a:pt x="620661" y="53352"/>
                </a:lnTo>
                <a:lnTo>
                  <a:pt x="617220" y="51447"/>
                </a:lnTo>
                <a:lnTo>
                  <a:pt x="614172" y="50660"/>
                </a:lnTo>
                <a:lnTo>
                  <a:pt x="614172" y="68592"/>
                </a:lnTo>
                <a:lnTo>
                  <a:pt x="614172" y="89928"/>
                </a:lnTo>
                <a:lnTo>
                  <a:pt x="585216" y="89928"/>
                </a:lnTo>
                <a:lnTo>
                  <a:pt x="586092" y="72631"/>
                </a:lnTo>
                <a:lnTo>
                  <a:pt x="588835" y="61353"/>
                </a:lnTo>
                <a:lnTo>
                  <a:pt x="593572" y="55206"/>
                </a:lnTo>
                <a:lnTo>
                  <a:pt x="600456" y="53352"/>
                </a:lnTo>
                <a:lnTo>
                  <a:pt x="606552" y="53352"/>
                </a:lnTo>
                <a:lnTo>
                  <a:pt x="611124" y="57924"/>
                </a:lnTo>
                <a:lnTo>
                  <a:pt x="612648" y="64020"/>
                </a:lnTo>
                <a:lnTo>
                  <a:pt x="614172" y="68592"/>
                </a:lnTo>
                <a:lnTo>
                  <a:pt x="614172" y="50660"/>
                </a:lnTo>
                <a:lnTo>
                  <a:pt x="609257" y="49390"/>
                </a:lnTo>
                <a:lnTo>
                  <a:pt x="600456" y="48780"/>
                </a:lnTo>
                <a:lnTo>
                  <a:pt x="581736" y="52603"/>
                </a:lnTo>
                <a:lnTo>
                  <a:pt x="567309" y="63449"/>
                </a:lnTo>
                <a:lnTo>
                  <a:pt x="558012" y="80276"/>
                </a:lnTo>
                <a:lnTo>
                  <a:pt x="554736" y="102120"/>
                </a:lnTo>
                <a:lnTo>
                  <a:pt x="557987" y="123710"/>
                </a:lnTo>
                <a:lnTo>
                  <a:pt x="567118" y="140030"/>
                </a:lnTo>
                <a:lnTo>
                  <a:pt x="581088" y="150329"/>
                </a:lnTo>
                <a:lnTo>
                  <a:pt x="598932" y="153936"/>
                </a:lnTo>
                <a:lnTo>
                  <a:pt x="611378" y="152666"/>
                </a:lnTo>
                <a:lnTo>
                  <a:pt x="621982" y="148412"/>
                </a:lnTo>
                <a:lnTo>
                  <a:pt x="631710" y="140423"/>
                </a:lnTo>
                <a:lnTo>
                  <a:pt x="633095" y="138696"/>
                </a:lnTo>
                <a:lnTo>
                  <a:pt x="641604" y="128028"/>
                </a:lnTo>
                <a:lnTo>
                  <a:pt x="637032" y="124980"/>
                </a:lnTo>
                <a:lnTo>
                  <a:pt x="630643" y="131622"/>
                </a:lnTo>
                <a:lnTo>
                  <a:pt x="624840" y="135839"/>
                </a:lnTo>
                <a:lnTo>
                  <a:pt x="619023" y="138049"/>
                </a:lnTo>
                <a:lnTo>
                  <a:pt x="612648" y="138696"/>
                </a:lnTo>
                <a:lnTo>
                  <a:pt x="603504" y="138696"/>
                </a:lnTo>
                <a:lnTo>
                  <a:pt x="586740" y="97548"/>
                </a:lnTo>
                <a:lnTo>
                  <a:pt x="641604" y="97548"/>
                </a:lnTo>
                <a:close/>
              </a:path>
              <a:path w="890269" h="190500">
                <a:moveTo>
                  <a:pt x="763524" y="146304"/>
                </a:moveTo>
                <a:lnTo>
                  <a:pt x="755904" y="144780"/>
                </a:lnTo>
                <a:lnTo>
                  <a:pt x="752856" y="143256"/>
                </a:lnTo>
                <a:lnTo>
                  <a:pt x="752856" y="79248"/>
                </a:lnTo>
                <a:lnTo>
                  <a:pt x="750900" y="65900"/>
                </a:lnTo>
                <a:lnTo>
                  <a:pt x="745236" y="55816"/>
                </a:lnTo>
                <a:lnTo>
                  <a:pt x="736130" y="49466"/>
                </a:lnTo>
                <a:lnTo>
                  <a:pt x="723900" y="47244"/>
                </a:lnTo>
                <a:lnTo>
                  <a:pt x="715060" y="48412"/>
                </a:lnTo>
                <a:lnTo>
                  <a:pt x="706945" y="52006"/>
                </a:lnTo>
                <a:lnTo>
                  <a:pt x="699681" y="58178"/>
                </a:lnTo>
                <a:lnTo>
                  <a:pt x="693420" y="67056"/>
                </a:lnTo>
                <a:lnTo>
                  <a:pt x="693420" y="50292"/>
                </a:lnTo>
                <a:lnTo>
                  <a:pt x="652272" y="50292"/>
                </a:lnTo>
                <a:lnTo>
                  <a:pt x="652272" y="56388"/>
                </a:lnTo>
                <a:lnTo>
                  <a:pt x="661416" y="57912"/>
                </a:lnTo>
                <a:lnTo>
                  <a:pt x="664464" y="59436"/>
                </a:lnTo>
                <a:lnTo>
                  <a:pt x="664464" y="141732"/>
                </a:lnTo>
                <a:lnTo>
                  <a:pt x="661416" y="143256"/>
                </a:lnTo>
                <a:lnTo>
                  <a:pt x="652272" y="146304"/>
                </a:lnTo>
                <a:lnTo>
                  <a:pt x="652272" y="150876"/>
                </a:lnTo>
                <a:lnTo>
                  <a:pt x="704088" y="150876"/>
                </a:lnTo>
                <a:lnTo>
                  <a:pt x="704088" y="146304"/>
                </a:lnTo>
                <a:lnTo>
                  <a:pt x="696468" y="144780"/>
                </a:lnTo>
                <a:lnTo>
                  <a:pt x="693420" y="141732"/>
                </a:lnTo>
                <a:lnTo>
                  <a:pt x="693420" y="74676"/>
                </a:lnTo>
                <a:lnTo>
                  <a:pt x="702564" y="65532"/>
                </a:lnTo>
                <a:lnTo>
                  <a:pt x="707136" y="62484"/>
                </a:lnTo>
                <a:lnTo>
                  <a:pt x="719328" y="62484"/>
                </a:lnTo>
                <a:lnTo>
                  <a:pt x="723900" y="68580"/>
                </a:lnTo>
                <a:lnTo>
                  <a:pt x="723900" y="141732"/>
                </a:lnTo>
                <a:lnTo>
                  <a:pt x="720852" y="144780"/>
                </a:lnTo>
                <a:lnTo>
                  <a:pt x="713232" y="146304"/>
                </a:lnTo>
                <a:lnTo>
                  <a:pt x="713232" y="150876"/>
                </a:lnTo>
                <a:lnTo>
                  <a:pt x="763524" y="150876"/>
                </a:lnTo>
                <a:lnTo>
                  <a:pt x="763524" y="146304"/>
                </a:lnTo>
                <a:close/>
              </a:path>
              <a:path w="890269" h="190500">
                <a:moveTo>
                  <a:pt x="841248" y="129540"/>
                </a:moveTo>
                <a:lnTo>
                  <a:pt x="835152" y="128016"/>
                </a:lnTo>
                <a:lnTo>
                  <a:pt x="830580" y="135636"/>
                </a:lnTo>
                <a:lnTo>
                  <a:pt x="827532" y="138684"/>
                </a:lnTo>
                <a:lnTo>
                  <a:pt x="816864" y="138684"/>
                </a:lnTo>
                <a:lnTo>
                  <a:pt x="813816" y="135636"/>
                </a:lnTo>
                <a:lnTo>
                  <a:pt x="813816" y="59436"/>
                </a:lnTo>
                <a:lnTo>
                  <a:pt x="835152" y="59436"/>
                </a:lnTo>
                <a:lnTo>
                  <a:pt x="835152" y="51816"/>
                </a:lnTo>
                <a:lnTo>
                  <a:pt x="813816" y="51816"/>
                </a:lnTo>
                <a:lnTo>
                  <a:pt x="813816" y="13716"/>
                </a:lnTo>
                <a:lnTo>
                  <a:pt x="809244" y="13716"/>
                </a:lnTo>
                <a:lnTo>
                  <a:pt x="799668" y="26797"/>
                </a:lnTo>
                <a:lnTo>
                  <a:pt x="790956" y="37147"/>
                </a:lnTo>
                <a:lnTo>
                  <a:pt x="782231" y="46088"/>
                </a:lnTo>
                <a:lnTo>
                  <a:pt x="772668" y="54864"/>
                </a:lnTo>
                <a:lnTo>
                  <a:pt x="772668" y="59436"/>
                </a:lnTo>
                <a:lnTo>
                  <a:pt x="783336" y="59436"/>
                </a:lnTo>
                <a:lnTo>
                  <a:pt x="783336" y="131064"/>
                </a:lnTo>
                <a:lnTo>
                  <a:pt x="784999" y="141071"/>
                </a:lnTo>
                <a:lnTo>
                  <a:pt x="789813" y="148209"/>
                </a:lnTo>
                <a:lnTo>
                  <a:pt x="797471" y="152501"/>
                </a:lnTo>
                <a:lnTo>
                  <a:pt x="807720" y="153924"/>
                </a:lnTo>
                <a:lnTo>
                  <a:pt x="818095" y="152692"/>
                </a:lnTo>
                <a:lnTo>
                  <a:pt x="826770" y="148590"/>
                </a:lnTo>
                <a:lnTo>
                  <a:pt x="834288" y="141071"/>
                </a:lnTo>
                <a:lnTo>
                  <a:pt x="841248" y="129540"/>
                </a:lnTo>
                <a:close/>
              </a:path>
              <a:path w="890269" h="190500">
                <a:moveTo>
                  <a:pt x="890016" y="143256"/>
                </a:moveTo>
                <a:lnTo>
                  <a:pt x="888365" y="132778"/>
                </a:lnTo>
                <a:lnTo>
                  <a:pt x="883729" y="124587"/>
                </a:lnTo>
                <a:lnTo>
                  <a:pt x="876503" y="119253"/>
                </a:lnTo>
                <a:lnTo>
                  <a:pt x="867156" y="117348"/>
                </a:lnTo>
                <a:lnTo>
                  <a:pt x="859790" y="118706"/>
                </a:lnTo>
                <a:lnTo>
                  <a:pt x="854011" y="122491"/>
                </a:lnTo>
                <a:lnTo>
                  <a:pt x="850214" y="128282"/>
                </a:lnTo>
                <a:lnTo>
                  <a:pt x="848868" y="135636"/>
                </a:lnTo>
                <a:lnTo>
                  <a:pt x="848868" y="146304"/>
                </a:lnTo>
                <a:lnTo>
                  <a:pt x="856488" y="152400"/>
                </a:lnTo>
                <a:lnTo>
                  <a:pt x="873252" y="152400"/>
                </a:lnTo>
                <a:lnTo>
                  <a:pt x="874776" y="153924"/>
                </a:lnTo>
                <a:lnTo>
                  <a:pt x="874776" y="156972"/>
                </a:lnTo>
                <a:lnTo>
                  <a:pt x="873315" y="163855"/>
                </a:lnTo>
                <a:lnTo>
                  <a:pt x="868870" y="170878"/>
                </a:lnTo>
                <a:lnTo>
                  <a:pt x="861263" y="178193"/>
                </a:lnTo>
                <a:lnTo>
                  <a:pt x="850392" y="185928"/>
                </a:lnTo>
                <a:lnTo>
                  <a:pt x="853440" y="190500"/>
                </a:lnTo>
                <a:lnTo>
                  <a:pt x="870077" y="179908"/>
                </a:lnTo>
                <a:lnTo>
                  <a:pt x="881443" y="168592"/>
                </a:lnTo>
                <a:lnTo>
                  <a:pt x="887933" y="156425"/>
                </a:lnTo>
                <a:lnTo>
                  <a:pt x="890016" y="1432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0" name="object 110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3140964" y="8034528"/>
            <a:ext cx="341375" cy="150876"/>
          </a:xfrm>
          <a:prstGeom prst="rect">
            <a:avLst/>
          </a:prstGeom>
        </p:spPr>
      </p:pic>
      <p:pic>
        <p:nvPicPr>
          <p:cNvPr id="111" name="object 111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3549395" y="8031479"/>
            <a:ext cx="1496568" cy="195072"/>
          </a:xfrm>
          <a:prstGeom prst="rect">
            <a:avLst/>
          </a:prstGeom>
        </p:spPr>
      </p:pic>
      <p:pic>
        <p:nvPicPr>
          <p:cNvPr id="112" name="object 112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3256788" y="8513064"/>
            <a:ext cx="105156" cy="102108"/>
          </a:xfrm>
          <a:prstGeom prst="rect">
            <a:avLst/>
          </a:prstGeom>
        </p:spPr>
      </p:pic>
      <p:sp>
        <p:nvSpPr>
          <p:cNvPr id="113" name="object 113" descr=""/>
          <p:cNvSpPr/>
          <p:nvPr/>
        </p:nvSpPr>
        <p:spPr>
          <a:xfrm>
            <a:off x="3413759" y="8555735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4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4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4" name="object 114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3547871" y="8511540"/>
            <a:ext cx="100584" cy="124967"/>
          </a:xfrm>
          <a:prstGeom prst="rect">
            <a:avLst/>
          </a:prstGeom>
        </p:spPr>
      </p:pic>
      <p:pic>
        <p:nvPicPr>
          <p:cNvPr id="115" name="object 115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3991355" y="8513064"/>
            <a:ext cx="216408" cy="126492"/>
          </a:xfrm>
          <a:prstGeom prst="rect">
            <a:avLst/>
          </a:prstGeom>
        </p:spPr>
      </p:pic>
      <p:sp>
        <p:nvSpPr>
          <p:cNvPr id="116" name="object 116" descr=""/>
          <p:cNvSpPr/>
          <p:nvPr/>
        </p:nvSpPr>
        <p:spPr>
          <a:xfrm>
            <a:off x="4274820" y="8555735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4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4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7" name="object 117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4408932" y="8511540"/>
            <a:ext cx="99059" cy="124967"/>
          </a:xfrm>
          <a:prstGeom prst="rect">
            <a:avLst/>
          </a:prstGeom>
        </p:spPr>
      </p:pic>
      <p:grpSp>
        <p:nvGrpSpPr>
          <p:cNvPr id="118" name="object 118" descr=""/>
          <p:cNvGrpSpPr/>
          <p:nvPr/>
        </p:nvGrpSpPr>
        <p:grpSpPr>
          <a:xfrm>
            <a:off x="1824228" y="8904732"/>
            <a:ext cx="396240" cy="140335"/>
            <a:chOff x="1824228" y="8904732"/>
            <a:chExt cx="396240" cy="140335"/>
          </a:xfrm>
        </p:grpSpPr>
        <p:pic>
          <p:nvPicPr>
            <p:cNvPr id="119" name="object 119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824228" y="8910828"/>
              <a:ext cx="199643" cy="103631"/>
            </a:xfrm>
            <a:prstGeom prst="rect">
              <a:avLst/>
            </a:prstGeom>
          </p:spPr>
        </p:pic>
        <p:pic>
          <p:nvPicPr>
            <p:cNvPr id="120" name="object 120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045208" y="8904732"/>
              <a:ext cx="175260" cy="140208"/>
            </a:xfrm>
            <a:prstGeom prst="rect">
              <a:avLst/>
            </a:prstGeom>
          </p:spPr>
        </p:pic>
      </p:grpSp>
      <p:sp>
        <p:nvSpPr>
          <p:cNvPr id="121" name="object 121" descr=""/>
          <p:cNvSpPr/>
          <p:nvPr/>
        </p:nvSpPr>
        <p:spPr>
          <a:xfrm>
            <a:off x="2287524" y="8955023"/>
            <a:ext cx="78105" cy="40005"/>
          </a:xfrm>
          <a:custGeom>
            <a:avLst/>
            <a:gdLst/>
            <a:ahLst/>
            <a:cxnLst/>
            <a:rect l="l" t="t" r="r" b="b"/>
            <a:pathLst>
              <a:path w="78105" h="40004">
                <a:moveTo>
                  <a:pt x="77724" y="7620"/>
                </a:moveTo>
                <a:lnTo>
                  <a:pt x="0" y="7620"/>
                </a:lnTo>
                <a:lnTo>
                  <a:pt x="0" y="0"/>
                </a:lnTo>
                <a:lnTo>
                  <a:pt x="77724" y="0"/>
                </a:lnTo>
                <a:lnTo>
                  <a:pt x="77724" y="7620"/>
                </a:lnTo>
                <a:close/>
              </a:path>
              <a:path w="78105" h="40004">
                <a:moveTo>
                  <a:pt x="77724" y="39624"/>
                </a:moveTo>
                <a:lnTo>
                  <a:pt x="0" y="39624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39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22" name="object 122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2438399" y="8805671"/>
            <a:ext cx="184404" cy="106680"/>
          </a:xfrm>
          <a:prstGeom prst="rect">
            <a:avLst/>
          </a:prstGeom>
        </p:spPr>
      </p:pic>
      <p:grpSp>
        <p:nvGrpSpPr>
          <p:cNvPr id="123" name="object 123" descr=""/>
          <p:cNvGrpSpPr/>
          <p:nvPr/>
        </p:nvGrpSpPr>
        <p:grpSpPr>
          <a:xfrm>
            <a:off x="2430779" y="8970264"/>
            <a:ext cx="241300" cy="178435"/>
            <a:chOff x="2430779" y="8970264"/>
            <a:chExt cx="241300" cy="178435"/>
          </a:xfrm>
        </p:grpSpPr>
        <p:sp>
          <p:nvSpPr>
            <p:cNvPr id="124" name="object 124" descr=""/>
            <p:cNvSpPr/>
            <p:nvPr/>
          </p:nvSpPr>
          <p:spPr>
            <a:xfrm>
              <a:off x="2430779" y="8970264"/>
              <a:ext cx="198120" cy="9525"/>
            </a:xfrm>
            <a:custGeom>
              <a:avLst/>
              <a:gdLst/>
              <a:ahLst/>
              <a:cxnLst/>
              <a:rect l="l" t="t" r="r" b="b"/>
              <a:pathLst>
                <a:path w="198119" h="9525">
                  <a:moveTo>
                    <a:pt x="198120" y="9143"/>
                  </a:moveTo>
                  <a:lnTo>
                    <a:pt x="0" y="9143"/>
                  </a:lnTo>
                  <a:lnTo>
                    <a:pt x="0" y="0"/>
                  </a:lnTo>
                  <a:lnTo>
                    <a:pt x="198120" y="0"/>
                  </a:lnTo>
                  <a:lnTo>
                    <a:pt x="198120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2450592" y="9012936"/>
              <a:ext cx="163067" cy="135635"/>
            </a:xfrm>
            <a:prstGeom prst="rect">
              <a:avLst/>
            </a:prstGeom>
          </p:spPr>
        </p:pic>
        <p:sp>
          <p:nvSpPr>
            <p:cNvPr id="126" name="object 126" descr=""/>
            <p:cNvSpPr/>
            <p:nvPr/>
          </p:nvSpPr>
          <p:spPr>
            <a:xfrm>
              <a:off x="2650236" y="8999219"/>
              <a:ext cx="21590" cy="36830"/>
            </a:xfrm>
            <a:custGeom>
              <a:avLst/>
              <a:gdLst/>
              <a:ahLst/>
              <a:cxnLst/>
              <a:rect l="l" t="t" r="r" b="b"/>
              <a:pathLst>
                <a:path w="21589" h="36829">
                  <a:moveTo>
                    <a:pt x="10668" y="16764"/>
                  </a:moveTo>
                  <a:lnTo>
                    <a:pt x="6096" y="16764"/>
                  </a:lnTo>
                  <a:lnTo>
                    <a:pt x="0" y="15240"/>
                  </a:lnTo>
                  <a:lnTo>
                    <a:pt x="0" y="1524"/>
                  </a:lnTo>
                  <a:lnTo>
                    <a:pt x="6096" y="0"/>
                  </a:lnTo>
                  <a:lnTo>
                    <a:pt x="13716" y="0"/>
                  </a:lnTo>
                  <a:lnTo>
                    <a:pt x="21336" y="1524"/>
                  </a:lnTo>
                  <a:lnTo>
                    <a:pt x="21336" y="13716"/>
                  </a:lnTo>
                  <a:lnTo>
                    <a:pt x="20952" y="15240"/>
                  </a:lnTo>
                  <a:lnTo>
                    <a:pt x="12192" y="15240"/>
                  </a:lnTo>
                  <a:lnTo>
                    <a:pt x="10668" y="16764"/>
                  </a:lnTo>
                  <a:close/>
                </a:path>
                <a:path w="21589" h="36829">
                  <a:moveTo>
                    <a:pt x="4572" y="36576"/>
                  </a:moveTo>
                  <a:lnTo>
                    <a:pt x="3048" y="33528"/>
                  </a:lnTo>
                  <a:lnTo>
                    <a:pt x="13716" y="27432"/>
                  </a:lnTo>
                  <a:lnTo>
                    <a:pt x="15240" y="19812"/>
                  </a:lnTo>
                  <a:lnTo>
                    <a:pt x="15240" y="15240"/>
                  </a:lnTo>
                  <a:lnTo>
                    <a:pt x="20952" y="15240"/>
                  </a:lnTo>
                  <a:lnTo>
                    <a:pt x="19359" y="21574"/>
                  </a:lnTo>
                  <a:lnTo>
                    <a:pt x="14668" y="28575"/>
                  </a:lnTo>
                  <a:lnTo>
                    <a:pt x="9120" y="33861"/>
                  </a:lnTo>
                  <a:lnTo>
                    <a:pt x="4572" y="36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7" name="object 127" descr=""/>
          <p:cNvGrpSpPr/>
          <p:nvPr/>
        </p:nvGrpSpPr>
        <p:grpSpPr>
          <a:xfrm>
            <a:off x="3017519" y="8904732"/>
            <a:ext cx="247015" cy="140335"/>
            <a:chOff x="3017519" y="8904732"/>
            <a:chExt cx="247015" cy="140335"/>
          </a:xfrm>
        </p:grpSpPr>
        <p:pic>
          <p:nvPicPr>
            <p:cNvPr id="128" name="object 128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017519" y="8915400"/>
              <a:ext cx="96012" cy="99060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134867" y="8904732"/>
              <a:ext cx="129540" cy="140208"/>
            </a:xfrm>
            <a:prstGeom prst="rect">
              <a:avLst/>
            </a:prstGeom>
          </p:spPr>
        </p:pic>
      </p:grpSp>
      <p:pic>
        <p:nvPicPr>
          <p:cNvPr id="130" name="object 130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3310128" y="8935211"/>
            <a:ext cx="77724" cy="79248"/>
          </a:xfrm>
          <a:prstGeom prst="rect">
            <a:avLst/>
          </a:prstGeom>
        </p:spPr>
      </p:pic>
      <p:pic>
        <p:nvPicPr>
          <p:cNvPr id="131" name="object 131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3435096" y="8904732"/>
            <a:ext cx="220979" cy="140208"/>
          </a:xfrm>
          <a:prstGeom prst="rect">
            <a:avLst/>
          </a:prstGeom>
        </p:spPr>
      </p:pic>
      <p:grpSp>
        <p:nvGrpSpPr>
          <p:cNvPr id="132" name="object 132" descr=""/>
          <p:cNvGrpSpPr/>
          <p:nvPr/>
        </p:nvGrpSpPr>
        <p:grpSpPr>
          <a:xfrm>
            <a:off x="3723132" y="8878823"/>
            <a:ext cx="2217420" cy="187960"/>
            <a:chOff x="3723132" y="8878823"/>
            <a:chExt cx="2217420" cy="187960"/>
          </a:xfrm>
        </p:grpSpPr>
        <p:pic>
          <p:nvPicPr>
            <p:cNvPr id="133" name="object 133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3723132" y="8878823"/>
              <a:ext cx="2185415" cy="187451"/>
            </a:xfrm>
            <a:prstGeom prst="rect">
              <a:avLst/>
            </a:prstGeom>
          </p:spPr>
        </p:pic>
        <p:sp>
          <p:nvSpPr>
            <p:cNvPr id="134" name="object 134" descr=""/>
            <p:cNvSpPr/>
            <p:nvPr/>
          </p:nvSpPr>
          <p:spPr>
            <a:xfrm>
              <a:off x="5923787" y="8999219"/>
              <a:ext cx="17145" cy="15240"/>
            </a:xfrm>
            <a:custGeom>
              <a:avLst/>
              <a:gdLst/>
              <a:ahLst/>
              <a:cxnLst/>
              <a:rect l="l" t="t" r="r" b="b"/>
              <a:pathLst>
                <a:path w="17145" h="15240">
                  <a:moveTo>
                    <a:pt x="12191" y="15240"/>
                  </a:moveTo>
                  <a:lnTo>
                    <a:pt x="6095" y="15240"/>
                  </a:lnTo>
                  <a:lnTo>
                    <a:pt x="0" y="13716"/>
                  </a:lnTo>
                  <a:lnTo>
                    <a:pt x="0" y="3048"/>
                  </a:lnTo>
                  <a:lnTo>
                    <a:pt x="4571" y="0"/>
                  </a:lnTo>
                  <a:lnTo>
                    <a:pt x="13715" y="0"/>
                  </a:lnTo>
                  <a:lnTo>
                    <a:pt x="16763" y="3048"/>
                  </a:lnTo>
                  <a:lnTo>
                    <a:pt x="16763" y="7620"/>
                  </a:lnTo>
                  <a:lnTo>
                    <a:pt x="16763" y="13716"/>
                  </a:lnTo>
                  <a:lnTo>
                    <a:pt x="12191" y="1524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5" name="object 135" descr=""/>
          <p:cNvSpPr/>
          <p:nvPr/>
        </p:nvSpPr>
        <p:spPr>
          <a:xfrm>
            <a:off x="3864864" y="9421368"/>
            <a:ext cx="43180" cy="102235"/>
          </a:xfrm>
          <a:custGeom>
            <a:avLst/>
            <a:gdLst/>
            <a:ahLst/>
            <a:cxnLst/>
            <a:rect l="l" t="t" r="r" b="b"/>
            <a:pathLst>
              <a:path w="43179" h="102234">
                <a:moveTo>
                  <a:pt x="42672" y="102107"/>
                </a:moveTo>
                <a:lnTo>
                  <a:pt x="1524" y="102107"/>
                </a:lnTo>
                <a:lnTo>
                  <a:pt x="1524" y="100583"/>
                </a:lnTo>
                <a:lnTo>
                  <a:pt x="9144" y="100583"/>
                </a:lnTo>
                <a:lnTo>
                  <a:pt x="12192" y="99059"/>
                </a:lnTo>
                <a:lnTo>
                  <a:pt x="13716" y="97535"/>
                </a:lnTo>
                <a:lnTo>
                  <a:pt x="15240" y="92963"/>
                </a:lnTo>
                <a:lnTo>
                  <a:pt x="15240" y="15239"/>
                </a:lnTo>
                <a:lnTo>
                  <a:pt x="13716" y="12191"/>
                </a:lnTo>
                <a:lnTo>
                  <a:pt x="9144" y="12191"/>
                </a:lnTo>
                <a:lnTo>
                  <a:pt x="7620" y="13715"/>
                </a:lnTo>
                <a:lnTo>
                  <a:pt x="4572" y="13715"/>
                </a:lnTo>
                <a:lnTo>
                  <a:pt x="3048" y="15239"/>
                </a:lnTo>
                <a:lnTo>
                  <a:pt x="1524" y="15239"/>
                </a:lnTo>
                <a:lnTo>
                  <a:pt x="0" y="16763"/>
                </a:lnTo>
                <a:lnTo>
                  <a:pt x="0" y="13715"/>
                </a:lnTo>
                <a:lnTo>
                  <a:pt x="27432" y="0"/>
                </a:lnTo>
                <a:lnTo>
                  <a:pt x="28956" y="0"/>
                </a:lnTo>
                <a:lnTo>
                  <a:pt x="28956" y="99059"/>
                </a:lnTo>
                <a:lnTo>
                  <a:pt x="32004" y="100583"/>
                </a:lnTo>
                <a:lnTo>
                  <a:pt x="42672" y="100583"/>
                </a:lnTo>
                <a:lnTo>
                  <a:pt x="42672" y="1021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7448" y="914399"/>
            <a:ext cx="1386840" cy="155575"/>
          </a:xfrm>
          <a:custGeom>
            <a:avLst/>
            <a:gdLst/>
            <a:ahLst/>
            <a:cxnLst/>
            <a:rect l="l" t="t" r="r" b="b"/>
            <a:pathLst>
              <a:path w="1386839" h="155575">
                <a:moveTo>
                  <a:pt x="149352" y="4572"/>
                </a:moveTo>
                <a:lnTo>
                  <a:pt x="103632" y="4572"/>
                </a:lnTo>
                <a:lnTo>
                  <a:pt x="103632" y="9144"/>
                </a:lnTo>
                <a:lnTo>
                  <a:pt x="113157" y="10985"/>
                </a:lnTo>
                <a:lnTo>
                  <a:pt x="119253" y="14668"/>
                </a:lnTo>
                <a:lnTo>
                  <a:pt x="122491" y="20942"/>
                </a:lnTo>
                <a:lnTo>
                  <a:pt x="123444" y="30480"/>
                </a:lnTo>
                <a:lnTo>
                  <a:pt x="123444" y="97536"/>
                </a:lnTo>
                <a:lnTo>
                  <a:pt x="47244" y="4572"/>
                </a:lnTo>
                <a:lnTo>
                  <a:pt x="1524" y="4572"/>
                </a:lnTo>
                <a:lnTo>
                  <a:pt x="1524" y="9144"/>
                </a:lnTo>
                <a:lnTo>
                  <a:pt x="6096" y="9144"/>
                </a:lnTo>
                <a:lnTo>
                  <a:pt x="9144" y="12192"/>
                </a:lnTo>
                <a:lnTo>
                  <a:pt x="19812" y="25908"/>
                </a:lnTo>
                <a:lnTo>
                  <a:pt x="19812" y="129540"/>
                </a:lnTo>
                <a:lnTo>
                  <a:pt x="19062" y="137096"/>
                </a:lnTo>
                <a:lnTo>
                  <a:pt x="16192" y="141922"/>
                </a:lnTo>
                <a:lnTo>
                  <a:pt x="10160" y="144767"/>
                </a:lnTo>
                <a:lnTo>
                  <a:pt x="0" y="146304"/>
                </a:lnTo>
                <a:lnTo>
                  <a:pt x="0" y="152400"/>
                </a:lnTo>
                <a:lnTo>
                  <a:pt x="50292" y="152400"/>
                </a:lnTo>
                <a:lnTo>
                  <a:pt x="50292" y="146304"/>
                </a:lnTo>
                <a:lnTo>
                  <a:pt x="39878" y="144475"/>
                </a:lnTo>
                <a:lnTo>
                  <a:pt x="33337" y="140779"/>
                </a:lnTo>
                <a:lnTo>
                  <a:pt x="29921" y="134518"/>
                </a:lnTo>
                <a:lnTo>
                  <a:pt x="28956" y="124968"/>
                </a:lnTo>
                <a:lnTo>
                  <a:pt x="28956" y="36576"/>
                </a:lnTo>
                <a:lnTo>
                  <a:pt x="126492" y="155448"/>
                </a:lnTo>
                <a:lnTo>
                  <a:pt x="132588" y="155448"/>
                </a:lnTo>
                <a:lnTo>
                  <a:pt x="132588" y="15240"/>
                </a:lnTo>
                <a:lnTo>
                  <a:pt x="135636" y="12192"/>
                </a:lnTo>
                <a:lnTo>
                  <a:pt x="149352" y="9144"/>
                </a:lnTo>
                <a:lnTo>
                  <a:pt x="149352" y="4572"/>
                </a:lnTo>
                <a:close/>
              </a:path>
              <a:path w="1386839" h="155575">
                <a:moveTo>
                  <a:pt x="254508" y="102120"/>
                </a:moveTo>
                <a:lnTo>
                  <a:pt x="240982" y="63449"/>
                </a:lnTo>
                <a:lnTo>
                  <a:pt x="222453" y="52019"/>
                </a:lnTo>
                <a:lnTo>
                  <a:pt x="222453" y="105168"/>
                </a:lnTo>
                <a:lnTo>
                  <a:pt x="221805" y="124929"/>
                </a:lnTo>
                <a:lnTo>
                  <a:pt x="221691" y="125564"/>
                </a:lnTo>
                <a:lnTo>
                  <a:pt x="219265" y="139077"/>
                </a:lnTo>
                <a:lnTo>
                  <a:pt x="219138" y="139268"/>
                </a:lnTo>
                <a:lnTo>
                  <a:pt x="219011" y="139458"/>
                </a:lnTo>
                <a:lnTo>
                  <a:pt x="214134" y="146926"/>
                </a:lnTo>
                <a:lnTo>
                  <a:pt x="205740" y="149364"/>
                </a:lnTo>
                <a:lnTo>
                  <a:pt x="189852" y="124929"/>
                </a:lnTo>
                <a:lnTo>
                  <a:pt x="189738" y="122428"/>
                </a:lnTo>
                <a:lnTo>
                  <a:pt x="188976" y="105168"/>
                </a:lnTo>
                <a:lnTo>
                  <a:pt x="189026" y="103644"/>
                </a:lnTo>
                <a:lnTo>
                  <a:pt x="189141" y="100596"/>
                </a:lnTo>
                <a:lnTo>
                  <a:pt x="198615" y="57162"/>
                </a:lnTo>
                <a:lnTo>
                  <a:pt x="207264" y="54876"/>
                </a:lnTo>
                <a:lnTo>
                  <a:pt x="214782" y="57353"/>
                </a:lnTo>
                <a:lnTo>
                  <a:pt x="219456" y="65544"/>
                </a:lnTo>
                <a:lnTo>
                  <a:pt x="221830" y="80594"/>
                </a:lnTo>
                <a:lnTo>
                  <a:pt x="222415" y="100596"/>
                </a:lnTo>
                <a:lnTo>
                  <a:pt x="222453" y="105168"/>
                </a:lnTo>
                <a:lnTo>
                  <a:pt x="222453" y="52019"/>
                </a:lnTo>
                <a:lnTo>
                  <a:pt x="171640" y="63258"/>
                </a:lnTo>
                <a:lnTo>
                  <a:pt x="160820" y="80276"/>
                </a:lnTo>
                <a:lnTo>
                  <a:pt x="160756" y="80594"/>
                </a:lnTo>
                <a:lnTo>
                  <a:pt x="156972" y="100596"/>
                </a:lnTo>
                <a:lnTo>
                  <a:pt x="160731" y="122428"/>
                </a:lnTo>
                <a:lnTo>
                  <a:pt x="171069" y="139268"/>
                </a:lnTo>
                <a:lnTo>
                  <a:pt x="186537" y="150101"/>
                </a:lnTo>
                <a:lnTo>
                  <a:pt x="205740" y="153936"/>
                </a:lnTo>
                <a:lnTo>
                  <a:pt x="225602" y="150101"/>
                </a:lnTo>
                <a:lnTo>
                  <a:pt x="226669" y="149364"/>
                </a:lnTo>
                <a:lnTo>
                  <a:pt x="240982" y="139458"/>
                </a:lnTo>
                <a:lnTo>
                  <a:pt x="241096" y="139268"/>
                </a:lnTo>
                <a:lnTo>
                  <a:pt x="241211" y="139077"/>
                </a:lnTo>
                <a:lnTo>
                  <a:pt x="250952" y="123075"/>
                </a:lnTo>
                <a:lnTo>
                  <a:pt x="251066" y="122428"/>
                </a:lnTo>
                <a:lnTo>
                  <a:pt x="254508" y="102120"/>
                </a:lnTo>
                <a:close/>
              </a:path>
              <a:path w="1386839" h="155575">
                <a:moveTo>
                  <a:pt x="377952" y="146304"/>
                </a:moveTo>
                <a:lnTo>
                  <a:pt x="370332" y="146304"/>
                </a:lnTo>
                <a:lnTo>
                  <a:pt x="367284" y="143256"/>
                </a:lnTo>
                <a:lnTo>
                  <a:pt x="367284" y="79248"/>
                </a:lnTo>
                <a:lnTo>
                  <a:pt x="365328" y="66776"/>
                </a:lnTo>
                <a:lnTo>
                  <a:pt x="359664" y="57150"/>
                </a:lnTo>
                <a:lnTo>
                  <a:pt x="350558" y="50965"/>
                </a:lnTo>
                <a:lnTo>
                  <a:pt x="338328" y="48768"/>
                </a:lnTo>
                <a:lnTo>
                  <a:pt x="328841" y="49911"/>
                </a:lnTo>
                <a:lnTo>
                  <a:pt x="320802" y="53340"/>
                </a:lnTo>
                <a:lnTo>
                  <a:pt x="313893" y="59055"/>
                </a:lnTo>
                <a:lnTo>
                  <a:pt x="307848" y="67056"/>
                </a:lnTo>
                <a:lnTo>
                  <a:pt x="307848" y="51816"/>
                </a:lnTo>
                <a:lnTo>
                  <a:pt x="266700" y="51816"/>
                </a:lnTo>
                <a:lnTo>
                  <a:pt x="266700" y="56388"/>
                </a:lnTo>
                <a:lnTo>
                  <a:pt x="275844" y="57912"/>
                </a:lnTo>
                <a:lnTo>
                  <a:pt x="277368" y="60960"/>
                </a:lnTo>
                <a:lnTo>
                  <a:pt x="277368" y="141732"/>
                </a:lnTo>
                <a:lnTo>
                  <a:pt x="275844" y="144780"/>
                </a:lnTo>
                <a:lnTo>
                  <a:pt x="266700" y="146304"/>
                </a:lnTo>
                <a:lnTo>
                  <a:pt x="266700" y="152400"/>
                </a:lnTo>
                <a:lnTo>
                  <a:pt x="318516" y="152400"/>
                </a:lnTo>
                <a:lnTo>
                  <a:pt x="318516" y="146304"/>
                </a:lnTo>
                <a:lnTo>
                  <a:pt x="310896" y="144780"/>
                </a:lnTo>
                <a:lnTo>
                  <a:pt x="307848" y="141732"/>
                </a:lnTo>
                <a:lnTo>
                  <a:pt x="307848" y="74676"/>
                </a:lnTo>
                <a:lnTo>
                  <a:pt x="316992" y="65532"/>
                </a:lnTo>
                <a:lnTo>
                  <a:pt x="321564" y="62484"/>
                </a:lnTo>
                <a:lnTo>
                  <a:pt x="333756" y="62484"/>
                </a:lnTo>
                <a:lnTo>
                  <a:pt x="336804" y="68580"/>
                </a:lnTo>
                <a:lnTo>
                  <a:pt x="336804" y="141732"/>
                </a:lnTo>
                <a:lnTo>
                  <a:pt x="333756" y="144780"/>
                </a:lnTo>
                <a:lnTo>
                  <a:pt x="327660" y="146304"/>
                </a:lnTo>
                <a:lnTo>
                  <a:pt x="327660" y="152400"/>
                </a:lnTo>
                <a:lnTo>
                  <a:pt x="377952" y="152400"/>
                </a:lnTo>
                <a:lnTo>
                  <a:pt x="377952" y="146304"/>
                </a:lnTo>
                <a:close/>
              </a:path>
              <a:path w="1386839" h="155575">
                <a:moveTo>
                  <a:pt x="444995" y="88392"/>
                </a:moveTo>
                <a:lnTo>
                  <a:pt x="390131" y="88392"/>
                </a:lnTo>
                <a:lnTo>
                  <a:pt x="390131" y="115836"/>
                </a:lnTo>
                <a:lnTo>
                  <a:pt x="444995" y="115836"/>
                </a:lnTo>
                <a:lnTo>
                  <a:pt x="444995" y="88392"/>
                </a:lnTo>
                <a:close/>
              </a:path>
              <a:path w="1386839" h="155575">
                <a:moveTo>
                  <a:pt x="594360" y="106680"/>
                </a:moveTo>
                <a:lnTo>
                  <a:pt x="588264" y="106680"/>
                </a:lnTo>
                <a:lnTo>
                  <a:pt x="583895" y="115684"/>
                </a:lnTo>
                <a:lnTo>
                  <a:pt x="579691" y="122682"/>
                </a:lnTo>
                <a:lnTo>
                  <a:pt x="543610" y="145478"/>
                </a:lnTo>
                <a:lnTo>
                  <a:pt x="531876" y="146304"/>
                </a:lnTo>
                <a:lnTo>
                  <a:pt x="516636" y="146304"/>
                </a:lnTo>
                <a:lnTo>
                  <a:pt x="513588" y="143256"/>
                </a:lnTo>
                <a:lnTo>
                  <a:pt x="513588" y="79248"/>
                </a:lnTo>
                <a:lnTo>
                  <a:pt x="528269" y="81089"/>
                </a:lnTo>
                <a:lnTo>
                  <a:pt x="538543" y="87058"/>
                </a:lnTo>
                <a:lnTo>
                  <a:pt x="545084" y="97904"/>
                </a:lnTo>
                <a:lnTo>
                  <a:pt x="548640" y="114300"/>
                </a:lnTo>
                <a:lnTo>
                  <a:pt x="554736" y="114300"/>
                </a:lnTo>
                <a:lnTo>
                  <a:pt x="554736" y="39624"/>
                </a:lnTo>
                <a:lnTo>
                  <a:pt x="548640" y="39624"/>
                </a:lnTo>
                <a:lnTo>
                  <a:pt x="545084" y="55803"/>
                </a:lnTo>
                <a:lnTo>
                  <a:pt x="538543" y="66103"/>
                </a:lnTo>
                <a:lnTo>
                  <a:pt x="528269" y="71564"/>
                </a:lnTo>
                <a:lnTo>
                  <a:pt x="513588" y="73152"/>
                </a:lnTo>
                <a:lnTo>
                  <a:pt x="513588" y="13716"/>
                </a:lnTo>
                <a:lnTo>
                  <a:pt x="515112" y="10668"/>
                </a:lnTo>
                <a:lnTo>
                  <a:pt x="527304" y="10668"/>
                </a:lnTo>
                <a:lnTo>
                  <a:pt x="549325" y="12344"/>
                </a:lnTo>
                <a:lnTo>
                  <a:pt x="564070" y="18288"/>
                </a:lnTo>
                <a:lnTo>
                  <a:pt x="573379" y="29959"/>
                </a:lnTo>
                <a:lnTo>
                  <a:pt x="579120" y="48768"/>
                </a:lnTo>
                <a:lnTo>
                  <a:pt x="585216" y="48768"/>
                </a:lnTo>
                <a:lnTo>
                  <a:pt x="585216" y="4572"/>
                </a:lnTo>
                <a:lnTo>
                  <a:pt x="458724" y="4572"/>
                </a:lnTo>
                <a:lnTo>
                  <a:pt x="458724" y="9144"/>
                </a:lnTo>
                <a:lnTo>
                  <a:pt x="473964" y="10668"/>
                </a:lnTo>
                <a:lnTo>
                  <a:pt x="478536" y="13716"/>
                </a:lnTo>
                <a:lnTo>
                  <a:pt x="478536" y="143256"/>
                </a:lnTo>
                <a:lnTo>
                  <a:pt x="475488" y="144780"/>
                </a:lnTo>
                <a:lnTo>
                  <a:pt x="458724" y="146304"/>
                </a:lnTo>
                <a:lnTo>
                  <a:pt x="458724" y="150876"/>
                </a:lnTo>
                <a:lnTo>
                  <a:pt x="586740" y="150876"/>
                </a:lnTo>
                <a:lnTo>
                  <a:pt x="594360" y="106680"/>
                </a:lnTo>
                <a:close/>
              </a:path>
              <a:path w="1386839" h="155575">
                <a:moveTo>
                  <a:pt x="717791" y="141744"/>
                </a:moveTo>
                <a:lnTo>
                  <a:pt x="708647" y="140220"/>
                </a:lnTo>
                <a:lnTo>
                  <a:pt x="705599" y="138696"/>
                </a:lnTo>
                <a:lnTo>
                  <a:pt x="705599" y="51828"/>
                </a:lnTo>
                <a:lnTo>
                  <a:pt x="661403" y="51828"/>
                </a:lnTo>
                <a:lnTo>
                  <a:pt x="661403" y="56400"/>
                </a:lnTo>
                <a:lnTo>
                  <a:pt x="673595" y="57924"/>
                </a:lnTo>
                <a:lnTo>
                  <a:pt x="675119" y="60972"/>
                </a:lnTo>
                <a:lnTo>
                  <a:pt x="675119" y="129552"/>
                </a:lnTo>
                <a:lnTo>
                  <a:pt x="669023" y="138696"/>
                </a:lnTo>
                <a:lnTo>
                  <a:pt x="664451" y="141744"/>
                </a:lnTo>
                <a:lnTo>
                  <a:pt x="649211" y="141744"/>
                </a:lnTo>
                <a:lnTo>
                  <a:pt x="644639" y="137172"/>
                </a:lnTo>
                <a:lnTo>
                  <a:pt x="644639" y="51828"/>
                </a:lnTo>
                <a:lnTo>
                  <a:pt x="603491" y="51828"/>
                </a:lnTo>
                <a:lnTo>
                  <a:pt x="603491" y="56400"/>
                </a:lnTo>
                <a:lnTo>
                  <a:pt x="612635" y="57924"/>
                </a:lnTo>
                <a:lnTo>
                  <a:pt x="614159" y="60972"/>
                </a:lnTo>
                <a:lnTo>
                  <a:pt x="614159" y="124980"/>
                </a:lnTo>
                <a:lnTo>
                  <a:pt x="616331" y="137210"/>
                </a:lnTo>
                <a:lnTo>
                  <a:pt x="622350" y="146316"/>
                </a:lnTo>
                <a:lnTo>
                  <a:pt x="631520" y="151980"/>
                </a:lnTo>
                <a:lnTo>
                  <a:pt x="643115" y="153936"/>
                </a:lnTo>
                <a:lnTo>
                  <a:pt x="651573" y="153289"/>
                </a:lnTo>
                <a:lnTo>
                  <a:pt x="659307" y="151079"/>
                </a:lnTo>
                <a:lnTo>
                  <a:pt x="667334" y="146862"/>
                </a:lnTo>
                <a:lnTo>
                  <a:pt x="676643" y="140220"/>
                </a:lnTo>
                <a:lnTo>
                  <a:pt x="676643" y="153936"/>
                </a:lnTo>
                <a:lnTo>
                  <a:pt x="682866" y="152146"/>
                </a:lnTo>
                <a:lnTo>
                  <a:pt x="688644" y="151079"/>
                </a:lnTo>
                <a:lnTo>
                  <a:pt x="704075" y="149364"/>
                </a:lnTo>
                <a:lnTo>
                  <a:pt x="717791" y="146316"/>
                </a:lnTo>
                <a:lnTo>
                  <a:pt x="717791" y="141744"/>
                </a:lnTo>
                <a:close/>
              </a:path>
              <a:path w="1386839" h="155575">
                <a:moveTo>
                  <a:pt x="816864" y="131076"/>
                </a:moveTo>
                <a:lnTo>
                  <a:pt x="812292" y="128028"/>
                </a:lnTo>
                <a:lnTo>
                  <a:pt x="804672" y="137172"/>
                </a:lnTo>
                <a:lnTo>
                  <a:pt x="798576" y="140220"/>
                </a:lnTo>
                <a:lnTo>
                  <a:pt x="790956" y="140220"/>
                </a:lnTo>
                <a:lnTo>
                  <a:pt x="777595" y="136664"/>
                </a:lnTo>
                <a:lnTo>
                  <a:pt x="767524" y="126695"/>
                </a:lnTo>
                <a:lnTo>
                  <a:pt x="761161" y="111277"/>
                </a:lnTo>
                <a:lnTo>
                  <a:pt x="758952" y="91452"/>
                </a:lnTo>
                <a:lnTo>
                  <a:pt x="760298" y="76085"/>
                </a:lnTo>
                <a:lnTo>
                  <a:pt x="764095" y="64592"/>
                </a:lnTo>
                <a:lnTo>
                  <a:pt x="769874" y="57365"/>
                </a:lnTo>
                <a:lnTo>
                  <a:pt x="777240" y="54876"/>
                </a:lnTo>
                <a:lnTo>
                  <a:pt x="781812" y="54876"/>
                </a:lnTo>
                <a:lnTo>
                  <a:pt x="784860" y="56400"/>
                </a:lnTo>
                <a:lnTo>
                  <a:pt x="786384" y="57924"/>
                </a:lnTo>
                <a:lnTo>
                  <a:pt x="786384" y="80784"/>
                </a:lnTo>
                <a:lnTo>
                  <a:pt x="790956" y="85356"/>
                </a:lnTo>
                <a:lnTo>
                  <a:pt x="807720" y="85356"/>
                </a:lnTo>
                <a:lnTo>
                  <a:pt x="813816" y="80784"/>
                </a:lnTo>
                <a:lnTo>
                  <a:pt x="813816" y="71640"/>
                </a:lnTo>
                <a:lnTo>
                  <a:pt x="811149" y="62280"/>
                </a:lnTo>
                <a:lnTo>
                  <a:pt x="803910" y="55067"/>
                </a:lnTo>
                <a:lnTo>
                  <a:pt x="793242" y="50419"/>
                </a:lnTo>
                <a:lnTo>
                  <a:pt x="780288" y="48780"/>
                </a:lnTo>
                <a:lnTo>
                  <a:pt x="759333" y="52603"/>
                </a:lnTo>
                <a:lnTo>
                  <a:pt x="742950" y="63449"/>
                </a:lnTo>
                <a:lnTo>
                  <a:pt x="732282" y="80276"/>
                </a:lnTo>
                <a:lnTo>
                  <a:pt x="728472" y="102120"/>
                </a:lnTo>
                <a:lnTo>
                  <a:pt x="731989" y="123304"/>
                </a:lnTo>
                <a:lnTo>
                  <a:pt x="741807" y="140220"/>
                </a:lnTo>
                <a:lnTo>
                  <a:pt x="756754" y="151409"/>
                </a:lnTo>
                <a:lnTo>
                  <a:pt x="775716" y="155460"/>
                </a:lnTo>
                <a:lnTo>
                  <a:pt x="787501" y="154000"/>
                </a:lnTo>
                <a:lnTo>
                  <a:pt x="798004" y="149555"/>
                </a:lnTo>
                <a:lnTo>
                  <a:pt x="807643" y="141947"/>
                </a:lnTo>
                <a:lnTo>
                  <a:pt x="816864" y="131076"/>
                </a:lnTo>
                <a:close/>
              </a:path>
              <a:path w="1386839" h="155575">
                <a:moveTo>
                  <a:pt x="876300" y="146304"/>
                </a:moveTo>
                <a:lnTo>
                  <a:pt x="868680" y="146304"/>
                </a:lnTo>
                <a:lnTo>
                  <a:pt x="865632" y="141732"/>
                </a:lnTo>
                <a:lnTo>
                  <a:pt x="865632" y="4572"/>
                </a:lnTo>
                <a:lnTo>
                  <a:pt x="824484" y="4572"/>
                </a:lnTo>
                <a:lnTo>
                  <a:pt x="824484" y="9144"/>
                </a:lnTo>
                <a:lnTo>
                  <a:pt x="832104" y="10668"/>
                </a:lnTo>
                <a:lnTo>
                  <a:pt x="835152" y="13716"/>
                </a:lnTo>
                <a:lnTo>
                  <a:pt x="835152" y="141732"/>
                </a:lnTo>
                <a:lnTo>
                  <a:pt x="830580" y="146304"/>
                </a:lnTo>
                <a:lnTo>
                  <a:pt x="824484" y="146304"/>
                </a:lnTo>
                <a:lnTo>
                  <a:pt x="824484" y="152400"/>
                </a:lnTo>
                <a:lnTo>
                  <a:pt x="876300" y="152400"/>
                </a:lnTo>
                <a:lnTo>
                  <a:pt x="876300" y="146304"/>
                </a:lnTo>
                <a:close/>
              </a:path>
              <a:path w="1386839" h="155575">
                <a:moveTo>
                  <a:pt x="928103" y="7620"/>
                </a:moveTo>
                <a:lnTo>
                  <a:pt x="920483" y="0"/>
                </a:lnTo>
                <a:lnTo>
                  <a:pt x="902195" y="0"/>
                </a:lnTo>
                <a:lnTo>
                  <a:pt x="894575" y="7620"/>
                </a:lnTo>
                <a:lnTo>
                  <a:pt x="894575" y="25908"/>
                </a:lnTo>
                <a:lnTo>
                  <a:pt x="902195" y="33528"/>
                </a:lnTo>
                <a:lnTo>
                  <a:pt x="920483" y="33528"/>
                </a:lnTo>
                <a:lnTo>
                  <a:pt x="928103" y="25908"/>
                </a:lnTo>
                <a:lnTo>
                  <a:pt x="928103" y="7620"/>
                </a:lnTo>
                <a:close/>
              </a:path>
              <a:path w="1386839" h="155575">
                <a:moveTo>
                  <a:pt x="935723" y="146304"/>
                </a:moveTo>
                <a:lnTo>
                  <a:pt x="928103" y="144780"/>
                </a:lnTo>
                <a:lnTo>
                  <a:pt x="926579" y="141732"/>
                </a:lnTo>
                <a:lnTo>
                  <a:pt x="926579" y="51816"/>
                </a:lnTo>
                <a:lnTo>
                  <a:pt x="883907" y="51816"/>
                </a:lnTo>
                <a:lnTo>
                  <a:pt x="883907" y="56388"/>
                </a:lnTo>
                <a:lnTo>
                  <a:pt x="893051" y="59436"/>
                </a:lnTo>
                <a:lnTo>
                  <a:pt x="896099" y="60960"/>
                </a:lnTo>
                <a:lnTo>
                  <a:pt x="896099" y="141732"/>
                </a:lnTo>
                <a:lnTo>
                  <a:pt x="894575" y="143256"/>
                </a:lnTo>
                <a:lnTo>
                  <a:pt x="883907" y="146304"/>
                </a:lnTo>
                <a:lnTo>
                  <a:pt x="883907" y="152400"/>
                </a:lnTo>
                <a:lnTo>
                  <a:pt x="935723" y="152400"/>
                </a:lnTo>
                <a:lnTo>
                  <a:pt x="935723" y="146304"/>
                </a:lnTo>
                <a:close/>
              </a:path>
              <a:path w="1386839" h="155575">
                <a:moveTo>
                  <a:pt x="1057656" y="141744"/>
                </a:moveTo>
                <a:lnTo>
                  <a:pt x="1046988" y="140220"/>
                </a:lnTo>
                <a:lnTo>
                  <a:pt x="1045464" y="138696"/>
                </a:lnTo>
                <a:lnTo>
                  <a:pt x="1045464" y="4584"/>
                </a:lnTo>
                <a:lnTo>
                  <a:pt x="998220" y="4584"/>
                </a:lnTo>
                <a:lnTo>
                  <a:pt x="998220" y="9156"/>
                </a:lnTo>
                <a:lnTo>
                  <a:pt x="1011936" y="10680"/>
                </a:lnTo>
                <a:lnTo>
                  <a:pt x="1014984" y="12204"/>
                </a:lnTo>
                <a:lnTo>
                  <a:pt x="1014984" y="60972"/>
                </a:lnTo>
                <a:lnTo>
                  <a:pt x="1014984" y="74688"/>
                </a:lnTo>
                <a:lnTo>
                  <a:pt x="1014984" y="128028"/>
                </a:lnTo>
                <a:lnTo>
                  <a:pt x="1011936" y="132600"/>
                </a:lnTo>
                <a:lnTo>
                  <a:pt x="1010412" y="135648"/>
                </a:lnTo>
                <a:lnTo>
                  <a:pt x="1005840" y="140220"/>
                </a:lnTo>
                <a:lnTo>
                  <a:pt x="1001268" y="143268"/>
                </a:lnTo>
                <a:lnTo>
                  <a:pt x="996696" y="143268"/>
                </a:lnTo>
                <a:lnTo>
                  <a:pt x="979932" y="102120"/>
                </a:lnTo>
                <a:lnTo>
                  <a:pt x="980859" y="83464"/>
                </a:lnTo>
                <a:lnTo>
                  <a:pt x="983932" y="70688"/>
                </a:lnTo>
                <a:lnTo>
                  <a:pt x="989571" y="63322"/>
                </a:lnTo>
                <a:lnTo>
                  <a:pt x="998220" y="60972"/>
                </a:lnTo>
                <a:lnTo>
                  <a:pt x="1004316" y="60972"/>
                </a:lnTo>
                <a:lnTo>
                  <a:pt x="1011936" y="65544"/>
                </a:lnTo>
                <a:lnTo>
                  <a:pt x="1014984" y="74688"/>
                </a:lnTo>
                <a:lnTo>
                  <a:pt x="1014984" y="60972"/>
                </a:lnTo>
                <a:lnTo>
                  <a:pt x="1008354" y="55206"/>
                </a:lnTo>
                <a:lnTo>
                  <a:pt x="1002030" y="51447"/>
                </a:lnTo>
                <a:lnTo>
                  <a:pt x="995692" y="49390"/>
                </a:lnTo>
                <a:lnTo>
                  <a:pt x="989076" y="48780"/>
                </a:lnTo>
                <a:lnTo>
                  <a:pt x="972350" y="52819"/>
                </a:lnTo>
                <a:lnTo>
                  <a:pt x="959358" y="64020"/>
                </a:lnTo>
                <a:lnTo>
                  <a:pt x="950925" y="80924"/>
                </a:lnTo>
                <a:lnTo>
                  <a:pt x="947928" y="102120"/>
                </a:lnTo>
                <a:lnTo>
                  <a:pt x="950658" y="123304"/>
                </a:lnTo>
                <a:lnTo>
                  <a:pt x="958405" y="140220"/>
                </a:lnTo>
                <a:lnTo>
                  <a:pt x="970419" y="151409"/>
                </a:lnTo>
                <a:lnTo>
                  <a:pt x="986028" y="155460"/>
                </a:lnTo>
                <a:lnTo>
                  <a:pt x="994194" y="154571"/>
                </a:lnTo>
                <a:lnTo>
                  <a:pt x="1001077" y="151841"/>
                </a:lnTo>
                <a:lnTo>
                  <a:pt x="1007668" y="147091"/>
                </a:lnTo>
                <a:lnTo>
                  <a:pt x="1011745" y="143268"/>
                </a:lnTo>
                <a:lnTo>
                  <a:pt x="1014984" y="140220"/>
                </a:lnTo>
                <a:lnTo>
                  <a:pt x="1014984" y="153936"/>
                </a:lnTo>
                <a:lnTo>
                  <a:pt x="1022070" y="152793"/>
                </a:lnTo>
                <a:lnTo>
                  <a:pt x="1028319" y="151650"/>
                </a:lnTo>
                <a:lnTo>
                  <a:pt x="1035126" y="150507"/>
                </a:lnTo>
                <a:lnTo>
                  <a:pt x="1043940" y="149364"/>
                </a:lnTo>
                <a:lnTo>
                  <a:pt x="1057656" y="146316"/>
                </a:lnTo>
                <a:lnTo>
                  <a:pt x="1057656" y="141744"/>
                </a:lnTo>
                <a:close/>
              </a:path>
              <a:path w="1386839" h="155575">
                <a:moveTo>
                  <a:pt x="1155192" y="128028"/>
                </a:moveTo>
                <a:lnTo>
                  <a:pt x="1150620" y="124980"/>
                </a:lnTo>
                <a:lnTo>
                  <a:pt x="1143990" y="131851"/>
                </a:lnTo>
                <a:lnTo>
                  <a:pt x="1137666" y="136601"/>
                </a:lnTo>
                <a:lnTo>
                  <a:pt x="1131328" y="139331"/>
                </a:lnTo>
                <a:lnTo>
                  <a:pt x="1124712" y="140220"/>
                </a:lnTo>
                <a:lnTo>
                  <a:pt x="1117092" y="140220"/>
                </a:lnTo>
                <a:lnTo>
                  <a:pt x="1098804" y="99072"/>
                </a:lnTo>
                <a:lnTo>
                  <a:pt x="1153668" y="99072"/>
                </a:lnTo>
                <a:lnTo>
                  <a:pt x="1153160" y="91452"/>
                </a:lnTo>
                <a:lnTo>
                  <a:pt x="1136967" y="55206"/>
                </a:lnTo>
                <a:lnTo>
                  <a:pt x="1136370" y="54876"/>
                </a:lnTo>
                <a:lnTo>
                  <a:pt x="1130236" y="51447"/>
                </a:lnTo>
                <a:lnTo>
                  <a:pt x="1127760" y="50787"/>
                </a:lnTo>
                <a:lnTo>
                  <a:pt x="1127760" y="91452"/>
                </a:lnTo>
                <a:lnTo>
                  <a:pt x="1098804" y="91452"/>
                </a:lnTo>
                <a:lnTo>
                  <a:pt x="1099680" y="74155"/>
                </a:lnTo>
                <a:lnTo>
                  <a:pt x="1102423" y="62877"/>
                </a:lnTo>
                <a:lnTo>
                  <a:pt x="1107160" y="56730"/>
                </a:lnTo>
                <a:lnTo>
                  <a:pt x="1114044" y="54876"/>
                </a:lnTo>
                <a:lnTo>
                  <a:pt x="1120140" y="54876"/>
                </a:lnTo>
                <a:lnTo>
                  <a:pt x="1123188" y="57924"/>
                </a:lnTo>
                <a:lnTo>
                  <a:pt x="1124712" y="65544"/>
                </a:lnTo>
                <a:lnTo>
                  <a:pt x="1126236" y="70116"/>
                </a:lnTo>
                <a:lnTo>
                  <a:pt x="1126286" y="76593"/>
                </a:lnTo>
                <a:lnTo>
                  <a:pt x="1127721" y="86690"/>
                </a:lnTo>
                <a:lnTo>
                  <a:pt x="1127760" y="91452"/>
                </a:lnTo>
                <a:lnTo>
                  <a:pt x="1127760" y="50787"/>
                </a:lnTo>
                <a:lnTo>
                  <a:pt x="1122629" y="49390"/>
                </a:lnTo>
                <a:lnTo>
                  <a:pt x="1114044" y="48780"/>
                </a:lnTo>
                <a:lnTo>
                  <a:pt x="1095324" y="52603"/>
                </a:lnTo>
                <a:lnTo>
                  <a:pt x="1080897" y="63449"/>
                </a:lnTo>
                <a:lnTo>
                  <a:pt x="1071600" y="80276"/>
                </a:lnTo>
                <a:lnTo>
                  <a:pt x="1068324" y="102120"/>
                </a:lnTo>
                <a:lnTo>
                  <a:pt x="1071372" y="123710"/>
                </a:lnTo>
                <a:lnTo>
                  <a:pt x="1080135" y="140030"/>
                </a:lnTo>
                <a:lnTo>
                  <a:pt x="1094041" y="150329"/>
                </a:lnTo>
                <a:lnTo>
                  <a:pt x="1112520" y="153936"/>
                </a:lnTo>
                <a:lnTo>
                  <a:pt x="1124966" y="152666"/>
                </a:lnTo>
                <a:lnTo>
                  <a:pt x="1135570" y="148412"/>
                </a:lnTo>
                <a:lnTo>
                  <a:pt x="1145298" y="140423"/>
                </a:lnTo>
                <a:lnTo>
                  <a:pt x="1145476" y="140220"/>
                </a:lnTo>
                <a:lnTo>
                  <a:pt x="1155192" y="128028"/>
                </a:lnTo>
                <a:close/>
              </a:path>
              <a:path w="1386839" h="155575">
                <a:moveTo>
                  <a:pt x="1266431" y="143268"/>
                </a:moveTo>
                <a:lnTo>
                  <a:pt x="1265415" y="141744"/>
                </a:lnTo>
                <a:lnTo>
                  <a:pt x="1263383" y="138696"/>
                </a:lnTo>
                <a:lnTo>
                  <a:pt x="1261859" y="140220"/>
                </a:lnTo>
                <a:lnTo>
                  <a:pt x="1260335" y="140220"/>
                </a:lnTo>
                <a:lnTo>
                  <a:pt x="1260335" y="141744"/>
                </a:lnTo>
                <a:lnTo>
                  <a:pt x="1255763" y="141744"/>
                </a:lnTo>
                <a:lnTo>
                  <a:pt x="1254239" y="138696"/>
                </a:lnTo>
                <a:lnTo>
                  <a:pt x="1254239" y="97548"/>
                </a:lnTo>
                <a:lnTo>
                  <a:pt x="1254239" y="77736"/>
                </a:lnTo>
                <a:lnTo>
                  <a:pt x="1251191" y="65493"/>
                </a:lnTo>
                <a:lnTo>
                  <a:pt x="1242428" y="56400"/>
                </a:lnTo>
                <a:lnTo>
                  <a:pt x="1238694" y="54876"/>
                </a:lnTo>
                <a:lnTo>
                  <a:pt x="1228471" y="50698"/>
                </a:lnTo>
                <a:lnTo>
                  <a:pt x="1228305" y="50698"/>
                </a:lnTo>
                <a:lnTo>
                  <a:pt x="1210043" y="48780"/>
                </a:lnTo>
                <a:lnTo>
                  <a:pt x="1193330" y="50698"/>
                </a:lnTo>
                <a:lnTo>
                  <a:pt x="1180325" y="56210"/>
                </a:lnTo>
                <a:lnTo>
                  <a:pt x="1171905" y="64846"/>
                </a:lnTo>
                <a:lnTo>
                  <a:pt x="1168895" y="76212"/>
                </a:lnTo>
                <a:lnTo>
                  <a:pt x="1168895" y="85356"/>
                </a:lnTo>
                <a:lnTo>
                  <a:pt x="1174991" y="91452"/>
                </a:lnTo>
                <a:lnTo>
                  <a:pt x="1191755" y="91452"/>
                </a:lnTo>
                <a:lnTo>
                  <a:pt x="1197851" y="85356"/>
                </a:lnTo>
                <a:lnTo>
                  <a:pt x="1197851" y="71640"/>
                </a:lnTo>
                <a:lnTo>
                  <a:pt x="1192022" y="65798"/>
                </a:lnTo>
                <a:lnTo>
                  <a:pt x="1191755" y="65493"/>
                </a:lnTo>
                <a:lnTo>
                  <a:pt x="1191755" y="57924"/>
                </a:lnTo>
                <a:lnTo>
                  <a:pt x="1197851" y="54876"/>
                </a:lnTo>
                <a:lnTo>
                  <a:pt x="1205471" y="54876"/>
                </a:lnTo>
                <a:lnTo>
                  <a:pt x="1214120" y="56032"/>
                </a:lnTo>
                <a:lnTo>
                  <a:pt x="1219758" y="59639"/>
                </a:lnTo>
                <a:lnTo>
                  <a:pt x="1222832" y="65798"/>
                </a:lnTo>
                <a:lnTo>
                  <a:pt x="1223759" y="74688"/>
                </a:lnTo>
                <a:lnTo>
                  <a:pt x="1223759" y="91452"/>
                </a:lnTo>
                <a:lnTo>
                  <a:pt x="1223759" y="97548"/>
                </a:lnTo>
                <a:lnTo>
                  <a:pt x="1223759" y="129552"/>
                </a:lnTo>
                <a:lnTo>
                  <a:pt x="1217663" y="137172"/>
                </a:lnTo>
                <a:lnTo>
                  <a:pt x="1214615" y="140220"/>
                </a:lnTo>
                <a:lnTo>
                  <a:pt x="1202423" y="140220"/>
                </a:lnTo>
                <a:lnTo>
                  <a:pt x="1197851" y="134124"/>
                </a:lnTo>
                <a:lnTo>
                  <a:pt x="1197952" y="124498"/>
                </a:lnTo>
                <a:lnTo>
                  <a:pt x="1199553" y="116408"/>
                </a:lnTo>
                <a:lnTo>
                  <a:pt x="1204518" y="108978"/>
                </a:lnTo>
                <a:lnTo>
                  <a:pt x="1212646" y="102692"/>
                </a:lnTo>
                <a:lnTo>
                  <a:pt x="1223759" y="97548"/>
                </a:lnTo>
                <a:lnTo>
                  <a:pt x="1223759" y="91452"/>
                </a:lnTo>
                <a:lnTo>
                  <a:pt x="1186688" y="104089"/>
                </a:lnTo>
                <a:lnTo>
                  <a:pt x="1165847" y="131076"/>
                </a:lnTo>
                <a:lnTo>
                  <a:pt x="1167739" y="140423"/>
                </a:lnTo>
                <a:lnTo>
                  <a:pt x="1172895" y="147650"/>
                </a:lnTo>
                <a:lnTo>
                  <a:pt x="1180642" y="152285"/>
                </a:lnTo>
                <a:lnTo>
                  <a:pt x="1190231" y="153936"/>
                </a:lnTo>
                <a:lnTo>
                  <a:pt x="1199121" y="153289"/>
                </a:lnTo>
                <a:lnTo>
                  <a:pt x="1207566" y="151079"/>
                </a:lnTo>
                <a:lnTo>
                  <a:pt x="1215745" y="146862"/>
                </a:lnTo>
                <a:lnTo>
                  <a:pt x="1223759" y="140220"/>
                </a:lnTo>
                <a:lnTo>
                  <a:pt x="1223822" y="140423"/>
                </a:lnTo>
                <a:lnTo>
                  <a:pt x="1226807" y="150888"/>
                </a:lnTo>
                <a:lnTo>
                  <a:pt x="1231379" y="153936"/>
                </a:lnTo>
                <a:lnTo>
                  <a:pt x="1242047" y="153936"/>
                </a:lnTo>
                <a:lnTo>
                  <a:pt x="1249172" y="153289"/>
                </a:lnTo>
                <a:lnTo>
                  <a:pt x="1248803" y="153289"/>
                </a:lnTo>
                <a:lnTo>
                  <a:pt x="1254810" y="151460"/>
                </a:lnTo>
                <a:lnTo>
                  <a:pt x="1260703" y="148145"/>
                </a:lnTo>
                <a:lnTo>
                  <a:pt x="1266431" y="143268"/>
                </a:lnTo>
                <a:close/>
              </a:path>
              <a:path w="1386839" h="155575">
                <a:moveTo>
                  <a:pt x="1386827" y="146304"/>
                </a:moveTo>
                <a:lnTo>
                  <a:pt x="1377683" y="146304"/>
                </a:lnTo>
                <a:lnTo>
                  <a:pt x="1376159" y="143256"/>
                </a:lnTo>
                <a:lnTo>
                  <a:pt x="1376159" y="79248"/>
                </a:lnTo>
                <a:lnTo>
                  <a:pt x="1373974" y="66776"/>
                </a:lnTo>
                <a:lnTo>
                  <a:pt x="1367777" y="57150"/>
                </a:lnTo>
                <a:lnTo>
                  <a:pt x="1358163" y="50965"/>
                </a:lnTo>
                <a:lnTo>
                  <a:pt x="1345679" y="48768"/>
                </a:lnTo>
                <a:lnTo>
                  <a:pt x="1337094" y="49911"/>
                </a:lnTo>
                <a:lnTo>
                  <a:pt x="1329486" y="53340"/>
                </a:lnTo>
                <a:lnTo>
                  <a:pt x="1322755" y="59055"/>
                </a:lnTo>
                <a:lnTo>
                  <a:pt x="1316723" y="67056"/>
                </a:lnTo>
                <a:lnTo>
                  <a:pt x="1316723" y="51816"/>
                </a:lnTo>
                <a:lnTo>
                  <a:pt x="1274051" y="51816"/>
                </a:lnTo>
                <a:lnTo>
                  <a:pt x="1274051" y="56388"/>
                </a:lnTo>
                <a:lnTo>
                  <a:pt x="1284719" y="57912"/>
                </a:lnTo>
                <a:lnTo>
                  <a:pt x="1286243" y="60960"/>
                </a:lnTo>
                <a:lnTo>
                  <a:pt x="1286243" y="141732"/>
                </a:lnTo>
                <a:lnTo>
                  <a:pt x="1284719" y="144780"/>
                </a:lnTo>
                <a:lnTo>
                  <a:pt x="1274051" y="146304"/>
                </a:lnTo>
                <a:lnTo>
                  <a:pt x="1274051" y="152400"/>
                </a:lnTo>
                <a:lnTo>
                  <a:pt x="1327391" y="152400"/>
                </a:lnTo>
                <a:lnTo>
                  <a:pt x="1327391" y="146304"/>
                </a:lnTo>
                <a:lnTo>
                  <a:pt x="1318247" y="144780"/>
                </a:lnTo>
                <a:lnTo>
                  <a:pt x="1316723" y="141732"/>
                </a:lnTo>
                <a:lnTo>
                  <a:pt x="1316723" y="74676"/>
                </a:lnTo>
                <a:lnTo>
                  <a:pt x="1319771" y="71628"/>
                </a:lnTo>
                <a:lnTo>
                  <a:pt x="1324343" y="65532"/>
                </a:lnTo>
                <a:lnTo>
                  <a:pt x="1328915" y="62484"/>
                </a:lnTo>
                <a:lnTo>
                  <a:pt x="1342631" y="62484"/>
                </a:lnTo>
                <a:lnTo>
                  <a:pt x="1345679" y="68580"/>
                </a:lnTo>
                <a:lnTo>
                  <a:pt x="1345679" y="141732"/>
                </a:lnTo>
                <a:lnTo>
                  <a:pt x="1342631" y="144780"/>
                </a:lnTo>
                <a:lnTo>
                  <a:pt x="1335011" y="146304"/>
                </a:lnTo>
                <a:lnTo>
                  <a:pt x="1335011" y="152400"/>
                </a:lnTo>
                <a:lnTo>
                  <a:pt x="1386827" y="152400"/>
                </a:lnTo>
                <a:lnTo>
                  <a:pt x="1386827" y="1463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369807" y="914399"/>
            <a:ext cx="1225550" cy="196850"/>
          </a:xfrm>
          <a:custGeom>
            <a:avLst/>
            <a:gdLst/>
            <a:ahLst/>
            <a:cxnLst/>
            <a:rect l="l" t="t" r="r" b="b"/>
            <a:pathLst>
              <a:path w="1225550" h="196850">
                <a:moveTo>
                  <a:pt x="153924" y="77736"/>
                </a:moveTo>
                <a:lnTo>
                  <a:pt x="148259" y="47180"/>
                </a:lnTo>
                <a:lnTo>
                  <a:pt x="132588" y="23063"/>
                </a:lnTo>
                <a:lnTo>
                  <a:pt x="115824" y="11849"/>
                </a:lnTo>
                <a:lnTo>
                  <a:pt x="115824" y="79260"/>
                </a:lnTo>
                <a:lnTo>
                  <a:pt x="115709" y="80784"/>
                </a:lnTo>
                <a:lnTo>
                  <a:pt x="113525" y="108610"/>
                </a:lnTo>
                <a:lnTo>
                  <a:pt x="106489" y="130124"/>
                </a:lnTo>
                <a:lnTo>
                  <a:pt x="94615" y="143332"/>
                </a:lnTo>
                <a:lnTo>
                  <a:pt x="77724" y="147840"/>
                </a:lnTo>
                <a:lnTo>
                  <a:pt x="60591" y="143332"/>
                </a:lnTo>
                <a:lnTo>
                  <a:pt x="48196" y="130314"/>
                </a:lnTo>
                <a:lnTo>
                  <a:pt x="48133" y="130124"/>
                </a:lnTo>
                <a:lnTo>
                  <a:pt x="40640" y="109169"/>
                </a:lnTo>
                <a:lnTo>
                  <a:pt x="40601" y="108610"/>
                </a:lnTo>
                <a:lnTo>
                  <a:pt x="38100" y="80784"/>
                </a:lnTo>
                <a:lnTo>
                  <a:pt x="38227" y="79260"/>
                </a:lnTo>
                <a:lnTo>
                  <a:pt x="38354" y="77736"/>
                </a:lnTo>
                <a:lnTo>
                  <a:pt x="40652" y="49415"/>
                </a:lnTo>
                <a:lnTo>
                  <a:pt x="48196" y="26492"/>
                </a:lnTo>
                <a:lnTo>
                  <a:pt x="60604" y="12407"/>
                </a:lnTo>
                <a:lnTo>
                  <a:pt x="77724" y="7632"/>
                </a:lnTo>
                <a:lnTo>
                  <a:pt x="93967" y="12598"/>
                </a:lnTo>
                <a:lnTo>
                  <a:pt x="105918" y="26873"/>
                </a:lnTo>
                <a:lnTo>
                  <a:pt x="113309" y="49415"/>
                </a:lnTo>
                <a:lnTo>
                  <a:pt x="115824" y="79260"/>
                </a:lnTo>
                <a:lnTo>
                  <a:pt x="115824" y="11849"/>
                </a:lnTo>
                <a:lnTo>
                  <a:pt x="109524" y="7632"/>
                </a:lnTo>
                <a:lnTo>
                  <a:pt x="108927" y="7226"/>
                </a:lnTo>
                <a:lnTo>
                  <a:pt x="79248" y="1536"/>
                </a:lnTo>
                <a:lnTo>
                  <a:pt x="46939" y="7226"/>
                </a:lnTo>
                <a:lnTo>
                  <a:pt x="21907" y="23063"/>
                </a:lnTo>
                <a:lnTo>
                  <a:pt x="5740" y="47180"/>
                </a:lnTo>
                <a:lnTo>
                  <a:pt x="0" y="77736"/>
                </a:lnTo>
                <a:lnTo>
                  <a:pt x="5715" y="109169"/>
                </a:lnTo>
                <a:lnTo>
                  <a:pt x="21717" y="133743"/>
                </a:lnTo>
                <a:lnTo>
                  <a:pt x="46291" y="149745"/>
                </a:lnTo>
                <a:lnTo>
                  <a:pt x="77724" y="155460"/>
                </a:lnTo>
                <a:lnTo>
                  <a:pt x="108927" y="149745"/>
                </a:lnTo>
                <a:lnTo>
                  <a:pt x="111785" y="147840"/>
                </a:lnTo>
                <a:lnTo>
                  <a:pt x="132969" y="133743"/>
                </a:lnTo>
                <a:lnTo>
                  <a:pt x="148450" y="109169"/>
                </a:lnTo>
                <a:lnTo>
                  <a:pt x="148551" y="108610"/>
                </a:lnTo>
                <a:lnTo>
                  <a:pt x="153924" y="77736"/>
                </a:lnTo>
                <a:close/>
              </a:path>
              <a:path w="1225550" h="196850">
                <a:moveTo>
                  <a:pt x="277380" y="99072"/>
                </a:moveTo>
                <a:lnTo>
                  <a:pt x="274396" y="78346"/>
                </a:lnTo>
                <a:lnTo>
                  <a:pt x="266141" y="62496"/>
                </a:lnTo>
                <a:lnTo>
                  <a:pt x="264248" y="60972"/>
                </a:lnTo>
                <a:lnTo>
                  <a:pt x="253580" y="52349"/>
                </a:lnTo>
                <a:lnTo>
                  <a:pt x="245376" y="50507"/>
                </a:lnTo>
                <a:lnTo>
                  <a:pt x="245376" y="103644"/>
                </a:lnTo>
                <a:lnTo>
                  <a:pt x="244233" y="120764"/>
                </a:lnTo>
                <a:lnTo>
                  <a:pt x="240804" y="133172"/>
                </a:lnTo>
                <a:lnTo>
                  <a:pt x="235089" y="140716"/>
                </a:lnTo>
                <a:lnTo>
                  <a:pt x="227088" y="143268"/>
                </a:lnTo>
                <a:lnTo>
                  <a:pt x="219468" y="143268"/>
                </a:lnTo>
                <a:lnTo>
                  <a:pt x="217944" y="141744"/>
                </a:lnTo>
                <a:lnTo>
                  <a:pt x="213372" y="137172"/>
                </a:lnTo>
                <a:lnTo>
                  <a:pt x="210324" y="129552"/>
                </a:lnTo>
                <a:lnTo>
                  <a:pt x="210324" y="74688"/>
                </a:lnTo>
                <a:lnTo>
                  <a:pt x="211848" y="71640"/>
                </a:lnTo>
                <a:lnTo>
                  <a:pt x="214896" y="68592"/>
                </a:lnTo>
                <a:lnTo>
                  <a:pt x="217182" y="65544"/>
                </a:lnTo>
                <a:lnTo>
                  <a:pt x="219468" y="62496"/>
                </a:lnTo>
                <a:lnTo>
                  <a:pt x="224040" y="60972"/>
                </a:lnTo>
                <a:lnTo>
                  <a:pt x="228612" y="60972"/>
                </a:lnTo>
                <a:lnTo>
                  <a:pt x="245300" y="100596"/>
                </a:lnTo>
                <a:lnTo>
                  <a:pt x="245376" y="103644"/>
                </a:lnTo>
                <a:lnTo>
                  <a:pt x="245376" y="50507"/>
                </a:lnTo>
                <a:lnTo>
                  <a:pt x="237756" y="48780"/>
                </a:lnTo>
                <a:lnTo>
                  <a:pt x="228536" y="49682"/>
                </a:lnTo>
                <a:lnTo>
                  <a:pt x="221183" y="52590"/>
                </a:lnTo>
                <a:lnTo>
                  <a:pt x="215252" y="57772"/>
                </a:lnTo>
                <a:lnTo>
                  <a:pt x="215150" y="57924"/>
                </a:lnTo>
                <a:lnTo>
                  <a:pt x="210324" y="65544"/>
                </a:lnTo>
                <a:lnTo>
                  <a:pt x="210324" y="51828"/>
                </a:lnTo>
                <a:lnTo>
                  <a:pt x="167652" y="51828"/>
                </a:lnTo>
                <a:lnTo>
                  <a:pt x="167652" y="56400"/>
                </a:lnTo>
                <a:lnTo>
                  <a:pt x="178320" y="57924"/>
                </a:lnTo>
                <a:lnTo>
                  <a:pt x="179844" y="60972"/>
                </a:lnTo>
                <a:lnTo>
                  <a:pt x="179844" y="187464"/>
                </a:lnTo>
                <a:lnTo>
                  <a:pt x="178320" y="188988"/>
                </a:lnTo>
                <a:lnTo>
                  <a:pt x="167652" y="190512"/>
                </a:lnTo>
                <a:lnTo>
                  <a:pt x="167652" y="196608"/>
                </a:lnTo>
                <a:lnTo>
                  <a:pt x="227088" y="196608"/>
                </a:lnTo>
                <a:lnTo>
                  <a:pt x="227088" y="192036"/>
                </a:lnTo>
                <a:lnTo>
                  <a:pt x="218681" y="190220"/>
                </a:lnTo>
                <a:lnTo>
                  <a:pt x="213563" y="186702"/>
                </a:lnTo>
                <a:lnTo>
                  <a:pt x="211010" y="180886"/>
                </a:lnTo>
                <a:lnTo>
                  <a:pt x="210324" y="172224"/>
                </a:lnTo>
                <a:lnTo>
                  <a:pt x="210324" y="141744"/>
                </a:lnTo>
                <a:lnTo>
                  <a:pt x="217576" y="148386"/>
                </a:lnTo>
                <a:lnTo>
                  <a:pt x="223850" y="152603"/>
                </a:lnTo>
                <a:lnTo>
                  <a:pt x="229819" y="154813"/>
                </a:lnTo>
                <a:lnTo>
                  <a:pt x="236232" y="155460"/>
                </a:lnTo>
                <a:lnTo>
                  <a:pt x="252945" y="151384"/>
                </a:lnTo>
                <a:lnTo>
                  <a:pt x="262242" y="143268"/>
                </a:lnTo>
                <a:lnTo>
                  <a:pt x="265950" y="140030"/>
                </a:lnTo>
                <a:lnTo>
                  <a:pt x="274370" y="122669"/>
                </a:lnTo>
                <a:lnTo>
                  <a:pt x="277380" y="100596"/>
                </a:lnTo>
                <a:lnTo>
                  <a:pt x="277380" y="99072"/>
                </a:lnTo>
                <a:close/>
              </a:path>
              <a:path w="1225550" h="196850">
                <a:moveTo>
                  <a:pt x="355092" y="131076"/>
                </a:moveTo>
                <a:lnTo>
                  <a:pt x="348996" y="128028"/>
                </a:lnTo>
                <a:lnTo>
                  <a:pt x="344424" y="135648"/>
                </a:lnTo>
                <a:lnTo>
                  <a:pt x="341376" y="140220"/>
                </a:lnTo>
                <a:lnTo>
                  <a:pt x="330708" y="140220"/>
                </a:lnTo>
                <a:lnTo>
                  <a:pt x="327660" y="135648"/>
                </a:lnTo>
                <a:lnTo>
                  <a:pt x="327660" y="60972"/>
                </a:lnTo>
                <a:lnTo>
                  <a:pt x="348996" y="60972"/>
                </a:lnTo>
                <a:lnTo>
                  <a:pt x="348996" y="51828"/>
                </a:lnTo>
                <a:lnTo>
                  <a:pt x="327660" y="51828"/>
                </a:lnTo>
                <a:lnTo>
                  <a:pt x="327660" y="15252"/>
                </a:lnTo>
                <a:lnTo>
                  <a:pt x="323088" y="15252"/>
                </a:lnTo>
                <a:lnTo>
                  <a:pt x="313524" y="27444"/>
                </a:lnTo>
                <a:lnTo>
                  <a:pt x="304800" y="37350"/>
                </a:lnTo>
                <a:lnTo>
                  <a:pt x="296087" y="46113"/>
                </a:lnTo>
                <a:lnTo>
                  <a:pt x="286512" y="54876"/>
                </a:lnTo>
                <a:lnTo>
                  <a:pt x="286512" y="60972"/>
                </a:lnTo>
                <a:lnTo>
                  <a:pt x="297180" y="60972"/>
                </a:lnTo>
                <a:lnTo>
                  <a:pt x="297180" y="132600"/>
                </a:lnTo>
                <a:lnTo>
                  <a:pt x="299072" y="141719"/>
                </a:lnTo>
                <a:lnTo>
                  <a:pt x="304228" y="148412"/>
                </a:lnTo>
                <a:lnTo>
                  <a:pt x="311975" y="152527"/>
                </a:lnTo>
                <a:lnTo>
                  <a:pt x="321564" y="153936"/>
                </a:lnTo>
                <a:lnTo>
                  <a:pt x="331952" y="152717"/>
                </a:lnTo>
                <a:lnTo>
                  <a:pt x="340614" y="148793"/>
                </a:lnTo>
                <a:lnTo>
                  <a:pt x="348145" y="141719"/>
                </a:lnTo>
                <a:lnTo>
                  <a:pt x="355092" y="131076"/>
                </a:lnTo>
                <a:close/>
              </a:path>
              <a:path w="1225550" h="196850">
                <a:moveTo>
                  <a:pt x="402336" y="7620"/>
                </a:moveTo>
                <a:lnTo>
                  <a:pt x="394716" y="0"/>
                </a:lnTo>
                <a:lnTo>
                  <a:pt x="376428" y="0"/>
                </a:lnTo>
                <a:lnTo>
                  <a:pt x="368808" y="7620"/>
                </a:lnTo>
                <a:lnTo>
                  <a:pt x="368808" y="25908"/>
                </a:lnTo>
                <a:lnTo>
                  <a:pt x="376428" y="33528"/>
                </a:lnTo>
                <a:lnTo>
                  <a:pt x="394716" y="33528"/>
                </a:lnTo>
                <a:lnTo>
                  <a:pt x="402336" y="25908"/>
                </a:lnTo>
                <a:lnTo>
                  <a:pt x="402336" y="7620"/>
                </a:lnTo>
                <a:close/>
              </a:path>
              <a:path w="1225550" h="196850">
                <a:moveTo>
                  <a:pt x="411492" y="146304"/>
                </a:moveTo>
                <a:lnTo>
                  <a:pt x="403860" y="144780"/>
                </a:lnTo>
                <a:lnTo>
                  <a:pt x="400812" y="141732"/>
                </a:lnTo>
                <a:lnTo>
                  <a:pt x="400812" y="51816"/>
                </a:lnTo>
                <a:lnTo>
                  <a:pt x="359664" y="51816"/>
                </a:lnTo>
                <a:lnTo>
                  <a:pt x="359664" y="56388"/>
                </a:lnTo>
                <a:lnTo>
                  <a:pt x="368808" y="59436"/>
                </a:lnTo>
                <a:lnTo>
                  <a:pt x="370332" y="60960"/>
                </a:lnTo>
                <a:lnTo>
                  <a:pt x="370332" y="141732"/>
                </a:lnTo>
                <a:lnTo>
                  <a:pt x="368808" y="143256"/>
                </a:lnTo>
                <a:lnTo>
                  <a:pt x="359664" y="146304"/>
                </a:lnTo>
                <a:lnTo>
                  <a:pt x="359664" y="152400"/>
                </a:lnTo>
                <a:lnTo>
                  <a:pt x="411492" y="152400"/>
                </a:lnTo>
                <a:lnTo>
                  <a:pt x="411492" y="146304"/>
                </a:lnTo>
                <a:close/>
              </a:path>
              <a:path w="1225550" h="196850">
                <a:moveTo>
                  <a:pt x="594372" y="146304"/>
                </a:moveTo>
                <a:lnTo>
                  <a:pt x="586752" y="146304"/>
                </a:lnTo>
                <a:lnTo>
                  <a:pt x="583704" y="143256"/>
                </a:lnTo>
                <a:lnTo>
                  <a:pt x="583704" y="79248"/>
                </a:lnTo>
                <a:lnTo>
                  <a:pt x="581533" y="66776"/>
                </a:lnTo>
                <a:lnTo>
                  <a:pt x="575513" y="57150"/>
                </a:lnTo>
                <a:lnTo>
                  <a:pt x="566343" y="50965"/>
                </a:lnTo>
                <a:lnTo>
                  <a:pt x="554748" y="48768"/>
                </a:lnTo>
                <a:lnTo>
                  <a:pt x="545426" y="49707"/>
                </a:lnTo>
                <a:lnTo>
                  <a:pt x="537413" y="52768"/>
                </a:lnTo>
                <a:lnTo>
                  <a:pt x="529666" y="58420"/>
                </a:lnTo>
                <a:lnTo>
                  <a:pt x="521220" y="67056"/>
                </a:lnTo>
                <a:lnTo>
                  <a:pt x="516280" y="58420"/>
                </a:lnTo>
                <a:lnTo>
                  <a:pt x="510362" y="52768"/>
                </a:lnTo>
                <a:lnTo>
                  <a:pt x="502996" y="49707"/>
                </a:lnTo>
                <a:lnTo>
                  <a:pt x="493788" y="48768"/>
                </a:lnTo>
                <a:lnTo>
                  <a:pt x="484073" y="49707"/>
                </a:lnTo>
                <a:lnTo>
                  <a:pt x="475500" y="52768"/>
                </a:lnTo>
                <a:lnTo>
                  <a:pt x="468071" y="58420"/>
                </a:lnTo>
                <a:lnTo>
                  <a:pt x="461784" y="67056"/>
                </a:lnTo>
                <a:lnTo>
                  <a:pt x="461784" y="51816"/>
                </a:lnTo>
                <a:lnTo>
                  <a:pt x="419112" y="51816"/>
                </a:lnTo>
                <a:lnTo>
                  <a:pt x="419112" y="56388"/>
                </a:lnTo>
                <a:lnTo>
                  <a:pt x="429780" y="57912"/>
                </a:lnTo>
                <a:lnTo>
                  <a:pt x="431304" y="60960"/>
                </a:lnTo>
                <a:lnTo>
                  <a:pt x="431304" y="141732"/>
                </a:lnTo>
                <a:lnTo>
                  <a:pt x="429780" y="144780"/>
                </a:lnTo>
                <a:lnTo>
                  <a:pt x="419112" y="146304"/>
                </a:lnTo>
                <a:lnTo>
                  <a:pt x="419112" y="152400"/>
                </a:lnTo>
                <a:lnTo>
                  <a:pt x="472452" y="152400"/>
                </a:lnTo>
                <a:lnTo>
                  <a:pt x="472452" y="146304"/>
                </a:lnTo>
                <a:lnTo>
                  <a:pt x="464832" y="144780"/>
                </a:lnTo>
                <a:lnTo>
                  <a:pt x="461784" y="141732"/>
                </a:lnTo>
                <a:lnTo>
                  <a:pt x="461784" y="74676"/>
                </a:lnTo>
                <a:lnTo>
                  <a:pt x="464832" y="70104"/>
                </a:lnTo>
                <a:lnTo>
                  <a:pt x="467880" y="68580"/>
                </a:lnTo>
                <a:lnTo>
                  <a:pt x="472452" y="64008"/>
                </a:lnTo>
                <a:lnTo>
                  <a:pt x="477024" y="62484"/>
                </a:lnTo>
                <a:lnTo>
                  <a:pt x="489216" y="62484"/>
                </a:lnTo>
                <a:lnTo>
                  <a:pt x="492264" y="68580"/>
                </a:lnTo>
                <a:lnTo>
                  <a:pt x="492264" y="143256"/>
                </a:lnTo>
                <a:lnTo>
                  <a:pt x="489216" y="146304"/>
                </a:lnTo>
                <a:lnTo>
                  <a:pt x="481596" y="146304"/>
                </a:lnTo>
                <a:lnTo>
                  <a:pt x="481596" y="152400"/>
                </a:lnTo>
                <a:lnTo>
                  <a:pt x="533412" y="152400"/>
                </a:lnTo>
                <a:lnTo>
                  <a:pt x="533412" y="146304"/>
                </a:lnTo>
                <a:lnTo>
                  <a:pt x="525792" y="144780"/>
                </a:lnTo>
                <a:lnTo>
                  <a:pt x="522744" y="141732"/>
                </a:lnTo>
                <a:lnTo>
                  <a:pt x="522744" y="74676"/>
                </a:lnTo>
                <a:lnTo>
                  <a:pt x="525792" y="70104"/>
                </a:lnTo>
                <a:lnTo>
                  <a:pt x="528840" y="68580"/>
                </a:lnTo>
                <a:lnTo>
                  <a:pt x="533412" y="64008"/>
                </a:lnTo>
                <a:lnTo>
                  <a:pt x="537984" y="62484"/>
                </a:lnTo>
                <a:lnTo>
                  <a:pt x="550176" y="62484"/>
                </a:lnTo>
                <a:lnTo>
                  <a:pt x="553224" y="68580"/>
                </a:lnTo>
                <a:lnTo>
                  <a:pt x="553224" y="143256"/>
                </a:lnTo>
                <a:lnTo>
                  <a:pt x="550176" y="146304"/>
                </a:lnTo>
                <a:lnTo>
                  <a:pt x="542556" y="146304"/>
                </a:lnTo>
                <a:lnTo>
                  <a:pt x="542556" y="152400"/>
                </a:lnTo>
                <a:lnTo>
                  <a:pt x="594372" y="152400"/>
                </a:lnTo>
                <a:lnTo>
                  <a:pt x="594372" y="146304"/>
                </a:lnTo>
                <a:close/>
              </a:path>
              <a:path w="1225550" h="196850">
                <a:moveTo>
                  <a:pt x="644664" y="7620"/>
                </a:moveTo>
                <a:lnTo>
                  <a:pt x="638568" y="0"/>
                </a:lnTo>
                <a:lnTo>
                  <a:pt x="618756" y="0"/>
                </a:lnTo>
                <a:lnTo>
                  <a:pt x="612660" y="7620"/>
                </a:lnTo>
                <a:lnTo>
                  <a:pt x="612660" y="25908"/>
                </a:lnTo>
                <a:lnTo>
                  <a:pt x="618756" y="33528"/>
                </a:lnTo>
                <a:lnTo>
                  <a:pt x="638568" y="33528"/>
                </a:lnTo>
                <a:lnTo>
                  <a:pt x="644664" y="25908"/>
                </a:lnTo>
                <a:lnTo>
                  <a:pt x="644664" y="7620"/>
                </a:lnTo>
                <a:close/>
              </a:path>
              <a:path w="1225550" h="196850">
                <a:moveTo>
                  <a:pt x="653808" y="146304"/>
                </a:moveTo>
                <a:lnTo>
                  <a:pt x="646188" y="144780"/>
                </a:lnTo>
                <a:lnTo>
                  <a:pt x="643140" y="141732"/>
                </a:lnTo>
                <a:lnTo>
                  <a:pt x="643140" y="51816"/>
                </a:lnTo>
                <a:lnTo>
                  <a:pt x="601992" y="51816"/>
                </a:lnTo>
                <a:lnTo>
                  <a:pt x="601992" y="56388"/>
                </a:lnTo>
                <a:lnTo>
                  <a:pt x="611136" y="59436"/>
                </a:lnTo>
                <a:lnTo>
                  <a:pt x="614184" y="60960"/>
                </a:lnTo>
                <a:lnTo>
                  <a:pt x="614184" y="141732"/>
                </a:lnTo>
                <a:lnTo>
                  <a:pt x="612660" y="143256"/>
                </a:lnTo>
                <a:lnTo>
                  <a:pt x="601992" y="146304"/>
                </a:lnTo>
                <a:lnTo>
                  <a:pt x="601992" y="152400"/>
                </a:lnTo>
                <a:lnTo>
                  <a:pt x="653808" y="152400"/>
                </a:lnTo>
                <a:lnTo>
                  <a:pt x="653808" y="146304"/>
                </a:lnTo>
                <a:close/>
              </a:path>
              <a:path w="1225550" h="196850">
                <a:moveTo>
                  <a:pt x="749808" y="51816"/>
                </a:moveTo>
                <a:lnTo>
                  <a:pt x="669036" y="51816"/>
                </a:lnTo>
                <a:lnTo>
                  <a:pt x="667512" y="82296"/>
                </a:lnTo>
                <a:lnTo>
                  <a:pt x="672084" y="82296"/>
                </a:lnTo>
                <a:lnTo>
                  <a:pt x="677037" y="69494"/>
                </a:lnTo>
                <a:lnTo>
                  <a:pt x="684276" y="62103"/>
                </a:lnTo>
                <a:lnTo>
                  <a:pt x="696087" y="58724"/>
                </a:lnTo>
                <a:lnTo>
                  <a:pt x="714756" y="57912"/>
                </a:lnTo>
                <a:lnTo>
                  <a:pt x="662940" y="146304"/>
                </a:lnTo>
                <a:lnTo>
                  <a:pt x="662940" y="150876"/>
                </a:lnTo>
                <a:lnTo>
                  <a:pt x="746760" y="150876"/>
                </a:lnTo>
                <a:lnTo>
                  <a:pt x="749808" y="117348"/>
                </a:lnTo>
                <a:lnTo>
                  <a:pt x="743712" y="117348"/>
                </a:lnTo>
                <a:lnTo>
                  <a:pt x="742188" y="124968"/>
                </a:lnTo>
                <a:lnTo>
                  <a:pt x="740664" y="128016"/>
                </a:lnTo>
                <a:lnTo>
                  <a:pt x="705612" y="146304"/>
                </a:lnTo>
                <a:lnTo>
                  <a:pt x="699516" y="146304"/>
                </a:lnTo>
                <a:lnTo>
                  <a:pt x="749808" y="56388"/>
                </a:lnTo>
                <a:lnTo>
                  <a:pt x="749808" y="51816"/>
                </a:lnTo>
                <a:close/>
              </a:path>
              <a:path w="1225550" h="196850">
                <a:moveTo>
                  <a:pt x="862584" y="143268"/>
                </a:moveTo>
                <a:lnTo>
                  <a:pt x="861568" y="141744"/>
                </a:lnTo>
                <a:lnTo>
                  <a:pt x="859536" y="138696"/>
                </a:lnTo>
                <a:lnTo>
                  <a:pt x="858012" y="140220"/>
                </a:lnTo>
                <a:lnTo>
                  <a:pt x="856488" y="140220"/>
                </a:lnTo>
                <a:lnTo>
                  <a:pt x="856488" y="141744"/>
                </a:lnTo>
                <a:lnTo>
                  <a:pt x="851916" y="141744"/>
                </a:lnTo>
                <a:lnTo>
                  <a:pt x="850392" y="138696"/>
                </a:lnTo>
                <a:lnTo>
                  <a:pt x="850392" y="97548"/>
                </a:lnTo>
                <a:lnTo>
                  <a:pt x="850392" y="77736"/>
                </a:lnTo>
                <a:lnTo>
                  <a:pt x="847344" y="65493"/>
                </a:lnTo>
                <a:lnTo>
                  <a:pt x="838581" y="56400"/>
                </a:lnTo>
                <a:lnTo>
                  <a:pt x="834847" y="54876"/>
                </a:lnTo>
                <a:lnTo>
                  <a:pt x="824623" y="50698"/>
                </a:lnTo>
                <a:lnTo>
                  <a:pt x="824458" y="50698"/>
                </a:lnTo>
                <a:lnTo>
                  <a:pt x="806196" y="48780"/>
                </a:lnTo>
                <a:lnTo>
                  <a:pt x="789482" y="50698"/>
                </a:lnTo>
                <a:lnTo>
                  <a:pt x="776478" y="56210"/>
                </a:lnTo>
                <a:lnTo>
                  <a:pt x="768057" y="64846"/>
                </a:lnTo>
                <a:lnTo>
                  <a:pt x="765048" y="76212"/>
                </a:lnTo>
                <a:lnTo>
                  <a:pt x="765048" y="85356"/>
                </a:lnTo>
                <a:lnTo>
                  <a:pt x="771144" y="91452"/>
                </a:lnTo>
                <a:lnTo>
                  <a:pt x="787908" y="91452"/>
                </a:lnTo>
                <a:lnTo>
                  <a:pt x="794004" y="85356"/>
                </a:lnTo>
                <a:lnTo>
                  <a:pt x="794004" y="71640"/>
                </a:lnTo>
                <a:lnTo>
                  <a:pt x="788174" y="65798"/>
                </a:lnTo>
                <a:lnTo>
                  <a:pt x="787908" y="65493"/>
                </a:lnTo>
                <a:lnTo>
                  <a:pt x="787908" y="57924"/>
                </a:lnTo>
                <a:lnTo>
                  <a:pt x="794004" y="54876"/>
                </a:lnTo>
                <a:lnTo>
                  <a:pt x="801624" y="54876"/>
                </a:lnTo>
                <a:lnTo>
                  <a:pt x="810272" y="56032"/>
                </a:lnTo>
                <a:lnTo>
                  <a:pt x="815911" y="59639"/>
                </a:lnTo>
                <a:lnTo>
                  <a:pt x="818984" y="65798"/>
                </a:lnTo>
                <a:lnTo>
                  <a:pt x="819912" y="74688"/>
                </a:lnTo>
                <a:lnTo>
                  <a:pt x="819912" y="91452"/>
                </a:lnTo>
                <a:lnTo>
                  <a:pt x="819912" y="97548"/>
                </a:lnTo>
                <a:lnTo>
                  <a:pt x="819912" y="129552"/>
                </a:lnTo>
                <a:lnTo>
                  <a:pt x="813816" y="137172"/>
                </a:lnTo>
                <a:lnTo>
                  <a:pt x="810768" y="140220"/>
                </a:lnTo>
                <a:lnTo>
                  <a:pt x="798576" y="140220"/>
                </a:lnTo>
                <a:lnTo>
                  <a:pt x="794004" y="134124"/>
                </a:lnTo>
                <a:lnTo>
                  <a:pt x="794105" y="124498"/>
                </a:lnTo>
                <a:lnTo>
                  <a:pt x="795705" y="116408"/>
                </a:lnTo>
                <a:lnTo>
                  <a:pt x="800671" y="108978"/>
                </a:lnTo>
                <a:lnTo>
                  <a:pt x="808799" y="102692"/>
                </a:lnTo>
                <a:lnTo>
                  <a:pt x="819912" y="97548"/>
                </a:lnTo>
                <a:lnTo>
                  <a:pt x="819912" y="91452"/>
                </a:lnTo>
                <a:lnTo>
                  <a:pt x="782840" y="104089"/>
                </a:lnTo>
                <a:lnTo>
                  <a:pt x="762000" y="131076"/>
                </a:lnTo>
                <a:lnTo>
                  <a:pt x="763892" y="140423"/>
                </a:lnTo>
                <a:lnTo>
                  <a:pt x="769048" y="147650"/>
                </a:lnTo>
                <a:lnTo>
                  <a:pt x="776795" y="152285"/>
                </a:lnTo>
                <a:lnTo>
                  <a:pt x="786384" y="153936"/>
                </a:lnTo>
                <a:lnTo>
                  <a:pt x="795274" y="153289"/>
                </a:lnTo>
                <a:lnTo>
                  <a:pt x="803719" y="151079"/>
                </a:lnTo>
                <a:lnTo>
                  <a:pt x="811898" y="146862"/>
                </a:lnTo>
                <a:lnTo>
                  <a:pt x="819912" y="140220"/>
                </a:lnTo>
                <a:lnTo>
                  <a:pt x="819975" y="140423"/>
                </a:lnTo>
                <a:lnTo>
                  <a:pt x="822960" y="150888"/>
                </a:lnTo>
                <a:lnTo>
                  <a:pt x="827532" y="153936"/>
                </a:lnTo>
                <a:lnTo>
                  <a:pt x="838200" y="153936"/>
                </a:lnTo>
                <a:lnTo>
                  <a:pt x="845324" y="153289"/>
                </a:lnTo>
                <a:lnTo>
                  <a:pt x="844956" y="153289"/>
                </a:lnTo>
                <a:lnTo>
                  <a:pt x="850963" y="151460"/>
                </a:lnTo>
                <a:lnTo>
                  <a:pt x="856856" y="148145"/>
                </a:lnTo>
                <a:lnTo>
                  <a:pt x="862584" y="143268"/>
                </a:lnTo>
                <a:close/>
              </a:path>
              <a:path w="1225550" h="196850">
                <a:moveTo>
                  <a:pt x="937272" y="131076"/>
                </a:moveTo>
                <a:lnTo>
                  <a:pt x="932700" y="128028"/>
                </a:lnTo>
                <a:lnTo>
                  <a:pt x="928128" y="135648"/>
                </a:lnTo>
                <a:lnTo>
                  <a:pt x="923556" y="140220"/>
                </a:lnTo>
                <a:lnTo>
                  <a:pt x="912888" y="140220"/>
                </a:lnTo>
                <a:lnTo>
                  <a:pt x="911364" y="135648"/>
                </a:lnTo>
                <a:lnTo>
                  <a:pt x="911364" y="60972"/>
                </a:lnTo>
                <a:lnTo>
                  <a:pt x="931176" y="60972"/>
                </a:lnTo>
                <a:lnTo>
                  <a:pt x="931176" y="51828"/>
                </a:lnTo>
                <a:lnTo>
                  <a:pt x="911364" y="51828"/>
                </a:lnTo>
                <a:lnTo>
                  <a:pt x="911364" y="15252"/>
                </a:lnTo>
                <a:lnTo>
                  <a:pt x="905268" y="15252"/>
                </a:lnTo>
                <a:lnTo>
                  <a:pt x="895908" y="27444"/>
                </a:lnTo>
                <a:lnTo>
                  <a:pt x="887552" y="37350"/>
                </a:lnTo>
                <a:lnTo>
                  <a:pt x="878903" y="46113"/>
                </a:lnTo>
                <a:lnTo>
                  <a:pt x="868692" y="54876"/>
                </a:lnTo>
                <a:lnTo>
                  <a:pt x="868692" y="60972"/>
                </a:lnTo>
                <a:lnTo>
                  <a:pt x="880884" y="60972"/>
                </a:lnTo>
                <a:lnTo>
                  <a:pt x="880884" y="132600"/>
                </a:lnTo>
                <a:lnTo>
                  <a:pt x="882548" y="141719"/>
                </a:lnTo>
                <a:lnTo>
                  <a:pt x="887361" y="148412"/>
                </a:lnTo>
                <a:lnTo>
                  <a:pt x="895019" y="152527"/>
                </a:lnTo>
                <a:lnTo>
                  <a:pt x="905268" y="153936"/>
                </a:lnTo>
                <a:lnTo>
                  <a:pt x="915403" y="152717"/>
                </a:lnTo>
                <a:lnTo>
                  <a:pt x="923556" y="148793"/>
                </a:lnTo>
                <a:lnTo>
                  <a:pt x="930554" y="141719"/>
                </a:lnTo>
                <a:lnTo>
                  <a:pt x="937272" y="131076"/>
                </a:lnTo>
                <a:close/>
              </a:path>
              <a:path w="1225550" h="196850">
                <a:moveTo>
                  <a:pt x="986028" y="7620"/>
                </a:moveTo>
                <a:lnTo>
                  <a:pt x="978408" y="0"/>
                </a:lnTo>
                <a:lnTo>
                  <a:pt x="960120" y="0"/>
                </a:lnTo>
                <a:lnTo>
                  <a:pt x="952500" y="7620"/>
                </a:lnTo>
                <a:lnTo>
                  <a:pt x="952500" y="25908"/>
                </a:lnTo>
                <a:lnTo>
                  <a:pt x="960120" y="33528"/>
                </a:lnTo>
                <a:lnTo>
                  <a:pt x="978408" y="33528"/>
                </a:lnTo>
                <a:lnTo>
                  <a:pt x="986028" y="25908"/>
                </a:lnTo>
                <a:lnTo>
                  <a:pt x="986028" y="7620"/>
                </a:lnTo>
                <a:close/>
              </a:path>
              <a:path w="1225550" h="196850">
                <a:moveTo>
                  <a:pt x="993648" y="146304"/>
                </a:moveTo>
                <a:lnTo>
                  <a:pt x="986028" y="144780"/>
                </a:lnTo>
                <a:lnTo>
                  <a:pt x="984504" y="141732"/>
                </a:lnTo>
                <a:lnTo>
                  <a:pt x="984504" y="51816"/>
                </a:lnTo>
                <a:lnTo>
                  <a:pt x="941832" y="51816"/>
                </a:lnTo>
                <a:lnTo>
                  <a:pt x="941832" y="56388"/>
                </a:lnTo>
                <a:lnTo>
                  <a:pt x="950976" y="59436"/>
                </a:lnTo>
                <a:lnTo>
                  <a:pt x="954024" y="60960"/>
                </a:lnTo>
                <a:lnTo>
                  <a:pt x="954024" y="141732"/>
                </a:lnTo>
                <a:lnTo>
                  <a:pt x="952500" y="143256"/>
                </a:lnTo>
                <a:lnTo>
                  <a:pt x="941832" y="146304"/>
                </a:lnTo>
                <a:lnTo>
                  <a:pt x="941832" y="152400"/>
                </a:lnTo>
                <a:lnTo>
                  <a:pt x="993648" y="152400"/>
                </a:lnTo>
                <a:lnTo>
                  <a:pt x="993648" y="146304"/>
                </a:lnTo>
                <a:close/>
              </a:path>
              <a:path w="1225550" h="196850">
                <a:moveTo>
                  <a:pt x="1101864" y="102120"/>
                </a:moveTo>
                <a:lnTo>
                  <a:pt x="1088529" y="63449"/>
                </a:lnTo>
                <a:lnTo>
                  <a:pt x="1071308" y="52158"/>
                </a:lnTo>
                <a:lnTo>
                  <a:pt x="1071308" y="105168"/>
                </a:lnTo>
                <a:lnTo>
                  <a:pt x="1070470" y="124929"/>
                </a:lnTo>
                <a:lnTo>
                  <a:pt x="1067574" y="139077"/>
                </a:lnTo>
                <a:lnTo>
                  <a:pt x="1067447" y="139268"/>
                </a:lnTo>
                <a:lnTo>
                  <a:pt x="1067320" y="139458"/>
                </a:lnTo>
                <a:lnTo>
                  <a:pt x="1062380" y="146926"/>
                </a:lnTo>
                <a:lnTo>
                  <a:pt x="1054620" y="149364"/>
                </a:lnTo>
                <a:lnTo>
                  <a:pt x="1045959" y="146926"/>
                </a:lnTo>
                <a:lnTo>
                  <a:pt x="1036332" y="105168"/>
                </a:lnTo>
                <a:lnTo>
                  <a:pt x="1036383" y="103644"/>
                </a:lnTo>
                <a:lnTo>
                  <a:pt x="1040333" y="65163"/>
                </a:lnTo>
                <a:lnTo>
                  <a:pt x="1054620" y="54876"/>
                </a:lnTo>
                <a:lnTo>
                  <a:pt x="1062380" y="57353"/>
                </a:lnTo>
                <a:lnTo>
                  <a:pt x="1067574" y="65544"/>
                </a:lnTo>
                <a:lnTo>
                  <a:pt x="1070470" y="80594"/>
                </a:lnTo>
                <a:lnTo>
                  <a:pt x="1071257" y="100596"/>
                </a:lnTo>
                <a:lnTo>
                  <a:pt x="1071308" y="105168"/>
                </a:lnTo>
                <a:lnTo>
                  <a:pt x="1071308" y="52158"/>
                </a:lnTo>
                <a:lnTo>
                  <a:pt x="1019949" y="63258"/>
                </a:lnTo>
                <a:lnTo>
                  <a:pt x="1009497" y="80276"/>
                </a:lnTo>
                <a:lnTo>
                  <a:pt x="1009434" y="80594"/>
                </a:lnTo>
                <a:lnTo>
                  <a:pt x="1005852" y="100596"/>
                </a:lnTo>
                <a:lnTo>
                  <a:pt x="1009396" y="122428"/>
                </a:lnTo>
                <a:lnTo>
                  <a:pt x="1019378" y="139268"/>
                </a:lnTo>
                <a:lnTo>
                  <a:pt x="1034783" y="150101"/>
                </a:lnTo>
                <a:lnTo>
                  <a:pt x="1054620" y="153936"/>
                </a:lnTo>
                <a:lnTo>
                  <a:pt x="1073607" y="150101"/>
                </a:lnTo>
                <a:lnTo>
                  <a:pt x="1074635" y="149364"/>
                </a:lnTo>
                <a:lnTo>
                  <a:pt x="1088529" y="139458"/>
                </a:lnTo>
                <a:lnTo>
                  <a:pt x="1088631" y="139268"/>
                </a:lnTo>
                <a:lnTo>
                  <a:pt x="1088745" y="139077"/>
                </a:lnTo>
                <a:lnTo>
                  <a:pt x="1098334" y="123075"/>
                </a:lnTo>
                <a:lnTo>
                  <a:pt x="1098448" y="122428"/>
                </a:lnTo>
                <a:lnTo>
                  <a:pt x="1101864" y="102120"/>
                </a:lnTo>
                <a:close/>
              </a:path>
              <a:path w="1225550" h="196850">
                <a:moveTo>
                  <a:pt x="1225308" y="146304"/>
                </a:moveTo>
                <a:lnTo>
                  <a:pt x="1217688" y="146304"/>
                </a:lnTo>
                <a:lnTo>
                  <a:pt x="1214640" y="143256"/>
                </a:lnTo>
                <a:lnTo>
                  <a:pt x="1214640" y="79248"/>
                </a:lnTo>
                <a:lnTo>
                  <a:pt x="1212684" y="66776"/>
                </a:lnTo>
                <a:lnTo>
                  <a:pt x="1207020" y="57150"/>
                </a:lnTo>
                <a:lnTo>
                  <a:pt x="1197914" y="50965"/>
                </a:lnTo>
                <a:lnTo>
                  <a:pt x="1185684" y="48768"/>
                </a:lnTo>
                <a:lnTo>
                  <a:pt x="1176845" y="49911"/>
                </a:lnTo>
                <a:lnTo>
                  <a:pt x="1168730" y="53340"/>
                </a:lnTo>
                <a:lnTo>
                  <a:pt x="1161465" y="59055"/>
                </a:lnTo>
                <a:lnTo>
                  <a:pt x="1155204" y="67056"/>
                </a:lnTo>
                <a:lnTo>
                  <a:pt x="1155204" y="51816"/>
                </a:lnTo>
                <a:lnTo>
                  <a:pt x="1114056" y="51816"/>
                </a:lnTo>
                <a:lnTo>
                  <a:pt x="1114056" y="56388"/>
                </a:lnTo>
                <a:lnTo>
                  <a:pt x="1123200" y="57912"/>
                </a:lnTo>
                <a:lnTo>
                  <a:pt x="1124724" y="60960"/>
                </a:lnTo>
                <a:lnTo>
                  <a:pt x="1124724" y="141732"/>
                </a:lnTo>
                <a:lnTo>
                  <a:pt x="1123200" y="144780"/>
                </a:lnTo>
                <a:lnTo>
                  <a:pt x="1114056" y="146304"/>
                </a:lnTo>
                <a:lnTo>
                  <a:pt x="1114056" y="152400"/>
                </a:lnTo>
                <a:lnTo>
                  <a:pt x="1165872" y="152400"/>
                </a:lnTo>
                <a:lnTo>
                  <a:pt x="1165872" y="146304"/>
                </a:lnTo>
                <a:lnTo>
                  <a:pt x="1158252" y="144780"/>
                </a:lnTo>
                <a:lnTo>
                  <a:pt x="1155204" y="141732"/>
                </a:lnTo>
                <a:lnTo>
                  <a:pt x="1155204" y="74676"/>
                </a:lnTo>
                <a:lnTo>
                  <a:pt x="1156728" y="73152"/>
                </a:lnTo>
                <a:lnTo>
                  <a:pt x="1159776" y="71628"/>
                </a:lnTo>
                <a:lnTo>
                  <a:pt x="1164348" y="65532"/>
                </a:lnTo>
                <a:lnTo>
                  <a:pt x="1168920" y="62484"/>
                </a:lnTo>
                <a:lnTo>
                  <a:pt x="1181112" y="62484"/>
                </a:lnTo>
                <a:lnTo>
                  <a:pt x="1184160" y="68580"/>
                </a:lnTo>
                <a:lnTo>
                  <a:pt x="1184160" y="141732"/>
                </a:lnTo>
                <a:lnTo>
                  <a:pt x="1181112" y="144780"/>
                </a:lnTo>
                <a:lnTo>
                  <a:pt x="1175016" y="146304"/>
                </a:lnTo>
                <a:lnTo>
                  <a:pt x="1175016" y="152400"/>
                </a:lnTo>
                <a:lnTo>
                  <a:pt x="1225308" y="152400"/>
                </a:lnTo>
                <a:lnTo>
                  <a:pt x="1225308" y="1463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2208275" y="1394459"/>
            <a:ext cx="230504" cy="218440"/>
            <a:chOff x="2208275" y="1394459"/>
            <a:chExt cx="230504" cy="21844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8275" y="1394459"/>
              <a:ext cx="230124" cy="10363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296667" y="1536191"/>
              <a:ext cx="55244" cy="76200"/>
            </a:xfrm>
            <a:custGeom>
              <a:avLst/>
              <a:gdLst/>
              <a:ahLst/>
              <a:cxnLst/>
              <a:rect l="l" t="t" r="r" b="b"/>
              <a:pathLst>
                <a:path w="55244" h="76200">
                  <a:moveTo>
                    <a:pt x="25908" y="54864"/>
                  </a:moveTo>
                  <a:lnTo>
                    <a:pt x="19812" y="54864"/>
                  </a:lnTo>
                  <a:lnTo>
                    <a:pt x="11572" y="52959"/>
                  </a:lnTo>
                  <a:lnTo>
                    <a:pt x="5334" y="47625"/>
                  </a:lnTo>
                  <a:lnTo>
                    <a:pt x="1381" y="39433"/>
                  </a:lnTo>
                  <a:lnTo>
                    <a:pt x="0" y="28956"/>
                  </a:lnTo>
                  <a:lnTo>
                    <a:pt x="1881" y="16716"/>
                  </a:lnTo>
                  <a:lnTo>
                    <a:pt x="7048" y="7620"/>
                  </a:lnTo>
                  <a:lnTo>
                    <a:pt x="14787" y="1952"/>
                  </a:lnTo>
                  <a:lnTo>
                    <a:pt x="24384" y="0"/>
                  </a:lnTo>
                  <a:lnTo>
                    <a:pt x="30480" y="0"/>
                  </a:lnTo>
                  <a:lnTo>
                    <a:pt x="33528" y="1524"/>
                  </a:lnTo>
                  <a:lnTo>
                    <a:pt x="35560" y="3048"/>
                  </a:lnTo>
                  <a:lnTo>
                    <a:pt x="19812" y="3048"/>
                  </a:lnTo>
                  <a:lnTo>
                    <a:pt x="15240" y="10668"/>
                  </a:lnTo>
                  <a:lnTo>
                    <a:pt x="15240" y="41148"/>
                  </a:lnTo>
                  <a:lnTo>
                    <a:pt x="19812" y="48768"/>
                  </a:lnTo>
                  <a:lnTo>
                    <a:pt x="33528" y="48768"/>
                  </a:lnTo>
                  <a:lnTo>
                    <a:pt x="28956" y="53340"/>
                  </a:lnTo>
                  <a:lnTo>
                    <a:pt x="25908" y="54864"/>
                  </a:lnTo>
                  <a:close/>
                </a:path>
                <a:path w="55244" h="76200">
                  <a:moveTo>
                    <a:pt x="48768" y="6096"/>
                  </a:moveTo>
                  <a:lnTo>
                    <a:pt x="39624" y="6096"/>
                  </a:lnTo>
                  <a:lnTo>
                    <a:pt x="47244" y="0"/>
                  </a:lnTo>
                  <a:lnTo>
                    <a:pt x="48768" y="0"/>
                  </a:lnTo>
                  <a:lnTo>
                    <a:pt x="48768" y="6096"/>
                  </a:lnTo>
                  <a:close/>
                </a:path>
                <a:path w="55244" h="76200">
                  <a:moveTo>
                    <a:pt x="54864" y="76200"/>
                  </a:moveTo>
                  <a:lnTo>
                    <a:pt x="25908" y="76200"/>
                  </a:lnTo>
                  <a:lnTo>
                    <a:pt x="25908" y="73152"/>
                  </a:lnTo>
                  <a:lnTo>
                    <a:pt x="33528" y="71628"/>
                  </a:lnTo>
                  <a:lnTo>
                    <a:pt x="33528" y="48768"/>
                  </a:lnTo>
                  <a:lnTo>
                    <a:pt x="30480" y="48768"/>
                  </a:lnTo>
                  <a:lnTo>
                    <a:pt x="33528" y="47244"/>
                  </a:lnTo>
                  <a:lnTo>
                    <a:pt x="33528" y="6096"/>
                  </a:lnTo>
                  <a:lnTo>
                    <a:pt x="30480" y="3048"/>
                  </a:lnTo>
                  <a:lnTo>
                    <a:pt x="35560" y="3048"/>
                  </a:lnTo>
                  <a:lnTo>
                    <a:pt x="39624" y="6096"/>
                  </a:lnTo>
                  <a:lnTo>
                    <a:pt x="48768" y="6096"/>
                  </a:lnTo>
                  <a:lnTo>
                    <a:pt x="48768" y="71628"/>
                  </a:lnTo>
                  <a:lnTo>
                    <a:pt x="50292" y="73152"/>
                  </a:lnTo>
                  <a:lnTo>
                    <a:pt x="54864" y="73152"/>
                  </a:lnTo>
                  <a:lnTo>
                    <a:pt x="54864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2569464" y="1389887"/>
            <a:ext cx="358140" cy="139065"/>
            <a:chOff x="2569464" y="1389887"/>
            <a:chExt cx="358140" cy="139065"/>
          </a:xfrm>
        </p:grpSpPr>
        <p:sp>
          <p:nvSpPr>
            <p:cNvPr id="8" name="object 8" descr=""/>
            <p:cNvSpPr/>
            <p:nvPr/>
          </p:nvSpPr>
          <p:spPr>
            <a:xfrm>
              <a:off x="2569464" y="1391411"/>
              <a:ext cx="38100" cy="137160"/>
            </a:xfrm>
            <a:custGeom>
              <a:avLst/>
              <a:gdLst/>
              <a:ahLst/>
              <a:cxnLst/>
              <a:rect l="l" t="t" r="r" b="b"/>
              <a:pathLst>
                <a:path w="38100" h="137159">
                  <a:moveTo>
                    <a:pt x="762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620" y="137160"/>
                  </a:lnTo>
                  <a:lnTo>
                    <a:pt x="7620" y="0"/>
                  </a:lnTo>
                  <a:close/>
                </a:path>
                <a:path w="38100" h="137159">
                  <a:moveTo>
                    <a:pt x="38100" y="0"/>
                  </a:moveTo>
                  <a:lnTo>
                    <a:pt x="30480" y="0"/>
                  </a:lnTo>
                  <a:lnTo>
                    <a:pt x="30480" y="137160"/>
                  </a:lnTo>
                  <a:lnTo>
                    <a:pt x="38100" y="13716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0043" y="1389887"/>
              <a:ext cx="297560" cy="138683"/>
            </a:xfrm>
            <a:prstGeom prst="rect">
              <a:avLst/>
            </a:prstGeom>
          </p:spPr>
        </p:pic>
      </p:grpSp>
      <p:sp>
        <p:nvSpPr>
          <p:cNvPr id="10" name="object 10" descr=""/>
          <p:cNvSpPr/>
          <p:nvPr/>
        </p:nvSpPr>
        <p:spPr>
          <a:xfrm>
            <a:off x="2962656" y="1360931"/>
            <a:ext cx="109855" cy="198120"/>
          </a:xfrm>
          <a:custGeom>
            <a:avLst/>
            <a:gdLst/>
            <a:ahLst/>
            <a:cxnLst/>
            <a:rect l="l" t="t" r="r" b="b"/>
            <a:pathLst>
              <a:path w="109855" h="198119">
                <a:moveTo>
                  <a:pt x="6096" y="30480"/>
                </a:moveTo>
                <a:lnTo>
                  <a:pt x="0" y="30480"/>
                </a:lnTo>
                <a:lnTo>
                  <a:pt x="0" y="167640"/>
                </a:lnTo>
                <a:lnTo>
                  <a:pt x="6096" y="167640"/>
                </a:lnTo>
                <a:lnTo>
                  <a:pt x="6096" y="30480"/>
                </a:lnTo>
                <a:close/>
              </a:path>
              <a:path w="109855" h="198119">
                <a:moveTo>
                  <a:pt x="36576" y="30480"/>
                </a:moveTo>
                <a:lnTo>
                  <a:pt x="30480" y="30480"/>
                </a:lnTo>
                <a:lnTo>
                  <a:pt x="30480" y="167640"/>
                </a:lnTo>
                <a:lnTo>
                  <a:pt x="36576" y="167640"/>
                </a:lnTo>
                <a:lnTo>
                  <a:pt x="36576" y="30480"/>
                </a:lnTo>
                <a:close/>
              </a:path>
              <a:path w="109855" h="198119">
                <a:moveTo>
                  <a:pt x="109715" y="59436"/>
                </a:moveTo>
                <a:lnTo>
                  <a:pt x="108191" y="59436"/>
                </a:lnTo>
                <a:lnTo>
                  <a:pt x="103619" y="65532"/>
                </a:lnTo>
                <a:lnTo>
                  <a:pt x="102095" y="67056"/>
                </a:lnTo>
                <a:lnTo>
                  <a:pt x="71615" y="67056"/>
                </a:lnTo>
                <a:lnTo>
                  <a:pt x="89903" y="47244"/>
                </a:lnTo>
                <a:lnTo>
                  <a:pt x="96558" y="39535"/>
                </a:lnTo>
                <a:lnTo>
                  <a:pt x="100761" y="32385"/>
                </a:lnTo>
                <a:lnTo>
                  <a:pt x="102984" y="25819"/>
                </a:lnTo>
                <a:lnTo>
                  <a:pt x="103619" y="19812"/>
                </a:lnTo>
                <a:lnTo>
                  <a:pt x="102247" y="12217"/>
                </a:lnTo>
                <a:lnTo>
                  <a:pt x="98285" y="5905"/>
                </a:lnTo>
                <a:lnTo>
                  <a:pt x="92049" y="1600"/>
                </a:lnTo>
                <a:lnTo>
                  <a:pt x="83807" y="0"/>
                </a:lnTo>
                <a:lnTo>
                  <a:pt x="77711" y="0"/>
                </a:lnTo>
                <a:lnTo>
                  <a:pt x="71615" y="3048"/>
                </a:lnTo>
                <a:lnTo>
                  <a:pt x="68567" y="7620"/>
                </a:lnTo>
                <a:lnTo>
                  <a:pt x="63995" y="10668"/>
                </a:lnTo>
                <a:lnTo>
                  <a:pt x="62471" y="13716"/>
                </a:lnTo>
                <a:lnTo>
                  <a:pt x="60947" y="21336"/>
                </a:lnTo>
                <a:lnTo>
                  <a:pt x="62471" y="22860"/>
                </a:lnTo>
                <a:lnTo>
                  <a:pt x="67043" y="12192"/>
                </a:lnTo>
                <a:lnTo>
                  <a:pt x="71615" y="7620"/>
                </a:lnTo>
                <a:lnTo>
                  <a:pt x="88379" y="7620"/>
                </a:lnTo>
                <a:lnTo>
                  <a:pt x="94475" y="13716"/>
                </a:lnTo>
                <a:lnTo>
                  <a:pt x="94475" y="24384"/>
                </a:lnTo>
                <a:lnTo>
                  <a:pt x="93624" y="30607"/>
                </a:lnTo>
                <a:lnTo>
                  <a:pt x="91046" y="37528"/>
                </a:lnTo>
                <a:lnTo>
                  <a:pt x="86766" y="44754"/>
                </a:lnTo>
                <a:lnTo>
                  <a:pt x="80759" y="51816"/>
                </a:lnTo>
                <a:lnTo>
                  <a:pt x="60947" y="73152"/>
                </a:lnTo>
                <a:lnTo>
                  <a:pt x="60947" y="74676"/>
                </a:lnTo>
                <a:lnTo>
                  <a:pt x="103619" y="74676"/>
                </a:lnTo>
                <a:lnTo>
                  <a:pt x="109715" y="59436"/>
                </a:lnTo>
                <a:close/>
              </a:path>
              <a:path w="109855" h="198119">
                <a:moveTo>
                  <a:pt x="109728" y="129540"/>
                </a:moveTo>
                <a:lnTo>
                  <a:pt x="100584" y="129540"/>
                </a:lnTo>
                <a:lnTo>
                  <a:pt x="97536" y="128016"/>
                </a:lnTo>
                <a:lnTo>
                  <a:pt x="96012" y="127508"/>
                </a:lnTo>
                <a:lnTo>
                  <a:pt x="96012" y="131064"/>
                </a:lnTo>
                <a:lnTo>
                  <a:pt x="96012" y="140208"/>
                </a:lnTo>
                <a:lnTo>
                  <a:pt x="94488" y="144780"/>
                </a:lnTo>
                <a:lnTo>
                  <a:pt x="92964" y="147828"/>
                </a:lnTo>
                <a:lnTo>
                  <a:pt x="91440" y="152400"/>
                </a:lnTo>
                <a:lnTo>
                  <a:pt x="86868" y="155448"/>
                </a:lnTo>
                <a:lnTo>
                  <a:pt x="77724" y="155448"/>
                </a:lnTo>
                <a:lnTo>
                  <a:pt x="76200" y="152400"/>
                </a:lnTo>
                <a:lnTo>
                  <a:pt x="76200" y="137160"/>
                </a:lnTo>
                <a:lnTo>
                  <a:pt x="82296" y="129540"/>
                </a:lnTo>
                <a:lnTo>
                  <a:pt x="92964" y="129540"/>
                </a:lnTo>
                <a:lnTo>
                  <a:pt x="96012" y="131064"/>
                </a:lnTo>
                <a:lnTo>
                  <a:pt x="96012" y="127508"/>
                </a:lnTo>
                <a:lnTo>
                  <a:pt x="92964" y="126492"/>
                </a:lnTo>
                <a:lnTo>
                  <a:pt x="89916" y="126492"/>
                </a:lnTo>
                <a:lnTo>
                  <a:pt x="80784" y="127850"/>
                </a:lnTo>
                <a:lnTo>
                  <a:pt x="74104" y="131635"/>
                </a:lnTo>
                <a:lnTo>
                  <a:pt x="69977" y="137426"/>
                </a:lnTo>
                <a:lnTo>
                  <a:pt x="68580" y="144780"/>
                </a:lnTo>
                <a:lnTo>
                  <a:pt x="68580" y="150876"/>
                </a:lnTo>
                <a:lnTo>
                  <a:pt x="70104" y="153924"/>
                </a:lnTo>
                <a:lnTo>
                  <a:pt x="76098" y="156933"/>
                </a:lnTo>
                <a:lnTo>
                  <a:pt x="76263" y="156933"/>
                </a:lnTo>
                <a:lnTo>
                  <a:pt x="70104" y="161544"/>
                </a:lnTo>
                <a:lnTo>
                  <a:pt x="68580" y="163068"/>
                </a:lnTo>
                <a:lnTo>
                  <a:pt x="68580" y="169164"/>
                </a:lnTo>
                <a:lnTo>
                  <a:pt x="71628" y="170688"/>
                </a:lnTo>
                <a:lnTo>
                  <a:pt x="60960" y="176784"/>
                </a:lnTo>
                <a:lnTo>
                  <a:pt x="59436" y="179832"/>
                </a:lnTo>
                <a:lnTo>
                  <a:pt x="59436" y="192024"/>
                </a:lnTo>
                <a:lnTo>
                  <a:pt x="65532" y="198120"/>
                </a:lnTo>
                <a:lnTo>
                  <a:pt x="76200" y="198120"/>
                </a:lnTo>
                <a:lnTo>
                  <a:pt x="86436" y="196786"/>
                </a:lnTo>
                <a:lnTo>
                  <a:pt x="90068" y="195072"/>
                </a:lnTo>
                <a:lnTo>
                  <a:pt x="94107" y="193167"/>
                </a:lnTo>
                <a:lnTo>
                  <a:pt x="98907" y="187833"/>
                </a:lnTo>
                <a:lnTo>
                  <a:pt x="100584" y="181356"/>
                </a:lnTo>
                <a:lnTo>
                  <a:pt x="100584" y="175260"/>
                </a:lnTo>
                <a:lnTo>
                  <a:pt x="97536" y="172212"/>
                </a:lnTo>
                <a:lnTo>
                  <a:pt x="94488" y="169164"/>
                </a:lnTo>
                <a:lnTo>
                  <a:pt x="94488" y="179832"/>
                </a:lnTo>
                <a:lnTo>
                  <a:pt x="94488" y="190500"/>
                </a:lnTo>
                <a:lnTo>
                  <a:pt x="86868" y="195072"/>
                </a:lnTo>
                <a:lnTo>
                  <a:pt x="70104" y="195072"/>
                </a:lnTo>
                <a:lnTo>
                  <a:pt x="65532" y="190500"/>
                </a:lnTo>
                <a:lnTo>
                  <a:pt x="65532" y="179832"/>
                </a:lnTo>
                <a:lnTo>
                  <a:pt x="67056" y="176784"/>
                </a:lnTo>
                <a:lnTo>
                  <a:pt x="68580" y="175260"/>
                </a:lnTo>
                <a:lnTo>
                  <a:pt x="73152" y="172212"/>
                </a:lnTo>
                <a:lnTo>
                  <a:pt x="77724" y="172212"/>
                </a:lnTo>
                <a:lnTo>
                  <a:pt x="89916" y="176784"/>
                </a:lnTo>
                <a:lnTo>
                  <a:pt x="94488" y="179832"/>
                </a:lnTo>
                <a:lnTo>
                  <a:pt x="94488" y="169164"/>
                </a:lnTo>
                <a:lnTo>
                  <a:pt x="83820" y="166116"/>
                </a:lnTo>
                <a:lnTo>
                  <a:pt x="79248" y="166116"/>
                </a:lnTo>
                <a:lnTo>
                  <a:pt x="76200" y="164592"/>
                </a:lnTo>
                <a:lnTo>
                  <a:pt x="76200" y="160020"/>
                </a:lnTo>
                <a:lnTo>
                  <a:pt x="77736" y="156933"/>
                </a:lnTo>
                <a:lnTo>
                  <a:pt x="80772" y="156933"/>
                </a:lnTo>
                <a:lnTo>
                  <a:pt x="80772" y="158496"/>
                </a:lnTo>
                <a:lnTo>
                  <a:pt x="83820" y="158496"/>
                </a:lnTo>
                <a:lnTo>
                  <a:pt x="91643" y="156933"/>
                </a:lnTo>
                <a:lnTo>
                  <a:pt x="94081" y="155448"/>
                </a:lnTo>
                <a:lnTo>
                  <a:pt x="98488" y="152781"/>
                </a:lnTo>
                <a:lnTo>
                  <a:pt x="103314" y="146926"/>
                </a:lnTo>
                <a:lnTo>
                  <a:pt x="105156" y="140208"/>
                </a:lnTo>
                <a:lnTo>
                  <a:pt x="105156" y="138684"/>
                </a:lnTo>
                <a:lnTo>
                  <a:pt x="103632" y="135636"/>
                </a:lnTo>
                <a:lnTo>
                  <a:pt x="103632" y="134112"/>
                </a:lnTo>
                <a:lnTo>
                  <a:pt x="109728" y="134112"/>
                </a:lnTo>
                <a:lnTo>
                  <a:pt x="109728" y="129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8772" y="1420367"/>
            <a:ext cx="77723" cy="77724"/>
          </a:xfrm>
          <a:prstGeom prst="rect">
            <a:avLst/>
          </a:prstGeom>
        </p:spPr>
      </p:pic>
      <p:grpSp>
        <p:nvGrpSpPr>
          <p:cNvPr id="12" name="object 12" descr=""/>
          <p:cNvGrpSpPr/>
          <p:nvPr/>
        </p:nvGrpSpPr>
        <p:grpSpPr>
          <a:xfrm>
            <a:off x="3267455" y="1389887"/>
            <a:ext cx="485140" cy="139065"/>
            <a:chOff x="3267455" y="1389887"/>
            <a:chExt cx="485140" cy="139065"/>
          </a:xfrm>
        </p:grpSpPr>
        <p:sp>
          <p:nvSpPr>
            <p:cNvPr id="13" name="object 13" descr=""/>
            <p:cNvSpPr/>
            <p:nvPr/>
          </p:nvSpPr>
          <p:spPr>
            <a:xfrm>
              <a:off x="3267456" y="1391411"/>
              <a:ext cx="38100" cy="137160"/>
            </a:xfrm>
            <a:custGeom>
              <a:avLst/>
              <a:gdLst/>
              <a:ahLst/>
              <a:cxnLst/>
              <a:rect l="l" t="t" r="r" b="b"/>
              <a:pathLst>
                <a:path w="38100" h="137159">
                  <a:moveTo>
                    <a:pt x="762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620" y="137160"/>
                  </a:lnTo>
                  <a:lnTo>
                    <a:pt x="7620" y="0"/>
                  </a:lnTo>
                  <a:close/>
                </a:path>
                <a:path w="38100" h="137159">
                  <a:moveTo>
                    <a:pt x="38100" y="0"/>
                  </a:moveTo>
                  <a:lnTo>
                    <a:pt x="30480" y="0"/>
                  </a:lnTo>
                  <a:lnTo>
                    <a:pt x="30480" y="137160"/>
                  </a:lnTo>
                  <a:lnTo>
                    <a:pt x="38100" y="13716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8415" y="1397507"/>
              <a:ext cx="216408" cy="1249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75304" y="1389887"/>
              <a:ext cx="176783" cy="138683"/>
            </a:xfrm>
            <a:prstGeom prst="rect">
              <a:avLst/>
            </a:prstGeom>
          </p:spPr>
        </p:pic>
      </p:grpSp>
      <p:sp>
        <p:nvSpPr>
          <p:cNvPr id="16" name="object 16" descr=""/>
          <p:cNvSpPr/>
          <p:nvPr/>
        </p:nvSpPr>
        <p:spPr>
          <a:xfrm>
            <a:off x="3785616" y="1360931"/>
            <a:ext cx="109855" cy="198120"/>
          </a:xfrm>
          <a:custGeom>
            <a:avLst/>
            <a:gdLst/>
            <a:ahLst/>
            <a:cxnLst/>
            <a:rect l="l" t="t" r="r" b="b"/>
            <a:pathLst>
              <a:path w="109854" h="198119">
                <a:moveTo>
                  <a:pt x="7620" y="30480"/>
                </a:moveTo>
                <a:lnTo>
                  <a:pt x="0" y="30480"/>
                </a:lnTo>
                <a:lnTo>
                  <a:pt x="0" y="167640"/>
                </a:lnTo>
                <a:lnTo>
                  <a:pt x="7620" y="167640"/>
                </a:lnTo>
                <a:lnTo>
                  <a:pt x="7620" y="30480"/>
                </a:lnTo>
                <a:close/>
              </a:path>
              <a:path w="109854" h="198119">
                <a:moveTo>
                  <a:pt x="38100" y="30480"/>
                </a:moveTo>
                <a:lnTo>
                  <a:pt x="30480" y="30480"/>
                </a:lnTo>
                <a:lnTo>
                  <a:pt x="30480" y="167640"/>
                </a:lnTo>
                <a:lnTo>
                  <a:pt x="38100" y="167640"/>
                </a:lnTo>
                <a:lnTo>
                  <a:pt x="38100" y="30480"/>
                </a:lnTo>
                <a:close/>
              </a:path>
              <a:path w="109854" h="198119">
                <a:moveTo>
                  <a:pt x="109715" y="59436"/>
                </a:moveTo>
                <a:lnTo>
                  <a:pt x="108191" y="59436"/>
                </a:lnTo>
                <a:lnTo>
                  <a:pt x="105143" y="65532"/>
                </a:lnTo>
                <a:lnTo>
                  <a:pt x="103619" y="67056"/>
                </a:lnTo>
                <a:lnTo>
                  <a:pt x="71615" y="67056"/>
                </a:lnTo>
                <a:lnTo>
                  <a:pt x="91427" y="47244"/>
                </a:lnTo>
                <a:lnTo>
                  <a:pt x="97434" y="39535"/>
                </a:lnTo>
                <a:lnTo>
                  <a:pt x="101714" y="32385"/>
                </a:lnTo>
                <a:lnTo>
                  <a:pt x="104292" y="25819"/>
                </a:lnTo>
                <a:lnTo>
                  <a:pt x="105143" y="19812"/>
                </a:lnTo>
                <a:lnTo>
                  <a:pt x="103555" y="12217"/>
                </a:lnTo>
                <a:lnTo>
                  <a:pt x="99237" y="5905"/>
                </a:lnTo>
                <a:lnTo>
                  <a:pt x="92938" y="1600"/>
                </a:lnTo>
                <a:lnTo>
                  <a:pt x="85331" y="0"/>
                </a:lnTo>
                <a:lnTo>
                  <a:pt x="79235" y="0"/>
                </a:lnTo>
                <a:lnTo>
                  <a:pt x="73139" y="3048"/>
                </a:lnTo>
                <a:lnTo>
                  <a:pt x="65519" y="10668"/>
                </a:lnTo>
                <a:lnTo>
                  <a:pt x="63995" y="13716"/>
                </a:lnTo>
                <a:lnTo>
                  <a:pt x="60947" y="21336"/>
                </a:lnTo>
                <a:lnTo>
                  <a:pt x="63995" y="22860"/>
                </a:lnTo>
                <a:lnTo>
                  <a:pt x="68567" y="12192"/>
                </a:lnTo>
                <a:lnTo>
                  <a:pt x="71615" y="7620"/>
                </a:lnTo>
                <a:lnTo>
                  <a:pt x="89903" y="7620"/>
                </a:lnTo>
                <a:lnTo>
                  <a:pt x="95999" y="13716"/>
                </a:lnTo>
                <a:lnTo>
                  <a:pt x="95999" y="24384"/>
                </a:lnTo>
                <a:lnTo>
                  <a:pt x="94907" y="30607"/>
                </a:lnTo>
                <a:lnTo>
                  <a:pt x="91808" y="37528"/>
                </a:lnTo>
                <a:lnTo>
                  <a:pt x="87007" y="44754"/>
                </a:lnTo>
                <a:lnTo>
                  <a:pt x="80759" y="51816"/>
                </a:lnTo>
                <a:lnTo>
                  <a:pt x="60947" y="73152"/>
                </a:lnTo>
                <a:lnTo>
                  <a:pt x="60947" y="74676"/>
                </a:lnTo>
                <a:lnTo>
                  <a:pt x="103619" y="74676"/>
                </a:lnTo>
                <a:lnTo>
                  <a:pt x="109715" y="59436"/>
                </a:lnTo>
                <a:close/>
              </a:path>
              <a:path w="109854" h="198119">
                <a:moveTo>
                  <a:pt x="109728" y="129540"/>
                </a:moveTo>
                <a:lnTo>
                  <a:pt x="100584" y="129540"/>
                </a:lnTo>
                <a:lnTo>
                  <a:pt x="95999" y="127254"/>
                </a:lnTo>
                <a:lnTo>
                  <a:pt x="95999" y="131064"/>
                </a:lnTo>
                <a:lnTo>
                  <a:pt x="95999" y="140208"/>
                </a:lnTo>
                <a:lnTo>
                  <a:pt x="94475" y="144780"/>
                </a:lnTo>
                <a:lnTo>
                  <a:pt x="92951" y="147828"/>
                </a:lnTo>
                <a:lnTo>
                  <a:pt x="94475" y="147828"/>
                </a:lnTo>
                <a:lnTo>
                  <a:pt x="91427" y="152400"/>
                </a:lnTo>
                <a:lnTo>
                  <a:pt x="88379" y="155448"/>
                </a:lnTo>
                <a:lnTo>
                  <a:pt x="79235" y="155448"/>
                </a:lnTo>
                <a:lnTo>
                  <a:pt x="76187" y="152400"/>
                </a:lnTo>
                <a:lnTo>
                  <a:pt x="76187" y="137160"/>
                </a:lnTo>
                <a:lnTo>
                  <a:pt x="83807" y="129540"/>
                </a:lnTo>
                <a:lnTo>
                  <a:pt x="94475" y="129540"/>
                </a:lnTo>
                <a:lnTo>
                  <a:pt x="95999" y="131064"/>
                </a:lnTo>
                <a:lnTo>
                  <a:pt x="95999" y="127254"/>
                </a:lnTo>
                <a:lnTo>
                  <a:pt x="94475" y="126492"/>
                </a:lnTo>
                <a:lnTo>
                  <a:pt x="89903" y="126492"/>
                </a:lnTo>
                <a:lnTo>
                  <a:pt x="81432" y="127850"/>
                </a:lnTo>
                <a:lnTo>
                  <a:pt x="74663" y="131635"/>
                </a:lnTo>
                <a:lnTo>
                  <a:pt x="70192" y="137426"/>
                </a:lnTo>
                <a:lnTo>
                  <a:pt x="68567" y="144780"/>
                </a:lnTo>
                <a:lnTo>
                  <a:pt x="68567" y="150876"/>
                </a:lnTo>
                <a:lnTo>
                  <a:pt x="70091" y="153924"/>
                </a:lnTo>
                <a:lnTo>
                  <a:pt x="76098" y="156933"/>
                </a:lnTo>
                <a:lnTo>
                  <a:pt x="76250" y="156933"/>
                </a:lnTo>
                <a:lnTo>
                  <a:pt x="70091" y="161544"/>
                </a:lnTo>
                <a:lnTo>
                  <a:pt x="68567" y="163068"/>
                </a:lnTo>
                <a:lnTo>
                  <a:pt x="68567" y="167640"/>
                </a:lnTo>
                <a:lnTo>
                  <a:pt x="71615" y="170688"/>
                </a:lnTo>
                <a:lnTo>
                  <a:pt x="62471" y="176784"/>
                </a:lnTo>
                <a:lnTo>
                  <a:pt x="59423" y="179832"/>
                </a:lnTo>
                <a:lnTo>
                  <a:pt x="59423" y="192024"/>
                </a:lnTo>
                <a:lnTo>
                  <a:pt x="67043" y="198120"/>
                </a:lnTo>
                <a:lnTo>
                  <a:pt x="77711" y="198120"/>
                </a:lnTo>
                <a:lnTo>
                  <a:pt x="87071" y="196786"/>
                </a:lnTo>
                <a:lnTo>
                  <a:pt x="90487" y="195072"/>
                </a:lnTo>
                <a:lnTo>
                  <a:pt x="94284" y="193167"/>
                </a:lnTo>
                <a:lnTo>
                  <a:pt x="98933" y="187833"/>
                </a:lnTo>
                <a:lnTo>
                  <a:pt x="100584" y="181356"/>
                </a:lnTo>
                <a:lnTo>
                  <a:pt x="100584" y="175260"/>
                </a:lnTo>
                <a:lnTo>
                  <a:pt x="98285" y="172212"/>
                </a:lnTo>
                <a:lnTo>
                  <a:pt x="95999" y="169164"/>
                </a:lnTo>
                <a:lnTo>
                  <a:pt x="94475" y="168732"/>
                </a:lnTo>
                <a:lnTo>
                  <a:pt x="94475" y="179832"/>
                </a:lnTo>
                <a:lnTo>
                  <a:pt x="94475" y="190500"/>
                </a:lnTo>
                <a:lnTo>
                  <a:pt x="88379" y="195072"/>
                </a:lnTo>
                <a:lnTo>
                  <a:pt x="70091" y="195072"/>
                </a:lnTo>
                <a:lnTo>
                  <a:pt x="65519" y="190500"/>
                </a:lnTo>
                <a:lnTo>
                  <a:pt x="65519" y="179832"/>
                </a:lnTo>
                <a:lnTo>
                  <a:pt x="67043" y="176784"/>
                </a:lnTo>
                <a:lnTo>
                  <a:pt x="68567" y="175260"/>
                </a:lnTo>
                <a:lnTo>
                  <a:pt x="73139" y="172212"/>
                </a:lnTo>
                <a:lnTo>
                  <a:pt x="77711" y="172212"/>
                </a:lnTo>
                <a:lnTo>
                  <a:pt x="89903" y="176784"/>
                </a:lnTo>
                <a:lnTo>
                  <a:pt x="94475" y="179832"/>
                </a:lnTo>
                <a:lnTo>
                  <a:pt x="94475" y="168732"/>
                </a:lnTo>
                <a:lnTo>
                  <a:pt x="85331" y="166116"/>
                </a:lnTo>
                <a:lnTo>
                  <a:pt x="79235" y="166116"/>
                </a:lnTo>
                <a:lnTo>
                  <a:pt x="76187" y="164592"/>
                </a:lnTo>
                <a:lnTo>
                  <a:pt x="76187" y="160020"/>
                </a:lnTo>
                <a:lnTo>
                  <a:pt x="79286" y="156933"/>
                </a:lnTo>
                <a:lnTo>
                  <a:pt x="80759" y="156933"/>
                </a:lnTo>
                <a:lnTo>
                  <a:pt x="80759" y="158496"/>
                </a:lnTo>
                <a:lnTo>
                  <a:pt x="85331" y="158496"/>
                </a:lnTo>
                <a:lnTo>
                  <a:pt x="92290" y="156933"/>
                </a:lnTo>
                <a:lnTo>
                  <a:pt x="94564" y="155448"/>
                </a:lnTo>
                <a:lnTo>
                  <a:pt x="98666" y="152781"/>
                </a:lnTo>
                <a:lnTo>
                  <a:pt x="103339" y="146926"/>
                </a:lnTo>
                <a:lnTo>
                  <a:pt x="105156" y="140208"/>
                </a:lnTo>
                <a:lnTo>
                  <a:pt x="105156" y="135636"/>
                </a:lnTo>
                <a:lnTo>
                  <a:pt x="103632" y="134112"/>
                </a:lnTo>
                <a:lnTo>
                  <a:pt x="109728" y="134112"/>
                </a:lnTo>
                <a:lnTo>
                  <a:pt x="109728" y="1295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69079" y="1411224"/>
            <a:ext cx="158495" cy="88392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27803" y="1421891"/>
            <a:ext cx="65532" cy="74675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95215" y="1427987"/>
            <a:ext cx="76200" cy="100584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9723" y="1395983"/>
            <a:ext cx="167640" cy="124968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40807" y="1397508"/>
            <a:ext cx="326136" cy="100584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5318759" y="1438655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4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4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5465051" y="1395983"/>
            <a:ext cx="88900" cy="104139"/>
          </a:xfrm>
          <a:custGeom>
            <a:avLst/>
            <a:gdLst/>
            <a:ahLst/>
            <a:cxnLst/>
            <a:rect l="l" t="t" r="r" b="b"/>
            <a:pathLst>
              <a:path w="88900" h="104140">
                <a:moveTo>
                  <a:pt x="42672" y="100584"/>
                </a:moveTo>
                <a:lnTo>
                  <a:pt x="30480" y="100584"/>
                </a:lnTo>
                <a:lnTo>
                  <a:pt x="28956" y="99060"/>
                </a:lnTo>
                <a:lnTo>
                  <a:pt x="28956" y="1524"/>
                </a:lnTo>
                <a:lnTo>
                  <a:pt x="27432" y="0"/>
                </a:lnTo>
                <a:lnTo>
                  <a:pt x="0" y="13716"/>
                </a:lnTo>
                <a:lnTo>
                  <a:pt x="0" y="16764"/>
                </a:lnTo>
                <a:lnTo>
                  <a:pt x="1524" y="15240"/>
                </a:lnTo>
                <a:lnTo>
                  <a:pt x="4572" y="15240"/>
                </a:lnTo>
                <a:lnTo>
                  <a:pt x="6096" y="13716"/>
                </a:lnTo>
                <a:lnTo>
                  <a:pt x="13716" y="13716"/>
                </a:lnTo>
                <a:lnTo>
                  <a:pt x="15240" y="15240"/>
                </a:lnTo>
                <a:lnTo>
                  <a:pt x="15240" y="94488"/>
                </a:lnTo>
                <a:lnTo>
                  <a:pt x="13716" y="97536"/>
                </a:lnTo>
                <a:lnTo>
                  <a:pt x="12192" y="99060"/>
                </a:lnTo>
                <a:lnTo>
                  <a:pt x="9144" y="100584"/>
                </a:lnTo>
                <a:lnTo>
                  <a:pt x="1524" y="100584"/>
                </a:lnTo>
                <a:lnTo>
                  <a:pt x="1524" y="102108"/>
                </a:lnTo>
                <a:lnTo>
                  <a:pt x="42672" y="102108"/>
                </a:lnTo>
                <a:lnTo>
                  <a:pt x="42672" y="100584"/>
                </a:lnTo>
                <a:close/>
              </a:path>
              <a:path w="88900" h="104140">
                <a:moveTo>
                  <a:pt x="88392" y="91440"/>
                </a:moveTo>
                <a:lnTo>
                  <a:pt x="85344" y="86868"/>
                </a:lnTo>
                <a:lnTo>
                  <a:pt x="76200" y="86868"/>
                </a:lnTo>
                <a:lnTo>
                  <a:pt x="71628" y="91440"/>
                </a:lnTo>
                <a:lnTo>
                  <a:pt x="71628" y="102108"/>
                </a:lnTo>
                <a:lnTo>
                  <a:pt x="77724" y="103632"/>
                </a:lnTo>
                <a:lnTo>
                  <a:pt x="83820" y="103632"/>
                </a:lnTo>
                <a:lnTo>
                  <a:pt x="88392" y="102108"/>
                </a:lnTo>
                <a:lnTo>
                  <a:pt x="88392" y="96012"/>
                </a:lnTo>
                <a:lnTo>
                  <a:pt x="88392" y="914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917447" y="2004060"/>
            <a:ext cx="1854835" cy="195580"/>
            <a:chOff x="917447" y="2004060"/>
            <a:chExt cx="1854835" cy="195580"/>
          </a:xfrm>
        </p:grpSpPr>
        <p:sp>
          <p:nvSpPr>
            <p:cNvPr id="25" name="object 25" descr=""/>
            <p:cNvSpPr/>
            <p:nvPr/>
          </p:nvSpPr>
          <p:spPr>
            <a:xfrm>
              <a:off x="917435" y="2007120"/>
              <a:ext cx="414655" cy="151130"/>
            </a:xfrm>
            <a:custGeom>
              <a:avLst/>
              <a:gdLst/>
              <a:ahLst/>
              <a:cxnLst/>
              <a:rect l="l" t="t" r="r" b="b"/>
              <a:pathLst>
                <a:path w="414655" h="151130">
                  <a:moveTo>
                    <a:pt x="123444" y="0"/>
                  </a:moveTo>
                  <a:lnTo>
                    <a:pt x="0" y="0"/>
                  </a:lnTo>
                  <a:lnTo>
                    <a:pt x="0" y="6096"/>
                  </a:lnTo>
                  <a:lnTo>
                    <a:pt x="15240" y="6096"/>
                  </a:lnTo>
                  <a:lnTo>
                    <a:pt x="19812" y="10668"/>
                  </a:lnTo>
                  <a:lnTo>
                    <a:pt x="19812" y="126492"/>
                  </a:lnTo>
                  <a:lnTo>
                    <a:pt x="19075" y="133819"/>
                  </a:lnTo>
                  <a:lnTo>
                    <a:pt x="16192" y="138303"/>
                  </a:lnTo>
                  <a:lnTo>
                    <a:pt x="10172" y="141058"/>
                  </a:lnTo>
                  <a:lnTo>
                    <a:pt x="0" y="143256"/>
                  </a:lnTo>
                  <a:lnTo>
                    <a:pt x="0" y="147828"/>
                  </a:lnTo>
                  <a:lnTo>
                    <a:pt x="79248" y="147828"/>
                  </a:lnTo>
                  <a:lnTo>
                    <a:pt x="79248" y="143256"/>
                  </a:lnTo>
                  <a:lnTo>
                    <a:pt x="67081" y="141706"/>
                  </a:lnTo>
                  <a:lnTo>
                    <a:pt x="59626" y="138874"/>
                  </a:lnTo>
                  <a:lnTo>
                    <a:pt x="55892" y="134035"/>
                  </a:lnTo>
                  <a:lnTo>
                    <a:pt x="54864" y="126492"/>
                  </a:lnTo>
                  <a:lnTo>
                    <a:pt x="54864" y="76200"/>
                  </a:lnTo>
                  <a:lnTo>
                    <a:pt x="69329" y="78003"/>
                  </a:lnTo>
                  <a:lnTo>
                    <a:pt x="79057" y="83820"/>
                  </a:lnTo>
                  <a:lnTo>
                    <a:pt x="85090" y="94195"/>
                  </a:lnTo>
                  <a:lnTo>
                    <a:pt x="88392" y="109728"/>
                  </a:lnTo>
                  <a:lnTo>
                    <a:pt x="94488" y="109728"/>
                  </a:lnTo>
                  <a:lnTo>
                    <a:pt x="94488" y="36576"/>
                  </a:lnTo>
                  <a:lnTo>
                    <a:pt x="88392" y="36576"/>
                  </a:lnTo>
                  <a:lnTo>
                    <a:pt x="84874" y="51854"/>
                  </a:lnTo>
                  <a:lnTo>
                    <a:pt x="78486" y="61722"/>
                  </a:lnTo>
                  <a:lnTo>
                    <a:pt x="68681" y="67005"/>
                  </a:lnTo>
                  <a:lnTo>
                    <a:pt x="54864" y="68580"/>
                  </a:lnTo>
                  <a:lnTo>
                    <a:pt x="54864" y="9144"/>
                  </a:lnTo>
                  <a:lnTo>
                    <a:pt x="57912" y="7620"/>
                  </a:lnTo>
                  <a:lnTo>
                    <a:pt x="68580" y="7620"/>
                  </a:lnTo>
                  <a:lnTo>
                    <a:pt x="108204" y="18288"/>
                  </a:lnTo>
                  <a:lnTo>
                    <a:pt x="118872" y="44196"/>
                  </a:lnTo>
                  <a:lnTo>
                    <a:pt x="123444" y="44196"/>
                  </a:lnTo>
                  <a:lnTo>
                    <a:pt x="123444" y="0"/>
                  </a:lnTo>
                  <a:close/>
                </a:path>
                <a:path w="414655" h="151130">
                  <a:moveTo>
                    <a:pt x="225564" y="51803"/>
                  </a:moveTo>
                  <a:lnTo>
                    <a:pt x="217944" y="44183"/>
                  </a:lnTo>
                  <a:lnTo>
                    <a:pt x="207276" y="44183"/>
                  </a:lnTo>
                  <a:lnTo>
                    <a:pt x="199745" y="45351"/>
                  </a:lnTo>
                  <a:lnTo>
                    <a:pt x="192798" y="48945"/>
                  </a:lnTo>
                  <a:lnTo>
                    <a:pt x="185839" y="55118"/>
                  </a:lnTo>
                  <a:lnTo>
                    <a:pt x="178320" y="63995"/>
                  </a:lnTo>
                  <a:lnTo>
                    <a:pt x="178320" y="47231"/>
                  </a:lnTo>
                  <a:lnTo>
                    <a:pt x="137172" y="47231"/>
                  </a:lnTo>
                  <a:lnTo>
                    <a:pt x="137172" y="53327"/>
                  </a:lnTo>
                  <a:lnTo>
                    <a:pt x="146316" y="54851"/>
                  </a:lnTo>
                  <a:lnTo>
                    <a:pt x="149364" y="57899"/>
                  </a:lnTo>
                  <a:lnTo>
                    <a:pt x="149364" y="138671"/>
                  </a:lnTo>
                  <a:lnTo>
                    <a:pt x="146316" y="140195"/>
                  </a:lnTo>
                  <a:lnTo>
                    <a:pt x="137172" y="143243"/>
                  </a:lnTo>
                  <a:lnTo>
                    <a:pt x="137172" y="147815"/>
                  </a:lnTo>
                  <a:lnTo>
                    <a:pt x="195084" y="147815"/>
                  </a:lnTo>
                  <a:lnTo>
                    <a:pt x="195084" y="143243"/>
                  </a:lnTo>
                  <a:lnTo>
                    <a:pt x="181368" y="141719"/>
                  </a:lnTo>
                  <a:lnTo>
                    <a:pt x="179844" y="138671"/>
                  </a:lnTo>
                  <a:lnTo>
                    <a:pt x="179844" y="71615"/>
                  </a:lnTo>
                  <a:lnTo>
                    <a:pt x="185940" y="62471"/>
                  </a:lnTo>
                  <a:lnTo>
                    <a:pt x="193560" y="62471"/>
                  </a:lnTo>
                  <a:lnTo>
                    <a:pt x="196608" y="63995"/>
                  </a:lnTo>
                  <a:lnTo>
                    <a:pt x="198132" y="68567"/>
                  </a:lnTo>
                  <a:lnTo>
                    <a:pt x="202704" y="74663"/>
                  </a:lnTo>
                  <a:lnTo>
                    <a:pt x="205752" y="76187"/>
                  </a:lnTo>
                  <a:lnTo>
                    <a:pt x="219468" y="76187"/>
                  </a:lnTo>
                  <a:lnTo>
                    <a:pt x="225564" y="70091"/>
                  </a:lnTo>
                  <a:lnTo>
                    <a:pt x="225564" y="60947"/>
                  </a:lnTo>
                  <a:lnTo>
                    <a:pt x="225564" y="51803"/>
                  </a:lnTo>
                  <a:close/>
                </a:path>
                <a:path w="414655" h="151130">
                  <a:moveTo>
                    <a:pt x="318516" y="123431"/>
                  </a:moveTo>
                  <a:lnTo>
                    <a:pt x="312420" y="120383"/>
                  </a:lnTo>
                  <a:lnTo>
                    <a:pt x="306044" y="127914"/>
                  </a:lnTo>
                  <a:lnTo>
                    <a:pt x="300228" y="132575"/>
                  </a:lnTo>
                  <a:lnTo>
                    <a:pt x="294424" y="134962"/>
                  </a:lnTo>
                  <a:lnTo>
                    <a:pt x="288036" y="135623"/>
                  </a:lnTo>
                  <a:lnTo>
                    <a:pt x="278892" y="135623"/>
                  </a:lnTo>
                  <a:lnTo>
                    <a:pt x="262128" y="94475"/>
                  </a:lnTo>
                  <a:lnTo>
                    <a:pt x="316992" y="94475"/>
                  </a:lnTo>
                  <a:lnTo>
                    <a:pt x="316090" y="86855"/>
                  </a:lnTo>
                  <a:lnTo>
                    <a:pt x="299427" y="51904"/>
                  </a:lnTo>
                  <a:lnTo>
                    <a:pt x="289560" y="46634"/>
                  </a:lnTo>
                  <a:lnTo>
                    <a:pt x="289560" y="65519"/>
                  </a:lnTo>
                  <a:lnTo>
                    <a:pt x="289560" y="86855"/>
                  </a:lnTo>
                  <a:lnTo>
                    <a:pt x="260604" y="86855"/>
                  </a:lnTo>
                  <a:lnTo>
                    <a:pt x="261493" y="69570"/>
                  </a:lnTo>
                  <a:lnTo>
                    <a:pt x="264223" y="58280"/>
                  </a:lnTo>
                  <a:lnTo>
                    <a:pt x="268973" y="52146"/>
                  </a:lnTo>
                  <a:lnTo>
                    <a:pt x="275844" y="50279"/>
                  </a:lnTo>
                  <a:lnTo>
                    <a:pt x="281940" y="50279"/>
                  </a:lnTo>
                  <a:lnTo>
                    <a:pt x="286512" y="54851"/>
                  </a:lnTo>
                  <a:lnTo>
                    <a:pt x="288036" y="60947"/>
                  </a:lnTo>
                  <a:lnTo>
                    <a:pt x="289560" y="65519"/>
                  </a:lnTo>
                  <a:lnTo>
                    <a:pt x="289560" y="46634"/>
                  </a:lnTo>
                  <a:lnTo>
                    <a:pt x="284657" y="45046"/>
                  </a:lnTo>
                  <a:lnTo>
                    <a:pt x="275844" y="44183"/>
                  </a:lnTo>
                  <a:lnTo>
                    <a:pt x="257136" y="48044"/>
                  </a:lnTo>
                  <a:lnTo>
                    <a:pt x="242697" y="59042"/>
                  </a:lnTo>
                  <a:lnTo>
                    <a:pt x="233413" y="76339"/>
                  </a:lnTo>
                  <a:lnTo>
                    <a:pt x="230124" y="99047"/>
                  </a:lnTo>
                  <a:lnTo>
                    <a:pt x="233413" y="120650"/>
                  </a:lnTo>
                  <a:lnTo>
                    <a:pt x="242697" y="136956"/>
                  </a:lnTo>
                  <a:lnTo>
                    <a:pt x="257136" y="147269"/>
                  </a:lnTo>
                  <a:lnTo>
                    <a:pt x="275844" y="150863"/>
                  </a:lnTo>
                  <a:lnTo>
                    <a:pt x="287451" y="149580"/>
                  </a:lnTo>
                  <a:lnTo>
                    <a:pt x="297751" y="145148"/>
                  </a:lnTo>
                  <a:lnTo>
                    <a:pt x="307784" y="136728"/>
                  </a:lnTo>
                  <a:lnTo>
                    <a:pt x="308673" y="135623"/>
                  </a:lnTo>
                  <a:lnTo>
                    <a:pt x="318516" y="123431"/>
                  </a:lnTo>
                  <a:close/>
                </a:path>
                <a:path w="414655" h="151130">
                  <a:moveTo>
                    <a:pt x="414528" y="94475"/>
                  </a:moveTo>
                  <a:lnTo>
                    <a:pt x="402336" y="57899"/>
                  </a:lnTo>
                  <a:lnTo>
                    <a:pt x="387096" y="46634"/>
                  </a:lnTo>
                  <a:lnTo>
                    <a:pt x="387096" y="71615"/>
                  </a:lnTo>
                  <a:lnTo>
                    <a:pt x="387096" y="86855"/>
                  </a:lnTo>
                  <a:lnTo>
                    <a:pt x="358140" y="86855"/>
                  </a:lnTo>
                  <a:lnTo>
                    <a:pt x="359029" y="69570"/>
                  </a:lnTo>
                  <a:lnTo>
                    <a:pt x="361759" y="58280"/>
                  </a:lnTo>
                  <a:lnTo>
                    <a:pt x="366509" y="52146"/>
                  </a:lnTo>
                  <a:lnTo>
                    <a:pt x="373380" y="50279"/>
                  </a:lnTo>
                  <a:lnTo>
                    <a:pt x="379476" y="50279"/>
                  </a:lnTo>
                  <a:lnTo>
                    <a:pt x="384048" y="54851"/>
                  </a:lnTo>
                  <a:lnTo>
                    <a:pt x="385572" y="60947"/>
                  </a:lnTo>
                  <a:lnTo>
                    <a:pt x="385572" y="65519"/>
                  </a:lnTo>
                  <a:lnTo>
                    <a:pt x="387096" y="71615"/>
                  </a:lnTo>
                  <a:lnTo>
                    <a:pt x="387096" y="46634"/>
                  </a:lnTo>
                  <a:lnTo>
                    <a:pt x="382193" y="45046"/>
                  </a:lnTo>
                  <a:lnTo>
                    <a:pt x="373380" y="44183"/>
                  </a:lnTo>
                  <a:lnTo>
                    <a:pt x="354672" y="48044"/>
                  </a:lnTo>
                  <a:lnTo>
                    <a:pt x="340233" y="59042"/>
                  </a:lnTo>
                  <a:lnTo>
                    <a:pt x="330949" y="76339"/>
                  </a:lnTo>
                  <a:lnTo>
                    <a:pt x="327660" y="99047"/>
                  </a:lnTo>
                  <a:lnTo>
                    <a:pt x="330923" y="120650"/>
                  </a:lnTo>
                  <a:lnTo>
                    <a:pt x="340042" y="136956"/>
                  </a:lnTo>
                  <a:lnTo>
                    <a:pt x="354025" y="147269"/>
                  </a:lnTo>
                  <a:lnTo>
                    <a:pt x="371856" y="150863"/>
                  </a:lnTo>
                  <a:lnTo>
                    <a:pt x="384314" y="149580"/>
                  </a:lnTo>
                  <a:lnTo>
                    <a:pt x="394906" y="145148"/>
                  </a:lnTo>
                  <a:lnTo>
                    <a:pt x="404647" y="136728"/>
                  </a:lnTo>
                  <a:lnTo>
                    <a:pt x="405472" y="135623"/>
                  </a:lnTo>
                  <a:lnTo>
                    <a:pt x="414528" y="123431"/>
                  </a:lnTo>
                  <a:lnTo>
                    <a:pt x="409956" y="120383"/>
                  </a:lnTo>
                  <a:lnTo>
                    <a:pt x="403580" y="127914"/>
                  </a:lnTo>
                  <a:lnTo>
                    <a:pt x="397764" y="132575"/>
                  </a:lnTo>
                  <a:lnTo>
                    <a:pt x="391960" y="134962"/>
                  </a:lnTo>
                  <a:lnTo>
                    <a:pt x="385572" y="135623"/>
                  </a:lnTo>
                  <a:lnTo>
                    <a:pt x="376428" y="135623"/>
                  </a:lnTo>
                  <a:lnTo>
                    <a:pt x="358140" y="94475"/>
                  </a:lnTo>
                  <a:lnTo>
                    <a:pt x="414528" y="944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45691" y="2004060"/>
              <a:ext cx="1426464" cy="195072"/>
            </a:xfrm>
            <a:prstGeom prst="rect">
              <a:avLst/>
            </a:prstGeom>
          </p:spPr>
        </p:pic>
      </p:grpSp>
      <p:pic>
        <p:nvPicPr>
          <p:cNvPr id="27" name="object 27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42260" y="2004060"/>
            <a:ext cx="321563" cy="188976"/>
          </a:xfrm>
          <a:prstGeom prst="rect">
            <a:avLst/>
          </a:prstGeom>
        </p:spPr>
      </p:pic>
      <p:sp>
        <p:nvSpPr>
          <p:cNvPr id="28" name="object 28" descr=""/>
          <p:cNvSpPr/>
          <p:nvPr/>
        </p:nvSpPr>
        <p:spPr>
          <a:xfrm>
            <a:off x="3229356" y="2004072"/>
            <a:ext cx="1115695" cy="189230"/>
          </a:xfrm>
          <a:custGeom>
            <a:avLst/>
            <a:gdLst/>
            <a:ahLst/>
            <a:cxnLst/>
            <a:rect l="l" t="t" r="r" b="b"/>
            <a:pathLst>
              <a:path w="1115695" h="189230">
                <a:moveTo>
                  <a:pt x="76200" y="3048"/>
                </a:moveTo>
                <a:lnTo>
                  <a:pt x="0" y="3048"/>
                </a:lnTo>
                <a:lnTo>
                  <a:pt x="0" y="9144"/>
                </a:lnTo>
                <a:lnTo>
                  <a:pt x="10401" y="10668"/>
                </a:lnTo>
                <a:lnTo>
                  <a:pt x="16954" y="13335"/>
                </a:lnTo>
                <a:lnTo>
                  <a:pt x="20358" y="17716"/>
                </a:lnTo>
                <a:lnTo>
                  <a:pt x="21336" y="24384"/>
                </a:lnTo>
                <a:lnTo>
                  <a:pt x="21336" y="129540"/>
                </a:lnTo>
                <a:lnTo>
                  <a:pt x="20358" y="137083"/>
                </a:lnTo>
                <a:lnTo>
                  <a:pt x="16954" y="141922"/>
                </a:lnTo>
                <a:lnTo>
                  <a:pt x="10401" y="144754"/>
                </a:lnTo>
                <a:lnTo>
                  <a:pt x="0" y="146304"/>
                </a:lnTo>
                <a:lnTo>
                  <a:pt x="0" y="150876"/>
                </a:lnTo>
                <a:lnTo>
                  <a:pt x="76200" y="150876"/>
                </a:lnTo>
                <a:lnTo>
                  <a:pt x="76200" y="146304"/>
                </a:lnTo>
                <a:lnTo>
                  <a:pt x="65786" y="144754"/>
                </a:lnTo>
                <a:lnTo>
                  <a:pt x="59245" y="141922"/>
                </a:lnTo>
                <a:lnTo>
                  <a:pt x="55829" y="137083"/>
                </a:lnTo>
                <a:lnTo>
                  <a:pt x="54864" y="129540"/>
                </a:lnTo>
                <a:lnTo>
                  <a:pt x="54864" y="24384"/>
                </a:lnTo>
                <a:lnTo>
                  <a:pt x="55829" y="17500"/>
                </a:lnTo>
                <a:lnTo>
                  <a:pt x="59245" y="12763"/>
                </a:lnTo>
                <a:lnTo>
                  <a:pt x="65786" y="10020"/>
                </a:lnTo>
                <a:lnTo>
                  <a:pt x="76200" y="9144"/>
                </a:lnTo>
                <a:lnTo>
                  <a:pt x="76200" y="3048"/>
                </a:lnTo>
                <a:close/>
              </a:path>
              <a:path w="1115695" h="189230">
                <a:moveTo>
                  <a:pt x="137160" y="146304"/>
                </a:moveTo>
                <a:lnTo>
                  <a:pt x="131064" y="144780"/>
                </a:lnTo>
                <a:lnTo>
                  <a:pt x="126492" y="141732"/>
                </a:lnTo>
                <a:lnTo>
                  <a:pt x="126492" y="3048"/>
                </a:lnTo>
                <a:lnTo>
                  <a:pt x="85344" y="3048"/>
                </a:lnTo>
                <a:lnTo>
                  <a:pt x="85344" y="9144"/>
                </a:lnTo>
                <a:lnTo>
                  <a:pt x="92964" y="9144"/>
                </a:lnTo>
                <a:lnTo>
                  <a:pt x="96012" y="13716"/>
                </a:lnTo>
                <a:lnTo>
                  <a:pt x="96012" y="140208"/>
                </a:lnTo>
                <a:lnTo>
                  <a:pt x="92964" y="144780"/>
                </a:lnTo>
                <a:lnTo>
                  <a:pt x="85344" y="146304"/>
                </a:lnTo>
                <a:lnTo>
                  <a:pt x="85344" y="150876"/>
                </a:lnTo>
                <a:lnTo>
                  <a:pt x="137160" y="150876"/>
                </a:lnTo>
                <a:lnTo>
                  <a:pt x="137160" y="146304"/>
                </a:lnTo>
                <a:close/>
              </a:path>
              <a:path w="1115695" h="189230">
                <a:moveTo>
                  <a:pt x="198107" y="146304"/>
                </a:moveTo>
                <a:lnTo>
                  <a:pt x="190487" y="144780"/>
                </a:lnTo>
                <a:lnTo>
                  <a:pt x="187439" y="141732"/>
                </a:lnTo>
                <a:lnTo>
                  <a:pt x="187439" y="3048"/>
                </a:lnTo>
                <a:lnTo>
                  <a:pt x="146291" y="3048"/>
                </a:lnTo>
                <a:lnTo>
                  <a:pt x="146291" y="9144"/>
                </a:lnTo>
                <a:lnTo>
                  <a:pt x="153911" y="9144"/>
                </a:lnTo>
                <a:lnTo>
                  <a:pt x="156959" y="13716"/>
                </a:lnTo>
                <a:lnTo>
                  <a:pt x="156959" y="140208"/>
                </a:lnTo>
                <a:lnTo>
                  <a:pt x="153911" y="144780"/>
                </a:lnTo>
                <a:lnTo>
                  <a:pt x="146291" y="146304"/>
                </a:lnTo>
                <a:lnTo>
                  <a:pt x="146291" y="150876"/>
                </a:lnTo>
                <a:lnTo>
                  <a:pt x="198107" y="150876"/>
                </a:lnTo>
                <a:lnTo>
                  <a:pt x="198107" y="146304"/>
                </a:lnTo>
                <a:close/>
              </a:path>
              <a:path w="1115695" h="189230">
                <a:moveTo>
                  <a:pt x="320040" y="140195"/>
                </a:moveTo>
                <a:lnTo>
                  <a:pt x="310896" y="140195"/>
                </a:lnTo>
                <a:lnTo>
                  <a:pt x="307848" y="137147"/>
                </a:lnTo>
                <a:lnTo>
                  <a:pt x="307848" y="50279"/>
                </a:lnTo>
                <a:lnTo>
                  <a:pt x="263652" y="50279"/>
                </a:lnTo>
                <a:lnTo>
                  <a:pt x="263652" y="56375"/>
                </a:lnTo>
                <a:lnTo>
                  <a:pt x="274320" y="56375"/>
                </a:lnTo>
                <a:lnTo>
                  <a:pt x="277368" y="59423"/>
                </a:lnTo>
                <a:lnTo>
                  <a:pt x="277368" y="129527"/>
                </a:lnTo>
                <a:lnTo>
                  <a:pt x="269748" y="138671"/>
                </a:lnTo>
                <a:lnTo>
                  <a:pt x="265176" y="140195"/>
                </a:lnTo>
                <a:lnTo>
                  <a:pt x="249936" y="140195"/>
                </a:lnTo>
                <a:lnTo>
                  <a:pt x="246888" y="135623"/>
                </a:lnTo>
                <a:lnTo>
                  <a:pt x="246888" y="50279"/>
                </a:lnTo>
                <a:lnTo>
                  <a:pt x="205740" y="50279"/>
                </a:lnTo>
                <a:lnTo>
                  <a:pt x="205740" y="56375"/>
                </a:lnTo>
                <a:lnTo>
                  <a:pt x="214884" y="57899"/>
                </a:lnTo>
                <a:lnTo>
                  <a:pt x="216408" y="59423"/>
                </a:lnTo>
                <a:lnTo>
                  <a:pt x="216408" y="123431"/>
                </a:lnTo>
                <a:lnTo>
                  <a:pt x="218351" y="136563"/>
                </a:lnTo>
                <a:lnTo>
                  <a:pt x="224028" y="146100"/>
                </a:lnTo>
                <a:lnTo>
                  <a:pt x="233121" y="151942"/>
                </a:lnTo>
                <a:lnTo>
                  <a:pt x="245364" y="153911"/>
                </a:lnTo>
                <a:lnTo>
                  <a:pt x="253784" y="153276"/>
                </a:lnTo>
                <a:lnTo>
                  <a:pt x="261366" y="151053"/>
                </a:lnTo>
                <a:lnTo>
                  <a:pt x="268935" y="146850"/>
                </a:lnTo>
                <a:lnTo>
                  <a:pt x="277368" y="140195"/>
                </a:lnTo>
                <a:lnTo>
                  <a:pt x="277368" y="153911"/>
                </a:lnTo>
                <a:lnTo>
                  <a:pt x="320040" y="146291"/>
                </a:lnTo>
                <a:lnTo>
                  <a:pt x="320040" y="140195"/>
                </a:lnTo>
                <a:close/>
              </a:path>
              <a:path w="1115695" h="189230">
                <a:moveTo>
                  <a:pt x="403860" y="120383"/>
                </a:moveTo>
                <a:lnTo>
                  <a:pt x="373380" y="86855"/>
                </a:lnTo>
                <a:lnTo>
                  <a:pt x="363613" y="82270"/>
                </a:lnTo>
                <a:lnTo>
                  <a:pt x="356997" y="77520"/>
                </a:lnTo>
                <a:lnTo>
                  <a:pt x="353225" y="72504"/>
                </a:lnTo>
                <a:lnTo>
                  <a:pt x="352044" y="67043"/>
                </a:lnTo>
                <a:lnTo>
                  <a:pt x="352044" y="60947"/>
                </a:lnTo>
                <a:lnTo>
                  <a:pt x="358140" y="54851"/>
                </a:lnTo>
                <a:lnTo>
                  <a:pt x="371856" y="54851"/>
                </a:lnTo>
                <a:lnTo>
                  <a:pt x="377952" y="57899"/>
                </a:lnTo>
                <a:lnTo>
                  <a:pt x="382524" y="62471"/>
                </a:lnTo>
                <a:lnTo>
                  <a:pt x="387096" y="65519"/>
                </a:lnTo>
                <a:lnTo>
                  <a:pt x="390144" y="70091"/>
                </a:lnTo>
                <a:lnTo>
                  <a:pt x="393192" y="79235"/>
                </a:lnTo>
                <a:lnTo>
                  <a:pt x="399288" y="79235"/>
                </a:lnTo>
                <a:lnTo>
                  <a:pt x="399288" y="47231"/>
                </a:lnTo>
                <a:lnTo>
                  <a:pt x="393192" y="47231"/>
                </a:lnTo>
                <a:lnTo>
                  <a:pt x="393192" y="51803"/>
                </a:lnTo>
                <a:lnTo>
                  <a:pt x="385572" y="51803"/>
                </a:lnTo>
                <a:lnTo>
                  <a:pt x="381000" y="50279"/>
                </a:lnTo>
                <a:lnTo>
                  <a:pt x="368808" y="47231"/>
                </a:lnTo>
                <a:lnTo>
                  <a:pt x="364236" y="47231"/>
                </a:lnTo>
                <a:lnTo>
                  <a:pt x="350634" y="49669"/>
                </a:lnTo>
                <a:lnTo>
                  <a:pt x="340042" y="56375"/>
                </a:lnTo>
                <a:lnTo>
                  <a:pt x="333159" y="66522"/>
                </a:lnTo>
                <a:lnTo>
                  <a:pt x="330708" y="79235"/>
                </a:lnTo>
                <a:lnTo>
                  <a:pt x="332460" y="89649"/>
                </a:lnTo>
                <a:lnTo>
                  <a:pt x="337947" y="98475"/>
                </a:lnTo>
                <a:lnTo>
                  <a:pt x="347421" y="106464"/>
                </a:lnTo>
                <a:lnTo>
                  <a:pt x="361188" y="114287"/>
                </a:lnTo>
                <a:lnTo>
                  <a:pt x="370941" y="118656"/>
                </a:lnTo>
                <a:lnTo>
                  <a:pt x="377571" y="122859"/>
                </a:lnTo>
                <a:lnTo>
                  <a:pt x="381330" y="127368"/>
                </a:lnTo>
                <a:lnTo>
                  <a:pt x="382524" y="132575"/>
                </a:lnTo>
                <a:lnTo>
                  <a:pt x="382524" y="141719"/>
                </a:lnTo>
                <a:lnTo>
                  <a:pt x="376428" y="146291"/>
                </a:lnTo>
                <a:lnTo>
                  <a:pt x="365760" y="146291"/>
                </a:lnTo>
                <a:lnTo>
                  <a:pt x="355447" y="144564"/>
                </a:lnTo>
                <a:lnTo>
                  <a:pt x="347281" y="139242"/>
                </a:lnTo>
                <a:lnTo>
                  <a:pt x="341109" y="130225"/>
                </a:lnTo>
                <a:lnTo>
                  <a:pt x="336804" y="117335"/>
                </a:lnTo>
                <a:lnTo>
                  <a:pt x="330708" y="117335"/>
                </a:lnTo>
                <a:lnTo>
                  <a:pt x="330708" y="153911"/>
                </a:lnTo>
                <a:lnTo>
                  <a:pt x="335280" y="153911"/>
                </a:lnTo>
                <a:lnTo>
                  <a:pt x="338328" y="149339"/>
                </a:lnTo>
                <a:lnTo>
                  <a:pt x="339852" y="147815"/>
                </a:lnTo>
                <a:lnTo>
                  <a:pt x="344424" y="147815"/>
                </a:lnTo>
                <a:lnTo>
                  <a:pt x="345948" y="149339"/>
                </a:lnTo>
                <a:lnTo>
                  <a:pt x="352044" y="152387"/>
                </a:lnTo>
                <a:lnTo>
                  <a:pt x="364236" y="153911"/>
                </a:lnTo>
                <a:lnTo>
                  <a:pt x="370332" y="153911"/>
                </a:lnTo>
                <a:lnTo>
                  <a:pt x="383921" y="151460"/>
                </a:lnTo>
                <a:lnTo>
                  <a:pt x="394525" y="144576"/>
                </a:lnTo>
                <a:lnTo>
                  <a:pt x="401396" y="133985"/>
                </a:lnTo>
                <a:lnTo>
                  <a:pt x="403860" y="120383"/>
                </a:lnTo>
                <a:close/>
              </a:path>
              <a:path w="1115695" h="189230">
                <a:moveTo>
                  <a:pt x="481584" y="129527"/>
                </a:moveTo>
                <a:lnTo>
                  <a:pt x="475488" y="128003"/>
                </a:lnTo>
                <a:lnTo>
                  <a:pt x="472440" y="135623"/>
                </a:lnTo>
                <a:lnTo>
                  <a:pt x="467868" y="138671"/>
                </a:lnTo>
                <a:lnTo>
                  <a:pt x="457200" y="138671"/>
                </a:lnTo>
                <a:lnTo>
                  <a:pt x="455676" y="135623"/>
                </a:lnTo>
                <a:lnTo>
                  <a:pt x="455676" y="59423"/>
                </a:lnTo>
                <a:lnTo>
                  <a:pt x="475488" y="59423"/>
                </a:lnTo>
                <a:lnTo>
                  <a:pt x="475488" y="50279"/>
                </a:lnTo>
                <a:lnTo>
                  <a:pt x="455676" y="50279"/>
                </a:lnTo>
                <a:lnTo>
                  <a:pt x="455676" y="13703"/>
                </a:lnTo>
                <a:lnTo>
                  <a:pt x="449580" y="13703"/>
                </a:lnTo>
                <a:lnTo>
                  <a:pt x="440220" y="26784"/>
                </a:lnTo>
                <a:lnTo>
                  <a:pt x="431863" y="37134"/>
                </a:lnTo>
                <a:lnTo>
                  <a:pt x="423214" y="46075"/>
                </a:lnTo>
                <a:lnTo>
                  <a:pt x="413004" y="54851"/>
                </a:lnTo>
                <a:lnTo>
                  <a:pt x="413004" y="59423"/>
                </a:lnTo>
                <a:lnTo>
                  <a:pt x="425196" y="59423"/>
                </a:lnTo>
                <a:lnTo>
                  <a:pt x="425196" y="131051"/>
                </a:lnTo>
                <a:lnTo>
                  <a:pt x="426859" y="140411"/>
                </a:lnTo>
                <a:lnTo>
                  <a:pt x="431673" y="147624"/>
                </a:lnTo>
                <a:lnTo>
                  <a:pt x="439331" y="152273"/>
                </a:lnTo>
                <a:lnTo>
                  <a:pt x="449580" y="153911"/>
                </a:lnTo>
                <a:lnTo>
                  <a:pt x="459079" y="152679"/>
                </a:lnTo>
                <a:lnTo>
                  <a:pt x="467296" y="148577"/>
                </a:lnTo>
                <a:lnTo>
                  <a:pt x="474649" y="141058"/>
                </a:lnTo>
                <a:lnTo>
                  <a:pt x="481584" y="129527"/>
                </a:lnTo>
                <a:close/>
              </a:path>
              <a:path w="1115695" h="189230">
                <a:moveTo>
                  <a:pt x="577583" y="54851"/>
                </a:moveTo>
                <a:lnTo>
                  <a:pt x="569963" y="47231"/>
                </a:lnTo>
                <a:lnTo>
                  <a:pt x="559295" y="47231"/>
                </a:lnTo>
                <a:lnTo>
                  <a:pt x="551776" y="48399"/>
                </a:lnTo>
                <a:lnTo>
                  <a:pt x="544817" y="51993"/>
                </a:lnTo>
                <a:lnTo>
                  <a:pt x="537870" y="58166"/>
                </a:lnTo>
                <a:lnTo>
                  <a:pt x="530339" y="67043"/>
                </a:lnTo>
                <a:lnTo>
                  <a:pt x="530339" y="50279"/>
                </a:lnTo>
                <a:lnTo>
                  <a:pt x="489191" y="50279"/>
                </a:lnTo>
                <a:lnTo>
                  <a:pt x="489191" y="56375"/>
                </a:lnTo>
                <a:lnTo>
                  <a:pt x="498335" y="57899"/>
                </a:lnTo>
                <a:lnTo>
                  <a:pt x="501383" y="60947"/>
                </a:lnTo>
                <a:lnTo>
                  <a:pt x="501383" y="141719"/>
                </a:lnTo>
                <a:lnTo>
                  <a:pt x="498335" y="143243"/>
                </a:lnTo>
                <a:lnTo>
                  <a:pt x="489191" y="146291"/>
                </a:lnTo>
                <a:lnTo>
                  <a:pt x="489191" y="150863"/>
                </a:lnTo>
                <a:lnTo>
                  <a:pt x="547103" y="150863"/>
                </a:lnTo>
                <a:lnTo>
                  <a:pt x="547103" y="146291"/>
                </a:lnTo>
                <a:lnTo>
                  <a:pt x="533387" y="144767"/>
                </a:lnTo>
                <a:lnTo>
                  <a:pt x="530339" y="141719"/>
                </a:lnTo>
                <a:lnTo>
                  <a:pt x="530339" y="74663"/>
                </a:lnTo>
                <a:lnTo>
                  <a:pt x="536435" y="65519"/>
                </a:lnTo>
                <a:lnTo>
                  <a:pt x="545579" y="65519"/>
                </a:lnTo>
                <a:lnTo>
                  <a:pt x="548627" y="67043"/>
                </a:lnTo>
                <a:lnTo>
                  <a:pt x="550151" y="71615"/>
                </a:lnTo>
                <a:lnTo>
                  <a:pt x="554723" y="77711"/>
                </a:lnTo>
                <a:lnTo>
                  <a:pt x="557771" y="79235"/>
                </a:lnTo>
                <a:lnTo>
                  <a:pt x="571487" y="79235"/>
                </a:lnTo>
                <a:lnTo>
                  <a:pt x="577583" y="73139"/>
                </a:lnTo>
                <a:lnTo>
                  <a:pt x="577583" y="63995"/>
                </a:lnTo>
                <a:lnTo>
                  <a:pt x="577583" y="54851"/>
                </a:lnTo>
                <a:close/>
              </a:path>
              <a:path w="1115695" h="189230">
                <a:moveTo>
                  <a:pt x="685800" y="141719"/>
                </a:moveTo>
                <a:lnTo>
                  <a:pt x="684784" y="140195"/>
                </a:lnTo>
                <a:lnTo>
                  <a:pt x="682752" y="137147"/>
                </a:lnTo>
                <a:lnTo>
                  <a:pt x="681228" y="140195"/>
                </a:lnTo>
                <a:lnTo>
                  <a:pt x="675132" y="140195"/>
                </a:lnTo>
                <a:lnTo>
                  <a:pt x="673608" y="138671"/>
                </a:lnTo>
                <a:lnTo>
                  <a:pt x="673608" y="97523"/>
                </a:lnTo>
                <a:lnTo>
                  <a:pt x="673608" y="77711"/>
                </a:lnTo>
                <a:lnTo>
                  <a:pt x="670572" y="64592"/>
                </a:lnTo>
                <a:lnTo>
                  <a:pt x="661987" y="55041"/>
                </a:lnTo>
                <a:lnTo>
                  <a:pt x="658025" y="53327"/>
                </a:lnTo>
                <a:lnTo>
                  <a:pt x="648411" y="49161"/>
                </a:lnTo>
                <a:lnTo>
                  <a:pt x="648106" y="49161"/>
                </a:lnTo>
                <a:lnTo>
                  <a:pt x="630936" y="47231"/>
                </a:lnTo>
                <a:lnTo>
                  <a:pt x="613333" y="49161"/>
                </a:lnTo>
                <a:lnTo>
                  <a:pt x="599884" y="54660"/>
                </a:lnTo>
                <a:lnTo>
                  <a:pt x="591286" y="63309"/>
                </a:lnTo>
                <a:lnTo>
                  <a:pt x="588264" y="74663"/>
                </a:lnTo>
                <a:lnTo>
                  <a:pt x="588264" y="85331"/>
                </a:lnTo>
                <a:lnTo>
                  <a:pt x="594360" y="89903"/>
                </a:lnTo>
                <a:lnTo>
                  <a:pt x="611124" y="89903"/>
                </a:lnTo>
                <a:lnTo>
                  <a:pt x="617220" y="85331"/>
                </a:lnTo>
                <a:lnTo>
                  <a:pt x="617220" y="70091"/>
                </a:lnTo>
                <a:lnTo>
                  <a:pt x="614172" y="67043"/>
                </a:lnTo>
                <a:lnTo>
                  <a:pt x="611124" y="65519"/>
                </a:lnTo>
                <a:lnTo>
                  <a:pt x="611124" y="57899"/>
                </a:lnTo>
                <a:lnTo>
                  <a:pt x="617220" y="53327"/>
                </a:lnTo>
                <a:lnTo>
                  <a:pt x="624840" y="53327"/>
                </a:lnTo>
                <a:lnTo>
                  <a:pt x="643128" y="73139"/>
                </a:lnTo>
                <a:lnTo>
                  <a:pt x="643128" y="89903"/>
                </a:lnTo>
                <a:lnTo>
                  <a:pt x="643128" y="97523"/>
                </a:lnTo>
                <a:lnTo>
                  <a:pt x="643128" y="129527"/>
                </a:lnTo>
                <a:lnTo>
                  <a:pt x="633984" y="138671"/>
                </a:lnTo>
                <a:lnTo>
                  <a:pt x="621792" y="138671"/>
                </a:lnTo>
                <a:lnTo>
                  <a:pt x="617220" y="132575"/>
                </a:lnTo>
                <a:lnTo>
                  <a:pt x="617220" y="123431"/>
                </a:lnTo>
                <a:lnTo>
                  <a:pt x="618909" y="114884"/>
                </a:lnTo>
                <a:lnTo>
                  <a:pt x="623887" y="107619"/>
                </a:lnTo>
                <a:lnTo>
                  <a:pt x="632002" y="101790"/>
                </a:lnTo>
                <a:lnTo>
                  <a:pt x="643128" y="97523"/>
                </a:lnTo>
                <a:lnTo>
                  <a:pt x="643128" y="89903"/>
                </a:lnTo>
                <a:lnTo>
                  <a:pt x="606044" y="103200"/>
                </a:lnTo>
                <a:lnTo>
                  <a:pt x="585216" y="131051"/>
                </a:lnTo>
                <a:lnTo>
                  <a:pt x="587095" y="140411"/>
                </a:lnTo>
                <a:lnTo>
                  <a:pt x="592264" y="147624"/>
                </a:lnTo>
                <a:lnTo>
                  <a:pt x="599998" y="152273"/>
                </a:lnTo>
                <a:lnTo>
                  <a:pt x="609600" y="153911"/>
                </a:lnTo>
                <a:lnTo>
                  <a:pt x="618477" y="153035"/>
                </a:lnTo>
                <a:lnTo>
                  <a:pt x="626935" y="150291"/>
                </a:lnTo>
                <a:lnTo>
                  <a:pt x="635101" y="145554"/>
                </a:lnTo>
                <a:lnTo>
                  <a:pt x="643128" y="138671"/>
                </a:lnTo>
                <a:lnTo>
                  <a:pt x="646176" y="149339"/>
                </a:lnTo>
                <a:lnTo>
                  <a:pt x="650748" y="153911"/>
                </a:lnTo>
                <a:lnTo>
                  <a:pt x="661416" y="153911"/>
                </a:lnTo>
                <a:lnTo>
                  <a:pt x="668007" y="153301"/>
                </a:lnTo>
                <a:lnTo>
                  <a:pt x="674179" y="151244"/>
                </a:lnTo>
                <a:lnTo>
                  <a:pt x="680059" y="147485"/>
                </a:lnTo>
                <a:lnTo>
                  <a:pt x="685800" y="141719"/>
                </a:lnTo>
                <a:close/>
              </a:path>
              <a:path w="1115695" h="189230">
                <a:moveTo>
                  <a:pt x="760476" y="129527"/>
                </a:moveTo>
                <a:lnTo>
                  <a:pt x="755904" y="128003"/>
                </a:lnTo>
                <a:lnTo>
                  <a:pt x="751332" y="135623"/>
                </a:lnTo>
                <a:lnTo>
                  <a:pt x="746760" y="138671"/>
                </a:lnTo>
                <a:lnTo>
                  <a:pt x="736092" y="138671"/>
                </a:lnTo>
                <a:lnTo>
                  <a:pt x="734568" y="135623"/>
                </a:lnTo>
                <a:lnTo>
                  <a:pt x="734568" y="59423"/>
                </a:lnTo>
                <a:lnTo>
                  <a:pt x="754380" y="59423"/>
                </a:lnTo>
                <a:lnTo>
                  <a:pt x="754380" y="50279"/>
                </a:lnTo>
                <a:lnTo>
                  <a:pt x="734568" y="50279"/>
                </a:lnTo>
                <a:lnTo>
                  <a:pt x="734568" y="13703"/>
                </a:lnTo>
                <a:lnTo>
                  <a:pt x="728472" y="13703"/>
                </a:lnTo>
                <a:lnTo>
                  <a:pt x="719747" y="26784"/>
                </a:lnTo>
                <a:lnTo>
                  <a:pt x="711327" y="37134"/>
                </a:lnTo>
                <a:lnTo>
                  <a:pt x="702322" y="46075"/>
                </a:lnTo>
                <a:lnTo>
                  <a:pt x="691896" y="54851"/>
                </a:lnTo>
                <a:lnTo>
                  <a:pt x="691896" y="59423"/>
                </a:lnTo>
                <a:lnTo>
                  <a:pt x="704088" y="59423"/>
                </a:lnTo>
                <a:lnTo>
                  <a:pt x="704088" y="131051"/>
                </a:lnTo>
                <a:lnTo>
                  <a:pt x="705751" y="140411"/>
                </a:lnTo>
                <a:lnTo>
                  <a:pt x="710565" y="147624"/>
                </a:lnTo>
                <a:lnTo>
                  <a:pt x="718223" y="152273"/>
                </a:lnTo>
                <a:lnTo>
                  <a:pt x="728472" y="153911"/>
                </a:lnTo>
                <a:lnTo>
                  <a:pt x="738606" y="152679"/>
                </a:lnTo>
                <a:lnTo>
                  <a:pt x="746760" y="148577"/>
                </a:lnTo>
                <a:lnTo>
                  <a:pt x="753757" y="141058"/>
                </a:lnTo>
                <a:lnTo>
                  <a:pt x="760476" y="129527"/>
                </a:lnTo>
                <a:close/>
              </a:path>
              <a:path w="1115695" h="189230">
                <a:moveTo>
                  <a:pt x="809231" y="6096"/>
                </a:moveTo>
                <a:lnTo>
                  <a:pt x="801611" y="0"/>
                </a:lnTo>
                <a:lnTo>
                  <a:pt x="783323" y="0"/>
                </a:lnTo>
                <a:lnTo>
                  <a:pt x="775703" y="6096"/>
                </a:lnTo>
                <a:lnTo>
                  <a:pt x="775703" y="25908"/>
                </a:lnTo>
                <a:lnTo>
                  <a:pt x="783323" y="33528"/>
                </a:lnTo>
                <a:lnTo>
                  <a:pt x="801611" y="33528"/>
                </a:lnTo>
                <a:lnTo>
                  <a:pt x="809231" y="25908"/>
                </a:lnTo>
                <a:lnTo>
                  <a:pt x="809231" y="6096"/>
                </a:lnTo>
                <a:close/>
              </a:path>
              <a:path w="1115695" h="189230">
                <a:moveTo>
                  <a:pt x="816851" y="146304"/>
                </a:moveTo>
                <a:lnTo>
                  <a:pt x="809231" y="144780"/>
                </a:lnTo>
                <a:lnTo>
                  <a:pt x="807707" y="141732"/>
                </a:lnTo>
                <a:lnTo>
                  <a:pt x="807707" y="50292"/>
                </a:lnTo>
                <a:lnTo>
                  <a:pt x="765035" y="50292"/>
                </a:lnTo>
                <a:lnTo>
                  <a:pt x="765035" y="56388"/>
                </a:lnTo>
                <a:lnTo>
                  <a:pt x="774179" y="57912"/>
                </a:lnTo>
                <a:lnTo>
                  <a:pt x="777227" y="59436"/>
                </a:lnTo>
                <a:lnTo>
                  <a:pt x="777227" y="141732"/>
                </a:lnTo>
                <a:lnTo>
                  <a:pt x="775703" y="143256"/>
                </a:lnTo>
                <a:lnTo>
                  <a:pt x="765035" y="146304"/>
                </a:lnTo>
                <a:lnTo>
                  <a:pt x="765035" y="150876"/>
                </a:lnTo>
                <a:lnTo>
                  <a:pt x="816851" y="150876"/>
                </a:lnTo>
                <a:lnTo>
                  <a:pt x="816851" y="146304"/>
                </a:lnTo>
                <a:close/>
              </a:path>
              <a:path w="1115695" h="189230">
                <a:moveTo>
                  <a:pt x="925068" y="100584"/>
                </a:moveTo>
                <a:lnTo>
                  <a:pt x="921537" y="79387"/>
                </a:lnTo>
                <a:lnTo>
                  <a:pt x="911733" y="62484"/>
                </a:lnTo>
                <a:lnTo>
                  <a:pt x="899502" y="53340"/>
                </a:lnTo>
                <a:lnTo>
                  <a:pt x="896772" y="51282"/>
                </a:lnTo>
                <a:lnTo>
                  <a:pt x="894524" y="50812"/>
                </a:lnTo>
                <a:lnTo>
                  <a:pt x="894524" y="100584"/>
                </a:lnTo>
                <a:lnTo>
                  <a:pt x="894524" y="103632"/>
                </a:lnTo>
                <a:lnTo>
                  <a:pt x="893673" y="124028"/>
                </a:lnTo>
                <a:lnTo>
                  <a:pt x="890778" y="138112"/>
                </a:lnTo>
                <a:lnTo>
                  <a:pt x="885583" y="145605"/>
                </a:lnTo>
                <a:lnTo>
                  <a:pt x="877824" y="147828"/>
                </a:lnTo>
                <a:lnTo>
                  <a:pt x="869149" y="145605"/>
                </a:lnTo>
                <a:lnTo>
                  <a:pt x="860336" y="121767"/>
                </a:lnTo>
                <a:lnTo>
                  <a:pt x="859536" y="103632"/>
                </a:lnTo>
                <a:lnTo>
                  <a:pt x="859650" y="100584"/>
                </a:lnTo>
                <a:lnTo>
                  <a:pt x="860463" y="79692"/>
                </a:lnTo>
                <a:lnTo>
                  <a:pt x="860513" y="79387"/>
                </a:lnTo>
                <a:lnTo>
                  <a:pt x="860590" y="79057"/>
                </a:lnTo>
                <a:lnTo>
                  <a:pt x="863536" y="64198"/>
                </a:lnTo>
                <a:lnTo>
                  <a:pt x="869251" y="55816"/>
                </a:lnTo>
                <a:lnTo>
                  <a:pt x="877824" y="53340"/>
                </a:lnTo>
                <a:lnTo>
                  <a:pt x="885583" y="55816"/>
                </a:lnTo>
                <a:lnTo>
                  <a:pt x="890778" y="64008"/>
                </a:lnTo>
                <a:lnTo>
                  <a:pt x="890803" y="64198"/>
                </a:lnTo>
                <a:lnTo>
                  <a:pt x="893673" y="79057"/>
                </a:lnTo>
                <a:lnTo>
                  <a:pt x="893699" y="79692"/>
                </a:lnTo>
                <a:lnTo>
                  <a:pt x="894524" y="100584"/>
                </a:lnTo>
                <a:lnTo>
                  <a:pt x="894524" y="50812"/>
                </a:lnTo>
                <a:lnTo>
                  <a:pt x="843153" y="62484"/>
                </a:lnTo>
                <a:lnTo>
                  <a:pt x="829056" y="100584"/>
                </a:lnTo>
                <a:lnTo>
                  <a:pt x="832599" y="122415"/>
                </a:lnTo>
                <a:lnTo>
                  <a:pt x="842581" y="139255"/>
                </a:lnTo>
                <a:lnTo>
                  <a:pt x="857986" y="150088"/>
                </a:lnTo>
                <a:lnTo>
                  <a:pt x="877824" y="153924"/>
                </a:lnTo>
                <a:lnTo>
                  <a:pt x="896772" y="149872"/>
                </a:lnTo>
                <a:lnTo>
                  <a:pt x="899502" y="147828"/>
                </a:lnTo>
                <a:lnTo>
                  <a:pt x="911733" y="138684"/>
                </a:lnTo>
                <a:lnTo>
                  <a:pt x="921537" y="121767"/>
                </a:lnTo>
                <a:lnTo>
                  <a:pt x="925068" y="100584"/>
                </a:lnTo>
                <a:close/>
              </a:path>
              <a:path w="1115695" h="189230">
                <a:moveTo>
                  <a:pt x="1048499" y="146304"/>
                </a:moveTo>
                <a:lnTo>
                  <a:pt x="1040879" y="144780"/>
                </a:lnTo>
                <a:lnTo>
                  <a:pt x="1037831" y="141732"/>
                </a:lnTo>
                <a:lnTo>
                  <a:pt x="1037831" y="77724"/>
                </a:lnTo>
                <a:lnTo>
                  <a:pt x="1035888" y="65239"/>
                </a:lnTo>
                <a:lnTo>
                  <a:pt x="1034262" y="62484"/>
                </a:lnTo>
                <a:lnTo>
                  <a:pt x="1030211" y="55626"/>
                </a:lnTo>
                <a:lnTo>
                  <a:pt x="1021118" y="49428"/>
                </a:lnTo>
                <a:lnTo>
                  <a:pt x="1008875" y="47244"/>
                </a:lnTo>
                <a:lnTo>
                  <a:pt x="1000048" y="48399"/>
                </a:lnTo>
                <a:lnTo>
                  <a:pt x="991920" y="52006"/>
                </a:lnTo>
                <a:lnTo>
                  <a:pt x="984669" y="58166"/>
                </a:lnTo>
                <a:lnTo>
                  <a:pt x="978395" y="67056"/>
                </a:lnTo>
                <a:lnTo>
                  <a:pt x="978395" y="50292"/>
                </a:lnTo>
                <a:lnTo>
                  <a:pt x="937247" y="50292"/>
                </a:lnTo>
                <a:lnTo>
                  <a:pt x="937247" y="56388"/>
                </a:lnTo>
                <a:lnTo>
                  <a:pt x="946391" y="57912"/>
                </a:lnTo>
                <a:lnTo>
                  <a:pt x="947915" y="59436"/>
                </a:lnTo>
                <a:lnTo>
                  <a:pt x="947915" y="141732"/>
                </a:lnTo>
                <a:lnTo>
                  <a:pt x="946391" y="143256"/>
                </a:lnTo>
                <a:lnTo>
                  <a:pt x="937247" y="146304"/>
                </a:lnTo>
                <a:lnTo>
                  <a:pt x="937247" y="150876"/>
                </a:lnTo>
                <a:lnTo>
                  <a:pt x="989063" y="150876"/>
                </a:lnTo>
                <a:lnTo>
                  <a:pt x="989063" y="146304"/>
                </a:lnTo>
                <a:lnTo>
                  <a:pt x="981443" y="144780"/>
                </a:lnTo>
                <a:lnTo>
                  <a:pt x="978395" y="141732"/>
                </a:lnTo>
                <a:lnTo>
                  <a:pt x="978395" y="74676"/>
                </a:lnTo>
                <a:lnTo>
                  <a:pt x="986015" y="67056"/>
                </a:lnTo>
                <a:lnTo>
                  <a:pt x="987539" y="65532"/>
                </a:lnTo>
                <a:lnTo>
                  <a:pt x="992111" y="62484"/>
                </a:lnTo>
                <a:lnTo>
                  <a:pt x="1004303" y="62484"/>
                </a:lnTo>
                <a:lnTo>
                  <a:pt x="1007351" y="68580"/>
                </a:lnTo>
                <a:lnTo>
                  <a:pt x="1007351" y="141732"/>
                </a:lnTo>
                <a:lnTo>
                  <a:pt x="1005827" y="144780"/>
                </a:lnTo>
                <a:lnTo>
                  <a:pt x="998207" y="146304"/>
                </a:lnTo>
                <a:lnTo>
                  <a:pt x="998207" y="150876"/>
                </a:lnTo>
                <a:lnTo>
                  <a:pt x="1048499" y="150876"/>
                </a:lnTo>
                <a:lnTo>
                  <a:pt x="1048499" y="146304"/>
                </a:lnTo>
                <a:close/>
              </a:path>
              <a:path w="1115695" h="189230">
                <a:moveTo>
                  <a:pt x="1115568" y="94488"/>
                </a:moveTo>
                <a:lnTo>
                  <a:pt x="1106563" y="50977"/>
                </a:lnTo>
                <a:lnTo>
                  <a:pt x="1083754" y="17907"/>
                </a:lnTo>
                <a:lnTo>
                  <a:pt x="1059180" y="0"/>
                </a:lnTo>
                <a:lnTo>
                  <a:pt x="1059180" y="6096"/>
                </a:lnTo>
                <a:lnTo>
                  <a:pt x="1067244" y="12255"/>
                </a:lnTo>
                <a:lnTo>
                  <a:pt x="1073467" y="17716"/>
                </a:lnTo>
                <a:lnTo>
                  <a:pt x="1088898" y="56007"/>
                </a:lnTo>
                <a:lnTo>
                  <a:pt x="1091184" y="92964"/>
                </a:lnTo>
                <a:lnTo>
                  <a:pt x="1090612" y="114338"/>
                </a:lnTo>
                <a:lnTo>
                  <a:pt x="1082040" y="158496"/>
                </a:lnTo>
                <a:lnTo>
                  <a:pt x="1059180" y="182880"/>
                </a:lnTo>
                <a:lnTo>
                  <a:pt x="1059180" y="188976"/>
                </a:lnTo>
                <a:lnTo>
                  <a:pt x="1098842" y="151701"/>
                </a:lnTo>
                <a:lnTo>
                  <a:pt x="1113612" y="114693"/>
                </a:lnTo>
                <a:lnTo>
                  <a:pt x="1115568" y="94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416551" y="2007107"/>
            <a:ext cx="341375" cy="150876"/>
          </a:xfrm>
          <a:prstGeom prst="rect">
            <a:avLst/>
          </a:prstGeom>
        </p:spPr>
      </p:pic>
      <p:sp>
        <p:nvSpPr>
          <p:cNvPr id="30" name="object 30" descr=""/>
          <p:cNvSpPr/>
          <p:nvPr/>
        </p:nvSpPr>
        <p:spPr>
          <a:xfrm>
            <a:off x="4828032" y="2004059"/>
            <a:ext cx="1222375" cy="195580"/>
          </a:xfrm>
          <a:custGeom>
            <a:avLst/>
            <a:gdLst/>
            <a:ahLst/>
            <a:cxnLst/>
            <a:rect l="l" t="t" r="r" b="b"/>
            <a:pathLst>
              <a:path w="1222375" h="195580">
                <a:moveTo>
                  <a:pt x="138684" y="121920"/>
                </a:moveTo>
                <a:lnTo>
                  <a:pt x="132588" y="117348"/>
                </a:lnTo>
                <a:lnTo>
                  <a:pt x="123507" y="126072"/>
                </a:lnTo>
                <a:lnTo>
                  <a:pt x="116014" y="132207"/>
                </a:lnTo>
                <a:lnTo>
                  <a:pt x="108788" y="136639"/>
                </a:lnTo>
                <a:lnTo>
                  <a:pt x="100584" y="140208"/>
                </a:lnTo>
                <a:lnTo>
                  <a:pt x="88392" y="143256"/>
                </a:lnTo>
                <a:lnTo>
                  <a:pt x="82296" y="143256"/>
                </a:lnTo>
                <a:lnTo>
                  <a:pt x="47244" y="124968"/>
                </a:lnTo>
                <a:lnTo>
                  <a:pt x="38100" y="76200"/>
                </a:lnTo>
                <a:lnTo>
                  <a:pt x="40640" y="46850"/>
                </a:lnTo>
                <a:lnTo>
                  <a:pt x="48196" y="25336"/>
                </a:lnTo>
                <a:lnTo>
                  <a:pt x="60591" y="12128"/>
                </a:lnTo>
                <a:lnTo>
                  <a:pt x="77724" y="7620"/>
                </a:lnTo>
                <a:lnTo>
                  <a:pt x="85458" y="8242"/>
                </a:lnTo>
                <a:lnTo>
                  <a:pt x="118681" y="32385"/>
                </a:lnTo>
                <a:lnTo>
                  <a:pt x="129540" y="51816"/>
                </a:lnTo>
                <a:lnTo>
                  <a:pt x="134112" y="51816"/>
                </a:lnTo>
                <a:lnTo>
                  <a:pt x="134112" y="1524"/>
                </a:lnTo>
                <a:lnTo>
                  <a:pt x="128016" y="1524"/>
                </a:lnTo>
                <a:lnTo>
                  <a:pt x="124968" y="9144"/>
                </a:lnTo>
                <a:lnTo>
                  <a:pt x="123444" y="10668"/>
                </a:lnTo>
                <a:lnTo>
                  <a:pt x="114300" y="10668"/>
                </a:lnTo>
                <a:lnTo>
                  <a:pt x="108204" y="7620"/>
                </a:lnTo>
                <a:lnTo>
                  <a:pt x="99314" y="4508"/>
                </a:lnTo>
                <a:lnTo>
                  <a:pt x="90868" y="2095"/>
                </a:lnTo>
                <a:lnTo>
                  <a:pt x="82689" y="558"/>
                </a:lnTo>
                <a:lnTo>
                  <a:pt x="74676" y="0"/>
                </a:lnTo>
                <a:lnTo>
                  <a:pt x="44996" y="5930"/>
                </a:lnTo>
                <a:lnTo>
                  <a:pt x="21336" y="22288"/>
                </a:lnTo>
                <a:lnTo>
                  <a:pt x="5664" y="46939"/>
                </a:lnTo>
                <a:lnTo>
                  <a:pt x="0" y="77724"/>
                </a:lnTo>
                <a:lnTo>
                  <a:pt x="5473" y="108927"/>
                </a:lnTo>
                <a:lnTo>
                  <a:pt x="20955" y="132969"/>
                </a:lnTo>
                <a:lnTo>
                  <a:pt x="44996" y="148450"/>
                </a:lnTo>
                <a:lnTo>
                  <a:pt x="76200" y="153924"/>
                </a:lnTo>
                <a:lnTo>
                  <a:pt x="93675" y="152361"/>
                </a:lnTo>
                <a:lnTo>
                  <a:pt x="108585" y="147066"/>
                </a:lnTo>
                <a:lnTo>
                  <a:pt x="122910" y="137210"/>
                </a:lnTo>
                <a:lnTo>
                  <a:pt x="138684" y="121920"/>
                </a:lnTo>
                <a:close/>
              </a:path>
              <a:path w="1222375" h="195580">
                <a:moveTo>
                  <a:pt x="249923" y="100596"/>
                </a:moveTo>
                <a:lnTo>
                  <a:pt x="246380" y="79400"/>
                </a:lnTo>
                <a:lnTo>
                  <a:pt x="236397" y="62496"/>
                </a:lnTo>
                <a:lnTo>
                  <a:pt x="223812" y="53352"/>
                </a:lnTo>
                <a:lnTo>
                  <a:pt x="220992" y="51295"/>
                </a:lnTo>
                <a:lnTo>
                  <a:pt x="217881" y="50673"/>
                </a:lnTo>
                <a:lnTo>
                  <a:pt x="217881" y="100596"/>
                </a:lnTo>
                <a:lnTo>
                  <a:pt x="217881" y="103644"/>
                </a:lnTo>
                <a:lnTo>
                  <a:pt x="209562" y="145618"/>
                </a:lnTo>
                <a:lnTo>
                  <a:pt x="201155" y="147840"/>
                </a:lnTo>
                <a:lnTo>
                  <a:pt x="193382" y="145618"/>
                </a:lnTo>
                <a:lnTo>
                  <a:pt x="188201" y="138315"/>
                </a:lnTo>
                <a:lnTo>
                  <a:pt x="188163" y="138125"/>
                </a:lnTo>
                <a:lnTo>
                  <a:pt x="185305" y="124688"/>
                </a:lnTo>
                <a:lnTo>
                  <a:pt x="185178" y="121780"/>
                </a:lnTo>
                <a:lnTo>
                  <a:pt x="184391" y="103644"/>
                </a:lnTo>
                <a:lnTo>
                  <a:pt x="184518" y="100596"/>
                </a:lnTo>
                <a:lnTo>
                  <a:pt x="185331" y="79705"/>
                </a:lnTo>
                <a:lnTo>
                  <a:pt x="185381" y="79400"/>
                </a:lnTo>
                <a:lnTo>
                  <a:pt x="185458" y="79070"/>
                </a:lnTo>
                <a:lnTo>
                  <a:pt x="188391" y="64211"/>
                </a:lnTo>
                <a:lnTo>
                  <a:pt x="194119" y="55829"/>
                </a:lnTo>
                <a:lnTo>
                  <a:pt x="202679" y="53352"/>
                </a:lnTo>
                <a:lnTo>
                  <a:pt x="210210" y="55829"/>
                </a:lnTo>
                <a:lnTo>
                  <a:pt x="214871" y="64020"/>
                </a:lnTo>
                <a:lnTo>
                  <a:pt x="214909" y="64211"/>
                </a:lnTo>
                <a:lnTo>
                  <a:pt x="217258" y="79070"/>
                </a:lnTo>
                <a:lnTo>
                  <a:pt x="217271" y="79705"/>
                </a:lnTo>
                <a:lnTo>
                  <a:pt x="217881" y="100596"/>
                </a:lnTo>
                <a:lnTo>
                  <a:pt x="217881" y="50673"/>
                </a:lnTo>
                <a:lnTo>
                  <a:pt x="201155" y="47256"/>
                </a:lnTo>
                <a:lnTo>
                  <a:pt x="181965" y="51295"/>
                </a:lnTo>
                <a:lnTo>
                  <a:pt x="166484" y="62496"/>
                </a:lnTo>
                <a:lnTo>
                  <a:pt x="156159" y="79400"/>
                </a:lnTo>
                <a:lnTo>
                  <a:pt x="156095" y="79705"/>
                </a:lnTo>
                <a:lnTo>
                  <a:pt x="152387" y="100596"/>
                </a:lnTo>
                <a:lnTo>
                  <a:pt x="156159" y="122428"/>
                </a:lnTo>
                <a:lnTo>
                  <a:pt x="166484" y="139268"/>
                </a:lnTo>
                <a:lnTo>
                  <a:pt x="181965" y="150101"/>
                </a:lnTo>
                <a:lnTo>
                  <a:pt x="201155" y="153936"/>
                </a:lnTo>
                <a:lnTo>
                  <a:pt x="220992" y="149885"/>
                </a:lnTo>
                <a:lnTo>
                  <a:pt x="223812" y="147840"/>
                </a:lnTo>
                <a:lnTo>
                  <a:pt x="236397" y="138696"/>
                </a:lnTo>
                <a:lnTo>
                  <a:pt x="246380" y="121780"/>
                </a:lnTo>
                <a:lnTo>
                  <a:pt x="249923" y="100596"/>
                </a:lnTo>
                <a:close/>
              </a:path>
              <a:path w="1222375" h="195580">
                <a:moveTo>
                  <a:pt x="434327" y="146316"/>
                </a:moveTo>
                <a:lnTo>
                  <a:pt x="426707" y="144792"/>
                </a:lnTo>
                <a:lnTo>
                  <a:pt x="423659" y="143268"/>
                </a:lnTo>
                <a:lnTo>
                  <a:pt x="423659" y="77736"/>
                </a:lnTo>
                <a:lnTo>
                  <a:pt x="421500" y="65252"/>
                </a:lnTo>
                <a:lnTo>
                  <a:pt x="419773" y="62496"/>
                </a:lnTo>
                <a:lnTo>
                  <a:pt x="415467" y="55638"/>
                </a:lnTo>
                <a:lnTo>
                  <a:pt x="406311" y="49441"/>
                </a:lnTo>
                <a:lnTo>
                  <a:pt x="394703" y="47256"/>
                </a:lnTo>
                <a:lnTo>
                  <a:pt x="385394" y="48209"/>
                </a:lnTo>
                <a:lnTo>
                  <a:pt x="377367" y="51447"/>
                </a:lnTo>
                <a:lnTo>
                  <a:pt x="369633" y="57543"/>
                </a:lnTo>
                <a:lnTo>
                  <a:pt x="361175" y="67068"/>
                </a:lnTo>
                <a:lnTo>
                  <a:pt x="358648" y="62496"/>
                </a:lnTo>
                <a:lnTo>
                  <a:pt x="356247" y="58178"/>
                </a:lnTo>
                <a:lnTo>
                  <a:pt x="350316" y="52019"/>
                </a:lnTo>
                <a:lnTo>
                  <a:pt x="342963" y="48412"/>
                </a:lnTo>
                <a:lnTo>
                  <a:pt x="333743" y="47256"/>
                </a:lnTo>
                <a:lnTo>
                  <a:pt x="324027" y="48412"/>
                </a:lnTo>
                <a:lnTo>
                  <a:pt x="315455" y="52019"/>
                </a:lnTo>
                <a:lnTo>
                  <a:pt x="308025" y="58178"/>
                </a:lnTo>
                <a:lnTo>
                  <a:pt x="301739" y="67068"/>
                </a:lnTo>
                <a:lnTo>
                  <a:pt x="301739" y="50304"/>
                </a:lnTo>
                <a:lnTo>
                  <a:pt x="259067" y="50304"/>
                </a:lnTo>
                <a:lnTo>
                  <a:pt x="259067" y="56400"/>
                </a:lnTo>
                <a:lnTo>
                  <a:pt x="269735" y="57924"/>
                </a:lnTo>
                <a:lnTo>
                  <a:pt x="271259" y="59448"/>
                </a:lnTo>
                <a:lnTo>
                  <a:pt x="271259" y="141744"/>
                </a:lnTo>
                <a:lnTo>
                  <a:pt x="269735" y="143268"/>
                </a:lnTo>
                <a:lnTo>
                  <a:pt x="259067" y="146316"/>
                </a:lnTo>
                <a:lnTo>
                  <a:pt x="259067" y="150888"/>
                </a:lnTo>
                <a:lnTo>
                  <a:pt x="312407" y="150888"/>
                </a:lnTo>
                <a:lnTo>
                  <a:pt x="312407" y="146316"/>
                </a:lnTo>
                <a:lnTo>
                  <a:pt x="304787" y="144792"/>
                </a:lnTo>
                <a:lnTo>
                  <a:pt x="301739" y="141744"/>
                </a:lnTo>
                <a:lnTo>
                  <a:pt x="301739" y="74688"/>
                </a:lnTo>
                <a:lnTo>
                  <a:pt x="304787" y="70116"/>
                </a:lnTo>
                <a:lnTo>
                  <a:pt x="307835" y="68592"/>
                </a:lnTo>
                <a:lnTo>
                  <a:pt x="309359" y="67068"/>
                </a:lnTo>
                <a:lnTo>
                  <a:pt x="312407" y="64020"/>
                </a:lnTo>
                <a:lnTo>
                  <a:pt x="316979" y="62496"/>
                </a:lnTo>
                <a:lnTo>
                  <a:pt x="329171" y="62496"/>
                </a:lnTo>
                <a:lnTo>
                  <a:pt x="332219" y="67068"/>
                </a:lnTo>
                <a:lnTo>
                  <a:pt x="332219" y="141744"/>
                </a:lnTo>
                <a:lnTo>
                  <a:pt x="330695" y="144792"/>
                </a:lnTo>
                <a:lnTo>
                  <a:pt x="321551" y="146316"/>
                </a:lnTo>
                <a:lnTo>
                  <a:pt x="321551" y="150888"/>
                </a:lnTo>
                <a:lnTo>
                  <a:pt x="373367" y="150888"/>
                </a:lnTo>
                <a:lnTo>
                  <a:pt x="373367" y="146316"/>
                </a:lnTo>
                <a:lnTo>
                  <a:pt x="365747" y="144792"/>
                </a:lnTo>
                <a:lnTo>
                  <a:pt x="362699" y="141744"/>
                </a:lnTo>
                <a:lnTo>
                  <a:pt x="362699" y="73164"/>
                </a:lnTo>
                <a:lnTo>
                  <a:pt x="368795" y="67068"/>
                </a:lnTo>
                <a:lnTo>
                  <a:pt x="373367" y="64020"/>
                </a:lnTo>
                <a:lnTo>
                  <a:pt x="377939" y="62496"/>
                </a:lnTo>
                <a:lnTo>
                  <a:pt x="390131" y="62496"/>
                </a:lnTo>
                <a:lnTo>
                  <a:pt x="393179" y="67068"/>
                </a:lnTo>
                <a:lnTo>
                  <a:pt x="393179" y="141744"/>
                </a:lnTo>
                <a:lnTo>
                  <a:pt x="391655" y="144792"/>
                </a:lnTo>
                <a:lnTo>
                  <a:pt x="382511" y="146316"/>
                </a:lnTo>
                <a:lnTo>
                  <a:pt x="382511" y="150888"/>
                </a:lnTo>
                <a:lnTo>
                  <a:pt x="434327" y="150888"/>
                </a:lnTo>
                <a:lnTo>
                  <a:pt x="434327" y="146316"/>
                </a:lnTo>
                <a:close/>
              </a:path>
              <a:path w="1222375" h="195580">
                <a:moveTo>
                  <a:pt x="548627" y="99072"/>
                </a:moveTo>
                <a:lnTo>
                  <a:pt x="537959" y="61734"/>
                </a:lnTo>
                <a:lnTo>
                  <a:pt x="518147" y="49377"/>
                </a:lnTo>
                <a:lnTo>
                  <a:pt x="518147" y="102120"/>
                </a:lnTo>
                <a:lnTo>
                  <a:pt x="516991" y="119875"/>
                </a:lnTo>
                <a:lnTo>
                  <a:pt x="513384" y="132219"/>
                </a:lnTo>
                <a:lnTo>
                  <a:pt x="507225" y="139407"/>
                </a:lnTo>
                <a:lnTo>
                  <a:pt x="498335" y="141744"/>
                </a:lnTo>
                <a:lnTo>
                  <a:pt x="492239" y="141744"/>
                </a:lnTo>
                <a:lnTo>
                  <a:pt x="486143" y="137172"/>
                </a:lnTo>
                <a:lnTo>
                  <a:pt x="481571" y="129552"/>
                </a:lnTo>
                <a:lnTo>
                  <a:pt x="481571" y="74688"/>
                </a:lnTo>
                <a:lnTo>
                  <a:pt x="484619" y="71640"/>
                </a:lnTo>
                <a:lnTo>
                  <a:pt x="486143" y="68592"/>
                </a:lnTo>
                <a:lnTo>
                  <a:pt x="488429" y="65544"/>
                </a:lnTo>
                <a:lnTo>
                  <a:pt x="490715" y="62496"/>
                </a:lnTo>
                <a:lnTo>
                  <a:pt x="496811" y="59448"/>
                </a:lnTo>
                <a:lnTo>
                  <a:pt x="501383" y="59448"/>
                </a:lnTo>
                <a:lnTo>
                  <a:pt x="508508" y="62039"/>
                </a:lnTo>
                <a:lnTo>
                  <a:pt x="513765" y="69926"/>
                </a:lnTo>
                <a:lnTo>
                  <a:pt x="517029" y="83235"/>
                </a:lnTo>
                <a:lnTo>
                  <a:pt x="518147" y="102120"/>
                </a:lnTo>
                <a:lnTo>
                  <a:pt x="518147" y="49377"/>
                </a:lnTo>
                <a:lnTo>
                  <a:pt x="509003" y="47256"/>
                </a:lnTo>
                <a:lnTo>
                  <a:pt x="500646" y="48399"/>
                </a:lnTo>
                <a:lnTo>
                  <a:pt x="493572" y="51828"/>
                </a:lnTo>
                <a:lnTo>
                  <a:pt x="487362" y="57543"/>
                </a:lnTo>
                <a:lnTo>
                  <a:pt x="481571" y="65544"/>
                </a:lnTo>
                <a:lnTo>
                  <a:pt x="481571" y="50304"/>
                </a:lnTo>
                <a:lnTo>
                  <a:pt x="440423" y="50304"/>
                </a:lnTo>
                <a:lnTo>
                  <a:pt x="440423" y="56400"/>
                </a:lnTo>
                <a:lnTo>
                  <a:pt x="449567" y="57924"/>
                </a:lnTo>
                <a:lnTo>
                  <a:pt x="452615" y="59448"/>
                </a:lnTo>
                <a:lnTo>
                  <a:pt x="452615" y="185940"/>
                </a:lnTo>
                <a:lnTo>
                  <a:pt x="449567" y="188988"/>
                </a:lnTo>
                <a:lnTo>
                  <a:pt x="438899" y="190512"/>
                </a:lnTo>
                <a:lnTo>
                  <a:pt x="438899" y="195084"/>
                </a:lnTo>
                <a:lnTo>
                  <a:pt x="499859" y="195084"/>
                </a:lnTo>
                <a:lnTo>
                  <a:pt x="499859" y="190512"/>
                </a:lnTo>
                <a:lnTo>
                  <a:pt x="491223" y="189572"/>
                </a:lnTo>
                <a:lnTo>
                  <a:pt x="485571" y="186512"/>
                </a:lnTo>
                <a:lnTo>
                  <a:pt x="482511" y="180860"/>
                </a:lnTo>
                <a:lnTo>
                  <a:pt x="481571" y="172224"/>
                </a:lnTo>
                <a:lnTo>
                  <a:pt x="481571" y="141744"/>
                </a:lnTo>
                <a:lnTo>
                  <a:pt x="488835" y="147497"/>
                </a:lnTo>
                <a:lnTo>
                  <a:pt x="495096" y="151269"/>
                </a:lnTo>
                <a:lnTo>
                  <a:pt x="501078" y="153314"/>
                </a:lnTo>
                <a:lnTo>
                  <a:pt x="507479" y="153936"/>
                </a:lnTo>
                <a:lnTo>
                  <a:pt x="524205" y="149860"/>
                </a:lnTo>
                <a:lnTo>
                  <a:pt x="537197" y="138506"/>
                </a:lnTo>
                <a:lnTo>
                  <a:pt x="545630" y="121145"/>
                </a:lnTo>
                <a:lnTo>
                  <a:pt x="548627" y="99072"/>
                </a:lnTo>
                <a:close/>
              </a:path>
              <a:path w="1222375" h="195580">
                <a:moveTo>
                  <a:pt x="673595" y="140208"/>
                </a:moveTo>
                <a:lnTo>
                  <a:pt x="664451" y="140208"/>
                </a:lnTo>
                <a:lnTo>
                  <a:pt x="661403" y="137160"/>
                </a:lnTo>
                <a:lnTo>
                  <a:pt x="661403" y="50292"/>
                </a:lnTo>
                <a:lnTo>
                  <a:pt x="617207" y="50292"/>
                </a:lnTo>
                <a:lnTo>
                  <a:pt x="617207" y="56388"/>
                </a:lnTo>
                <a:lnTo>
                  <a:pt x="629399" y="56388"/>
                </a:lnTo>
                <a:lnTo>
                  <a:pt x="630923" y="59436"/>
                </a:lnTo>
                <a:lnTo>
                  <a:pt x="630923" y="129540"/>
                </a:lnTo>
                <a:lnTo>
                  <a:pt x="623303" y="138684"/>
                </a:lnTo>
                <a:lnTo>
                  <a:pt x="620255" y="140208"/>
                </a:lnTo>
                <a:lnTo>
                  <a:pt x="603491" y="140208"/>
                </a:lnTo>
                <a:lnTo>
                  <a:pt x="600443" y="135636"/>
                </a:lnTo>
                <a:lnTo>
                  <a:pt x="600443" y="50292"/>
                </a:lnTo>
                <a:lnTo>
                  <a:pt x="559295" y="50292"/>
                </a:lnTo>
                <a:lnTo>
                  <a:pt x="559295" y="56388"/>
                </a:lnTo>
                <a:lnTo>
                  <a:pt x="568439" y="57912"/>
                </a:lnTo>
                <a:lnTo>
                  <a:pt x="569963" y="59436"/>
                </a:lnTo>
                <a:lnTo>
                  <a:pt x="569963" y="123444"/>
                </a:lnTo>
                <a:lnTo>
                  <a:pt x="571919" y="136575"/>
                </a:lnTo>
                <a:lnTo>
                  <a:pt x="577583" y="146113"/>
                </a:lnTo>
                <a:lnTo>
                  <a:pt x="586689" y="151955"/>
                </a:lnTo>
                <a:lnTo>
                  <a:pt x="598919" y="153924"/>
                </a:lnTo>
                <a:lnTo>
                  <a:pt x="607352" y="153289"/>
                </a:lnTo>
                <a:lnTo>
                  <a:pt x="614921" y="151066"/>
                </a:lnTo>
                <a:lnTo>
                  <a:pt x="622503" y="146862"/>
                </a:lnTo>
                <a:lnTo>
                  <a:pt x="630923" y="140208"/>
                </a:lnTo>
                <a:lnTo>
                  <a:pt x="630923" y="153924"/>
                </a:lnTo>
                <a:lnTo>
                  <a:pt x="644258" y="150304"/>
                </a:lnTo>
                <a:lnTo>
                  <a:pt x="651078" y="148996"/>
                </a:lnTo>
                <a:lnTo>
                  <a:pt x="659879" y="147828"/>
                </a:lnTo>
                <a:lnTo>
                  <a:pt x="673595" y="146304"/>
                </a:lnTo>
                <a:lnTo>
                  <a:pt x="673595" y="140208"/>
                </a:lnTo>
                <a:close/>
              </a:path>
              <a:path w="1222375" h="195580">
                <a:moveTo>
                  <a:pt x="749795" y="129540"/>
                </a:moveTo>
                <a:lnTo>
                  <a:pt x="745223" y="128016"/>
                </a:lnTo>
                <a:lnTo>
                  <a:pt x="740651" y="135636"/>
                </a:lnTo>
                <a:lnTo>
                  <a:pt x="737603" y="138684"/>
                </a:lnTo>
                <a:lnTo>
                  <a:pt x="725411" y="138684"/>
                </a:lnTo>
                <a:lnTo>
                  <a:pt x="723887" y="135636"/>
                </a:lnTo>
                <a:lnTo>
                  <a:pt x="723887" y="59436"/>
                </a:lnTo>
                <a:lnTo>
                  <a:pt x="743699" y="59436"/>
                </a:lnTo>
                <a:lnTo>
                  <a:pt x="743699" y="50292"/>
                </a:lnTo>
                <a:lnTo>
                  <a:pt x="723887" y="50292"/>
                </a:lnTo>
                <a:lnTo>
                  <a:pt x="723887" y="13716"/>
                </a:lnTo>
                <a:lnTo>
                  <a:pt x="717791" y="13716"/>
                </a:lnTo>
                <a:lnTo>
                  <a:pt x="709104" y="26797"/>
                </a:lnTo>
                <a:lnTo>
                  <a:pt x="700836" y="37147"/>
                </a:lnTo>
                <a:lnTo>
                  <a:pt x="692289" y="46088"/>
                </a:lnTo>
                <a:lnTo>
                  <a:pt x="682739" y="54864"/>
                </a:lnTo>
                <a:lnTo>
                  <a:pt x="682739" y="59436"/>
                </a:lnTo>
                <a:lnTo>
                  <a:pt x="693407" y="59436"/>
                </a:lnTo>
                <a:lnTo>
                  <a:pt x="693407" y="131064"/>
                </a:lnTo>
                <a:lnTo>
                  <a:pt x="695083" y="140423"/>
                </a:lnTo>
                <a:lnTo>
                  <a:pt x="699884" y="147637"/>
                </a:lnTo>
                <a:lnTo>
                  <a:pt x="707555" y="152285"/>
                </a:lnTo>
                <a:lnTo>
                  <a:pt x="717791" y="153924"/>
                </a:lnTo>
                <a:lnTo>
                  <a:pt x="727938" y="152692"/>
                </a:lnTo>
                <a:lnTo>
                  <a:pt x="736079" y="148590"/>
                </a:lnTo>
                <a:lnTo>
                  <a:pt x="743089" y="141071"/>
                </a:lnTo>
                <a:lnTo>
                  <a:pt x="749795" y="129540"/>
                </a:lnTo>
                <a:close/>
              </a:path>
              <a:path w="1222375" h="195580">
                <a:moveTo>
                  <a:pt x="859523" y="141732"/>
                </a:moveTo>
                <a:lnTo>
                  <a:pt x="858507" y="140208"/>
                </a:lnTo>
                <a:lnTo>
                  <a:pt x="856475" y="137160"/>
                </a:lnTo>
                <a:lnTo>
                  <a:pt x="854951" y="140208"/>
                </a:lnTo>
                <a:lnTo>
                  <a:pt x="848855" y="140208"/>
                </a:lnTo>
                <a:lnTo>
                  <a:pt x="847331" y="138684"/>
                </a:lnTo>
                <a:lnTo>
                  <a:pt x="847331" y="97536"/>
                </a:lnTo>
                <a:lnTo>
                  <a:pt x="847331" y="77724"/>
                </a:lnTo>
                <a:lnTo>
                  <a:pt x="844308" y="64604"/>
                </a:lnTo>
                <a:lnTo>
                  <a:pt x="835710" y="55054"/>
                </a:lnTo>
                <a:lnTo>
                  <a:pt x="831761" y="53340"/>
                </a:lnTo>
                <a:lnTo>
                  <a:pt x="822147" y="49174"/>
                </a:lnTo>
                <a:lnTo>
                  <a:pt x="821842" y="49174"/>
                </a:lnTo>
                <a:lnTo>
                  <a:pt x="804659" y="47244"/>
                </a:lnTo>
                <a:lnTo>
                  <a:pt x="787069" y="49174"/>
                </a:lnTo>
                <a:lnTo>
                  <a:pt x="773607" y="54673"/>
                </a:lnTo>
                <a:lnTo>
                  <a:pt x="765022" y="63322"/>
                </a:lnTo>
                <a:lnTo>
                  <a:pt x="761987" y="74676"/>
                </a:lnTo>
                <a:lnTo>
                  <a:pt x="761987" y="85344"/>
                </a:lnTo>
                <a:lnTo>
                  <a:pt x="768083" y="89916"/>
                </a:lnTo>
                <a:lnTo>
                  <a:pt x="784847" y="89916"/>
                </a:lnTo>
                <a:lnTo>
                  <a:pt x="790943" y="85344"/>
                </a:lnTo>
                <a:lnTo>
                  <a:pt x="790943" y="70104"/>
                </a:lnTo>
                <a:lnTo>
                  <a:pt x="784847" y="64008"/>
                </a:lnTo>
                <a:lnTo>
                  <a:pt x="784847" y="57912"/>
                </a:lnTo>
                <a:lnTo>
                  <a:pt x="790943" y="53340"/>
                </a:lnTo>
                <a:lnTo>
                  <a:pt x="798563" y="53340"/>
                </a:lnTo>
                <a:lnTo>
                  <a:pt x="816851" y="73152"/>
                </a:lnTo>
                <a:lnTo>
                  <a:pt x="816851" y="89916"/>
                </a:lnTo>
                <a:lnTo>
                  <a:pt x="816851" y="97536"/>
                </a:lnTo>
                <a:lnTo>
                  <a:pt x="816851" y="129540"/>
                </a:lnTo>
                <a:lnTo>
                  <a:pt x="807707" y="138684"/>
                </a:lnTo>
                <a:lnTo>
                  <a:pt x="795515" y="138684"/>
                </a:lnTo>
                <a:lnTo>
                  <a:pt x="790943" y="132588"/>
                </a:lnTo>
                <a:lnTo>
                  <a:pt x="790943" y="123444"/>
                </a:lnTo>
                <a:lnTo>
                  <a:pt x="792645" y="114896"/>
                </a:lnTo>
                <a:lnTo>
                  <a:pt x="797610" y="107632"/>
                </a:lnTo>
                <a:lnTo>
                  <a:pt x="805738" y="101803"/>
                </a:lnTo>
                <a:lnTo>
                  <a:pt x="816851" y="97536"/>
                </a:lnTo>
                <a:lnTo>
                  <a:pt x="816851" y="89916"/>
                </a:lnTo>
                <a:lnTo>
                  <a:pt x="779780" y="103212"/>
                </a:lnTo>
                <a:lnTo>
                  <a:pt x="758939" y="131064"/>
                </a:lnTo>
                <a:lnTo>
                  <a:pt x="760831" y="140423"/>
                </a:lnTo>
                <a:lnTo>
                  <a:pt x="765987" y="147637"/>
                </a:lnTo>
                <a:lnTo>
                  <a:pt x="773734" y="152285"/>
                </a:lnTo>
                <a:lnTo>
                  <a:pt x="783323" y="153924"/>
                </a:lnTo>
                <a:lnTo>
                  <a:pt x="792213" y="153047"/>
                </a:lnTo>
                <a:lnTo>
                  <a:pt x="800658" y="150304"/>
                </a:lnTo>
                <a:lnTo>
                  <a:pt x="808837" y="145567"/>
                </a:lnTo>
                <a:lnTo>
                  <a:pt x="816851" y="138684"/>
                </a:lnTo>
                <a:lnTo>
                  <a:pt x="819899" y="149352"/>
                </a:lnTo>
                <a:lnTo>
                  <a:pt x="824471" y="153924"/>
                </a:lnTo>
                <a:lnTo>
                  <a:pt x="835139" y="153924"/>
                </a:lnTo>
                <a:lnTo>
                  <a:pt x="841743" y="153314"/>
                </a:lnTo>
                <a:lnTo>
                  <a:pt x="847902" y="151257"/>
                </a:lnTo>
                <a:lnTo>
                  <a:pt x="853795" y="147497"/>
                </a:lnTo>
                <a:lnTo>
                  <a:pt x="859523" y="141732"/>
                </a:lnTo>
                <a:close/>
              </a:path>
              <a:path w="1222375" h="195580">
                <a:moveTo>
                  <a:pt x="934212" y="129540"/>
                </a:moveTo>
                <a:lnTo>
                  <a:pt x="929640" y="128016"/>
                </a:lnTo>
                <a:lnTo>
                  <a:pt x="925068" y="135636"/>
                </a:lnTo>
                <a:lnTo>
                  <a:pt x="920496" y="138684"/>
                </a:lnTo>
                <a:lnTo>
                  <a:pt x="909828" y="138684"/>
                </a:lnTo>
                <a:lnTo>
                  <a:pt x="908304" y="135636"/>
                </a:lnTo>
                <a:lnTo>
                  <a:pt x="908304" y="59436"/>
                </a:lnTo>
                <a:lnTo>
                  <a:pt x="928116" y="59436"/>
                </a:lnTo>
                <a:lnTo>
                  <a:pt x="928116" y="50292"/>
                </a:lnTo>
                <a:lnTo>
                  <a:pt x="908304" y="50292"/>
                </a:lnTo>
                <a:lnTo>
                  <a:pt x="908304" y="13716"/>
                </a:lnTo>
                <a:lnTo>
                  <a:pt x="902208" y="13716"/>
                </a:lnTo>
                <a:lnTo>
                  <a:pt x="893508" y="26797"/>
                </a:lnTo>
                <a:lnTo>
                  <a:pt x="885253" y="37147"/>
                </a:lnTo>
                <a:lnTo>
                  <a:pt x="876693" y="46088"/>
                </a:lnTo>
                <a:lnTo>
                  <a:pt x="867156" y="54864"/>
                </a:lnTo>
                <a:lnTo>
                  <a:pt x="867156" y="59436"/>
                </a:lnTo>
                <a:lnTo>
                  <a:pt x="877824" y="59436"/>
                </a:lnTo>
                <a:lnTo>
                  <a:pt x="877824" y="131064"/>
                </a:lnTo>
                <a:lnTo>
                  <a:pt x="879487" y="140423"/>
                </a:lnTo>
                <a:lnTo>
                  <a:pt x="884301" y="147637"/>
                </a:lnTo>
                <a:lnTo>
                  <a:pt x="891959" y="152285"/>
                </a:lnTo>
                <a:lnTo>
                  <a:pt x="902208" y="153924"/>
                </a:lnTo>
                <a:lnTo>
                  <a:pt x="912342" y="152692"/>
                </a:lnTo>
                <a:lnTo>
                  <a:pt x="920496" y="148590"/>
                </a:lnTo>
                <a:lnTo>
                  <a:pt x="927493" y="141071"/>
                </a:lnTo>
                <a:lnTo>
                  <a:pt x="934212" y="129540"/>
                </a:lnTo>
                <a:close/>
              </a:path>
              <a:path w="1222375" h="195580">
                <a:moveTo>
                  <a:pt x="982980" y="6108"/>
                </a:moveTo>
                <a:lnTo>
                  <a:pt x="975360" y="12"/>
                </a:lnTo>
                <a:lnTo>
                  <a:pt x="957072" y="12"/>
                </a:lnTo>
                <a:lnTo>
                  <a:pt x="949452" y="6108"/>
                </a:lnTo>
                <a:lnTo>
                  <a:pt x="949452" y="25920"/>
                </a:lnTo>
                <a:lnTo>
                  <a:pt x="957072" y="33540"/>
                </a:lnTo>
                <a:lnTo>
                  <a:pt x="975360" y="33540"/>
                </a:lnTo>
                <a:lnTo>
                  <a:pt x="982980" y="25920"/>
                </a:lnTo>
                <a:lnTo>
                  <a:pt x="982980" y="6108"/>
                </a:lnTo>
                <a:close/>
              </a:path>
              <a:path w="1222375" h="195580">
                <a:moveTo>
                  <a:pt x="990600" y="146316"/>
                </a:moveTo>
                <a:lnTo>
                  <a:pt x="982980" y="144792"/>
                </a:lnTo>
                <a:lnTo>
                  <a:pt x="981456" y="141744"/>
                </a:lnTo>
                <a:lnTo>
                  <a:pt x="981456" y="50304"/>
                </a:lnTo>
                <a:lnTo>
                  <a:pt x="938784" y="50304"/>
                </a:lnTo>
                <a:lnTo>
                  <a:pt x="938784" y="56400"/>
                </a:lnTo>
                <a:lnTo>
                  <a:pt x="947928" y="57924"/>
                </a:lnTo>
                <a:lnTo>
                  <a:pt x="950976" y="59448"/>
                </a:lnTo>
                <a:lnTo>
                  <a:pt x="950976" y="141744"/>
                </a:lnTo>
                <a:lnTo>
                  <a:pt x="949452" y="143268"/>
                </a:lnTo>
                <a:lnTo>
                  <a:pt x="938784" y="146316"/>
                </a:lnTo>
                <a:lnTo>
                  <a:pt x="938784" y="150888"/>
                </a:lnTo>
                <a:lnTo>
                  <a:pt x="990600" y="150888"/>
                </a:lnTo>
                <a:lnTo>
                  <a:pt x="990600" y="146316"/>
                </a:lnTo>
                <a:close/>
              </a:path>
              <a:path w="1222375" h="195580">
                <a:moveTo>
                  <a:pt x="1100328" y="100596"/>
                </a:moveTo>
                <a:lnTo>
                  <a:pt x="1096556" y="79400"/>
                </a:lnTo>
                <a:lnTo>
                  <a:pt x="1086231" y="62496"/>
                </a:lnTo>
                <a:lnTo>
                  <a:pt x="1073581" y="53352"/>
                </a:lnTo>
                <a:lnTo>
                  <a:pt x="1070749" y="51295"/>
                </a:lnTo>
                <a:lnTo>
                  <a:pt x="1068260" y="50774"/>
                </a:lnTo>
                <a:lnTo>
                  <a:pt x="1068260" y="100596"/>
                </a:lnTo>
                <a:lnTo>
                  <a:pt x="1068260" y="103644"/>
                </a:lnTo>
                <a:lnTo>
                  <a:pt x="1067409" y="124040"/>
                </a:lnTo>
                <a:lnTo>
                  <a:pt x="1064514" y="138125"/>
                </a:lnTo>
                <a:lnTo>
                  <a:pt x="1059319" y="145618"/>
                </a:lnTo>
                <a:lnTo>
                  <a:pt x="1051560" y="147840"/>
                </a:lnTo>
                <a:lnTo>
                  <a:pt x="1043127" y="145618"/>
                </a:lnTo>
                <a:lnTo>
                  <a:pt x="1034796" y="103644"/>
                </a:lnTo>
                <a:lnTo>
                  <a:pt x="1034872" y="100596"/>
                </a:lnTo>
                <a:lnTo>
                  <a:pt x="1043228" y="55829"/>
                </a:lnTo>
                <a:lnTo>
                  <a:pt x="1051560" y="53352"/>
                </a:lnTo>
                <a:lnTo>
                  <a:pt x="1059319" y="55829"/>
                </a:lnTo>
                <a:lnTo>
                  <a:pt x="1064514" y="64020"/>
                </a:lnTo>
                <a:lnTo>
                  <a:pt x="1064539" y="64211"/>
                </a:lnTo>
                <a:lnTo>
                  <a:pt x="1067409" y="79070"/>
                </a:lnTo>
                <a:lnTo>
                  <a:pt x="1067435" y="79705"/>
                </a:lnTo>
                <a:lnTo>
                  <a:pt x="1068260" y="100596"/>
                </a:lnTo>
                <a:lnTo>
                  <a:pt x="1068260" y="50774"/>
                </a:lnTo>
                <a:lnTo>
                  <a:pt x="1016889" y="62496"/>
                </a:lnTo>
                <a:lnTo>
                  <a:pt x="1002792" y="100596"/>
                </a:lnTo>
                <a:lnTo>
                  <a:pt x="1006335" y="122428"/>
                </a:lnTo>
                <a:lnTo>
                  <a:pt x="1016317" y="139268"/>
                </a:lnTo>
                <a:lnTo>
                  <a:pt x="1031722" y="150101"/>
                </a:lnTo>
                <a:lnTo>
                  <a:pt x="1051560" y="153936"/>
                </a:lnTo>
                <a:lnTo>
                  <a:pt x="1070749" y="149885"/>
                </a:lnTo>
                <a:lnTo>
                  <a:pt x="1073581" y="147840"/>
                </a:lnTo>
                <a:lnTo>
                  <a:pt x="1086231" y="138696"/>
                </a:lnTo>
                <a:lnTo>
                  <a:pt x="1096556" y="121780"/>
                </a:lnTo>
                <a:lnTo>
                  <a:pt x="1100328" y="100596"/>
                </a:lnTo>
                <a:close/>
              </a:path>
              <a:path w="1222375" h="195580">
                <a:moveTo>
                  <a:pt x="1222248" y="146316"/>
                </a:moveTo>
                <a:lnTo>
                  <a:pt x="1214628" y="144792"/>
                </a:lnTo>
                <a:lnTo>
                  <a:pt x="1211580" y="141744"/>
                </a:lnTo>
                <a:lnTo>
                  <a:pt x="1211580" y="77736"/>
                </a:lnTo>
                <a:lnTo>
                  <a:pt x="1209624" y="65252"/>
                </a:lnTo>
                <a:lnTo>
                  <a:pt x="1207998" y="62496"/>
                </a:lnTo>
                <a:lnTo>
                  <a:pt x="1203960" y="55638"/>
                </a:lnTo>
                <a:lnTo>
                  <a:pt x="1194854" y="49441"/>
                </a:lnTo>
                <a:lnTo>
                  <a:pt x="1182624" y="47256"/>
                </a:lnTo>
                <a:lnTo>
                  <a:pt x="1173784" y="48412"/>
                </a:lnTo>
                <a:lnTo>
                  <a:pt x="1165669" y="52019"/>
                </a:lnTo>
                <a:lnTo>
                  <a:pt x="1158405" y="58178"/>
                </a:lnTo>
                <a:lnTo>
                  <a:pt x="1152144" y="67068"/>
                </a:lnTo>
                <a:lnTo>
                  <a:pt x="1152144" y="50304"/>
                </a:lnTo>
                <a:lnTo>
                  <a:pt x="1110996" y="50304"/>
                </a:lnTo>
                <a:lnTo>
                  <a:pt x="1110996" y="56400"/>
                </a:lnTo>
                <a:lnTo>
                  <a:pt x="1120140" y="57924"/>
                </a:lnTo>
                <a:lnTo>
                  <a:pt x="1121664" y="59448"/>
                </a:lnTo>
                <a:lnTo>
                  <a:pt x="1121664" y="141744"/>
                </a:lnTo>
                <a:lnTo>
                  <a:pt x="1120140" y="143268"/>
                </a:lnTo>
                <a:lnTo>
                  <a:pt x="1110996" y="146316"/>
                </a:lnTo>
                <a:lnTo>
                  <a:pt x="1110996" y="150888"/>
                </a:lnTo>
                <a:lnTo>
                  <a:pt x="1162812" y="150888"/>
                </a:lnTo>
                <a:lnTo>
                  <a:pt x="1162812" y="146316"/>
                </a:lnTo>
                <a:lnTo>
                  <a:pt x="1155192" y="144792"/>
                </a:lnTo>
                <a:lnTo>
                  <a:pt x="1152144" y="141744"/>
                </a:lnTo>
                <a:lnTo>
                  <a:pt x="1152144" y="74688"/>
                </a:lnTo>
                <a:lnTo>
                  <a:pt x="1159764" y="67068"/>
                </a:lnTo>
                <a:lnTo>
                  <a:pt x="1161288" y="65544"/>
                </a:lnTo>
                <a:lnTo>
                  <a:pt x="1165860" y="62496"/>
                </a:lnTo>
                <a:lnTo>
                  <a:pt x="1178052" y="62496"/>
                </a:lnTo>
                <a:lnTo>
                  <a:pt x="1181100" y="68592"/>
                </a:lnTo>
                <a:lnTo>
                  <a:pt x="1181100" y="141744"/>
                </a:lnTo>
                <a:lnTo>
                  <a:pt x="1179576" y="144792"/>
                </a:lnTo>
                <a:lnTo>
                  <a:pt x="1171956" y="146316"/>
                </a:lnTo>
                <a:lnTo>
                  <a:pt x="1171956" y="150888"/>
                </a:lnTo>
                <a:lnTo>
                  <a:pt x="1222248" y="150888"/>
                </a:lnTo>
                <a:lnTo>
                  <a:pt x="1222248" y="1463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2628900" y="3992879"/>
            <a:ext cx="2339340" cy="36830"/>
            <a:chOff x="2628900" y="3992879"/>
            <a:chExt cx="2339340" cy="36830"/>
          </a:xfrm>
        </p:grpSpPr>
        <p:sp>
          <p:nvSpPr>
            <p:cNvPr id="32" name="object 32" descr=""/>
            <p:cNvSpPr/>
            <p:nvPr/>
          </p:nvSpPr>
          <p:spPr>
            <a:xfrm>
              <a:off x="2628900" y="4011167"/>
              <a:ext cx="2293620" cy="0"/>
            </a:xfrm>
            <a:custGeom>
              <a:avLst/>
              <a:gdLst/>
              <a:ahLst/>
              <a:cxnLst/>
              <a:rect l="l" t="t" r="r" b="b"/>
              <a:pathLst>
                <a:path w="2293620" h="0">
                  <a:moveTo>
                    <a:pt x="0" y="0"/>
                  </a:moveTo>
                  <a:lnTo>
                    <a:pt x="2293619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917947" y="3992879"/>
              <a:ext cx="50800" cy="36830"/>
            </a:xfrm>
            <a:custGeom>
              <a:avLst/>
              <a:gdLst/>
              <a:ahLst/>
              <a:cxnLst/>
              <a:rect l="l" t="t" r="r" b="b"/>
              <a:pathLst>
                <a:path w="50800" h="36829">
                  <a:moveTo>
                    <a:pt x="0" y="36575"/>
                  </a:moveTo>
                  <a:lnTo>
                    <a:pt x="0" y="0"/>
                  </a:lnTo>
                  <a:lnTo>
                    <a:pt x="12358" y="5643"/>
                  </a:lnTo>
                  <a:lnTo>
                    <a:pt x="25717" y="10858"/>
                  </a:lnTo>
                  <a:lnTo>
                    <a:pt x="38790" y="15216"/>
                  </a:lnTo>
                  <a:lnTo>
                    <a:pt x="50291" y="18287"/>
                  </a:lnTo>
                  <a:lnTo>
                    <a:pt x="38790" y="21359"/>
                  </a:lnTo>
                  <a:lnTo>
                    <a:pt x="25717" y="25717"/>
                  </a:lnTo>
                  <a:lnTo>
                    <a:pt x="12358" y="30932"/>
                  </a:lnTo>
                  <a:lnTo>
                    <a:pt x="0" y="36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" name="object 34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017008" y="3976116"/>
            <a:ext cx="71628" cy="68580"/>
          </a:xfrm>
          <a:prstGeom prst="rect">
            <a:avLst/>
          </a:prstGeom>
        </p:spPr>
      </p:pic>
      <p:grpSp>
        <p:nvGrpSpPr>
          <p:cNvPr id="35" name="object 35" descr=""/>
          <p:cNvGrpSpPr/>
          <p:nvPr/>
        </p:nvGrpSpPr>
        <p:grpSpPr>
          <a:xfrm>
            <a:off x="2788920" y="2570988"/>
            <a:ext cx="38100" cy="1620520"/>
            <a:chOff x="2788920" y="2570988"/>
            <a:chExt cx="38100" cy="1620520"/>
          </a:xfrm>
        </p:grpSpPr>
        <p:sp>
          <p:nvSpPr>
            <p:cNvPr id="36" name="object 36" descr=""/>
            <p:cNvSpPr/>
            <p:nvPr/>
          </p:nvSpPr>
          <p:spPr>
            <a:xfrm>
              <a:off x="2808732" y="2616707"/>
              <a:ext cx="0" cy="1574800"/>
            </a:xfrm>
            <a:custGeom>
              <a:avLst/>
              <a:gdLst/>
              <a:ahLst/>
              <a:cxnLst/>
              <a:rect l="l" t="t" r="r" b="b"/>
              <a:pathLst>
                <a:path w="0" h="1574800">
                  <a:moveTo>
                    <a:pt x="0" y="1574291"/>
                  </a:moveTo>
                  <a:lnTo>
                    <a:pt x="0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788920" y="2570988"/>
              <a:ext cx="38100" cy="50800"/>
            </a:xfrm>
            <a:custGeom>
              <a:avLst/>
              <a:gdLst/>
              <a:ahLst/>
              <a:cxnLst/>
              <a:rect l="l" t="t" r="r" b="b"/>
              <a:pathLst>
                <a:path w="38100" h="50800">
                  <a:moveTo>
                    <a:pt x="38100" y="50292"/>
                  </a:moveTo>
                  <a:lnTo>
                    <a:pt x="0" y="50292"/>
                  </a:lnTo>
                  <a:lnTo>
                    <a:pt x="6524" y="37933"/>
                  </a:lnTo>
                  <a:lnTo>
                    <a:pt x="12192" y="24574"/>
                  </a:lnTo>
                  <a:lnTo>
                    <a:pt x="16716" y="11501"/>
                  </a:lnTo>
                  <a:lnTo>
                    <a:pt x="19812" y="0"/>
                  </a:lnTo>
                  <a:lnTo>
                    <a:pt x="22026" y="11501"/>
                  </a:lnTo>
                  <a:lnTo>
                    <a:pt x="26098" y="24574"/>
                  </a:lnTo>
                  <a:lnTo>
                    <a:pt x="31599" y="37933"/>
                  </a:lnTo>
                  <a:lnTo>
                    <a:pt x="38100" y="50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8" name="object 3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770631" y="2418588"/>
            <a:ext cx="68580" cy="97536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2982468" y="2653283"/>
            <a:ext cx="1811020" cy="1183640"/>
            <a:chOff x="2982468" y="2653283"/>
            <a:chExt cx="1811020" cy="1183640"/>
          </a:xfrm>
        </p:grpSpPr>
        <p:sp>
          <p:nvSpPr>
            <p:cNvPr id="40" name="object 40" descr=""/>
            <p:cNvSpPr/>
            <p:nvPr/>
          </p:nvSpPr>
          <p:spPr>
            <a:xfrm>
              <a:off x="2982468" y="2746755"/>
              <a:ext cx="1811020" cy="1089660"/>
            </a:xfrm>
            <a:custGeom>
              <a:avLst/>
              <a:gdLst/>
              <a:ahLst/>
              <a:cxnLst/>
              <a:rect l="l" t="t" r="r" b="b"/>
              <a:pathLst>
                <a:path w="1811020" h="1089660">
                  <a:moveTo>
                    <a:pt x="925055" y="545096"/>
                  </a:moveTo>
                  <a:lnTo>
                    <a:pt x="923467" y="537489"/>
                  </a:lnTo>
                  <a:lnTo>
                    <a:pt x="919149" y="531190"/>
                  </a:lnTo>
                  <a:lnTo>
                    <a:pt x="912850" y="526872"/>
                  </a:lnTo>
                  <a:lnTo>
                    <a:pt x="905243" y="525284"/>
                  </a:lnTo>
                  <a:lnTo>
                    <a:pt x="897890" y="526872"/>
                  </a:lnTo>
                  <a:lnTo>
                    <a:pt x="892098" y="531190"/>
                  </a:lnTo>
                  <a:lnTo>
                    <a:pt x="888314" y="537489"/>
                  </a:lnTo>
                  <a:lnTo>
                    <a:pt x="886955" y="545096"/>
                  </a:lnTo>
                  <a:lnTo>
                    <a:pt x="888314" y="551802"/>
                  </a:lnTo>
                  <a:lnTo>
                    <a:pt x="892098" y="557669"/>
                  </a:lnTo>
                  <a:lnTo>
                    <a:pt x="897890" y="561809"/>
                  </a:lnTo>
                  <a:lnTo>
                    <a:pt x="905243" y="563384"/>
                  </a:lnTo>
                  <a:lnTo>
                    <a:pt x="912850" y="561809"/>
                  </a:lnTo>
                  <a:lnTo>
                    <a:pt x="919149" y="557669"/>
                  </a:lnTo>
                  <a:lnTo>
                    <a:pt x="923467" y="551802"/>
                  </a:lnTo>
                  <a:lnTo>
                    <a:pt x="925055" y="545096"/>
                  </a:lnTo>
                  <a:close/>
                </a:path>
                <a:path w="1811020" h="1089660">
                  <a:moveTo>
                    <a:pt x="1810512" y="0"/>
                  </a:moveTo>
                  <a:lnTo>
                    <a:pt x="1801368" y="0"/>
                  </a:lnTo>
                  <a:lnTo>
                    <a:pt x="1801368" y="10160"/>
                  </a:lnTo>
                  <a:lnTo>
                    <a:pt x="1801368" y="1079500"/>
                  </a:lnTo>
                  <a:lnTo>
                    <a:pt x="10668" y="1079500"/>
                  </a:lnTo>
                  <a:lnTo>
                    <a:pt x="10668" y="1080008"/>
                  </a:lnTo>
                  <a:lnTo>
                    <a:pt x="6096" y="1080008"/>
                  </a:lnTo>
                  <a:lnTo>
                    <a:pt x="6096" y="1079500"/>
                  </a:lnTo>
                  <a:lnTo>
                    <a:pt x="10668" y="1079500"/>
                  </a:lnTo>
                  <a:lnTo>
                    <a:pt x="10668" y="10160"/>
                  </a:lnTo>
                  <a:lnTo>
                    <a:pt x="1801368" y="10160"/>
                  </a:lnTo>
                  <a:lnTo>
                    <a:pt x="1801368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079500"/>
                  </a:lnTo>
                  <a:lnTo>
                    <a:pt x="0" y="1084580"/>
                  </a:lnTo>
                  <a:lnTo>
                    <a:pt x="0" y="1089660"/>
                  </a:lnTo>
                  <a:lnTo>
                    <a:pt x="1810512" y="1089660"/>
                  </a:lnTo>
                  <a:lnTo>
                    <a:pt x="1810512" y="1084580"/>
                  </a:lnTo>
                  <a:lnTo>
                    <a:pt x="1810512" y="1079500"/>
                  </a:lnTo>
                  <a:lnTo>
                    <a:pt x="1810512" y="10160"/>
                  </a:lnTo>
                  <a:lnTo>
                    <a:pt x="1810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947160" y="3345180"/>
              <a:ext cx="97536" cy="103632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3165348" y="2715767"/>
              <a:ext cx="434340" cy="219710"/>
            </a:xfrm>
            <a:custGeom>
              <a:avLst/>
              <a:gdLst/>
              <a:ahLst/>
              <a:cxnLst/>
              <a:rect l="l" t="t" r="r" b="b"/>
              <a:pathLst>
                <a:path w="434339" h="219710">
                  <a:moveTo>
                    <a:pt x="434340" y="0"/>
                  </a:moveTo>
                  <a:lnTo>
                    <a:pt x="419519" y="3098"/>
                  </a:lnTo>
                  <a:lnTo>
                    <a:pt x="401574" y="5334"/>
                  </a:lnTo>
                  <a:lnTo>
                    <a:pt x="382473" y="6438"/>
                  </a:lnTo>
                  <a:lnTo>
                    <a:pt x="364236" y="6096"/>
                  </a:lnTo>
                  <a:lnTo>
                    <a:pt x="373621" y="24257"/>
                  </a:lnTo>
                  <a:lnTo>
                    <a:pt x="0" y="210324"/>
                  </a:lnTo>
                  <a:lnTo>
                    <a:pt x="4559" y="219468"/>
                  </a:lnTo>
                  <a:lnTo>
                    <a:pt x="378320" y="33350"/>
                  </a:lnTo>
                  <a:lnTo>
                    <a:pt x="387096" y="50292"/>
                  </a:lnTo>
                  <a:lnTo>
                    <a:pt x="397687" y="36220"/>
                  </a:lnTo>
                  <a:lnTo>
                    <a:pt x="410146" y="22288"/>
                  </a:lnTo>
                  <a:lnTo>
                    <a:pt x="422884" y="9791"/>
                  </a:lnTo>
                  <a:lnTo>
                    <a:pt x="4343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657600" y="2653283"/>
              <a:ext cx="135635" cy="123443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4248899" y="3218700"/>
              <a:ext cx="363220" cy="436245"/>
            </a:xfrm>
            <a:custGeom>
              <a:avLst/>
              <a:gdLst/>
              <a:ahLst/>
              <a:cxnLst/>
              <a:rect l="l" t="t" r="r" b="b"/>
              <a:pathLst>
                <a:path w="363220" h="436245">
                  <a:moveTo>
                    <a:pt x="362724" y="429768"/>
                  </a:moveTo>
                  <a:lnTo>
                    <a:pt x="45567" y="47993"/>
                  </a:lnTo>
                  <a:lnTo>
                    <a:pt x="60960" y="35052"/>
                  </a:lnTo>
                  <a:lnTo>
                    <a:pt x="44373" y="28067"/>
                  </a:lnTo>
                  <a:lnTo>
                    <a:pt x="27622" y="19240"/>
                  </a:lnTo>
                  <a:lnTo>
                    <a:pt x="12319" y="9537"/>
                  </a:lnTo>
                  <a:lnTo>
                    <a:pt x="0" y="0"/>
                  </a:lnTo>
                  <a:lnTo>
                    <a:pt x="6146" y="14325"/>
                  </a:lnTo>
                  <a:lnTo>
                    <a:pt x="12573" y="31242"/>
                  </a:lnTo>
                  <a:lnTo>
                    <a:pt x="18440" y="49288"/>
                  </a:lnTo>
                  <a:lnTo>
                    <a:pt x="22860" y="67056"/>
                  </a:lnTo>
                  <a:lnTo>
                    <a:pt x="38087" y="54267"/>
                  </a:lnTo>
                  <a:lnTo>
                    <a:pt x="355092" y="435851"/>
                  </a:lnTo>
                  <a:lnTo>
                    <a:pt x="362724" y="4297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040124" y="3038855"/>
              <a:ext cx="143256" cy="124968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3863340" y="3291852"/>
              <a:ext cx="50800" cy="539750"/>
            </a:xfrm>
            <a:custGeom>
              <a:avLst/>
              <a:gdLst/>
              <a:ahLst/>
              <a:cxnLst/>
              <a:rect l="l" t="t" r="r" b="b"/>
              <a:pathLst>
                <a:path w="50800" h="539750">
                  <a:moveTo>
                    <a:pt x="50292" y="65532"/>
                  </a:moveTo>
                  <a:lnTo>
                    <a:pt x="41529" y="49288"/>
                  </a:lnTo>
                  <a:lnTo>
                    <a:pt x="33909" y="31623"/>
                  </a:lnTo>
                  <a:lnTo>
                    <a:pt x="28003" y="14516"/>
                  </a:lnTo>
                  <a:lnTo>
                    <a:pt x="24384" y="0"/>
                  </a:lnTo>
                  <a:lnTo>
                    <a:pt x="20993" y="14516"/>
                  </a:lnTo>
                  <a:lnTo>
                    <a:pt x="15621" y="31623"/>
                  </a:lnTo>
                  <a:lnTo>
                    <a:pt x="8521" y="49288"/>
                  </a:lnTo>
                  <a:lnTo>
                    <a:pt x="0" y="65532"/>
                  </a:lnTo>
                  <a:lnTo>
                    <a:pt x="19799" y="65532"/>
                  </a:lnTo>
                  <a:lnTo>
                    <a:pt x="19799" y="539483"/>
                  </a:lnTo>
                  <a:lnTo>
                    <a:pt x="30467" y="539483"/>
                  </a:lnTo>
                  <a:lnTo>
                    <a:pt x="30467" y="65532"/>
                  </a:lnTo>
                  <a:lnTo>
                    <a:pt x="50292" y="655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80459" y="3227831"/>
              <a:ext cx="137160" cy="126492"/>
            </a:xfrm>
            <a:prstGeom prst="rect">
              <a:avLst/>
            </a:prstGeom>
          </p:spPr>
        </p:pic>
      </p:grpSp>
      <p:pic>
        <p:nvPicPr>
          <p:cNvPr id="48" name="object 48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17447" y="4698491"/>
            <a:ext cx="2464308" cy="196595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17447" y="5180076"/>
            <a:ext cx="184404" cy="103632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84148" y="5180076"/>
            <a:ext cx="182880" cy="103632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449324" y="5180076"/>
            <a:ext cx="182879" cy="103632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17447" y="5958840"/>
            <a:ext cx="105156" cy="102108"/>
          </a:xfrm>
          <a:prstGeom prst="rect">
            <a:avLst/>
          </a:prstGeom>
        </p:spPr>
      </p:pic>
      <p:sp>
        <p:nvSpPr>
          <p:cNvPr id="53" name="object 53" descr=""/>
          <p:cNvSpPr/>
          <p:nvPr/>
        </p:nvSpPr>
        <p:spPr>
          <a:xfrm>
            <a:off x="1075944" y="6001511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5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5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19200" y="5952744"/>
            <a:ext cx="1231391" cy="137159"/>
          </a:xfrm>
          <a:prstGeom prst="rect">
            <a:avLst/>
          </a:prstGeom>
        </p:spPr>
      </p:pic>
      <p:grpSp>
        <p:nvGrpSpPr>
          <p:cNvPr id="55" name="object 55" descr=""/>
          <p:cNvGrpSpPr/>
          <p:nvPr/>
        </p:nvGrpSpPr>
        <p:grpSpPr>
          <a:xfrm>
            <a:off x="2656332" y="5952744"/>
            <a:ext cx="166370" cy="137160"/>
            <a:chOff x="2656332" y="5952744"/>
            <a:chExt cx="166370" cy="137160"/>
          </a:xfrm>
        </p:grpSpPr>
        <p:sp>
          <p:nvSpPr>
            <p:cNvPr id="56" name="object 56" descr=""/>
            <p:cNvSpPr/>
            <p:nvPr/>
          </p:nvSpPr>
          <p:spPr>
            <a:xfrm>
              <a:off x="2656332" y="5952743"/>
              <a:ext cx="38100" cy="137160"/>
            </a:xfrm>
            <a:custGeom>
              <a:avLst/>
              <a:gdLst/>
              <a:ahLst/>
              <a:cxnLst/>
              <a:rect l="l" t="t" r="r" b="b"/>
              <a:pathLst>
                <a:path w="38100" h="137160">
                  <a:moveTo>
                    <a:pt x="762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620" y="137160"/>
                  </a:lnTo>
                  <a:lnTo>
                    <a:pt x="7620" y="0"/>
                  </a:lnTo>
                  <a:close/>
                </a:path>
                <a:path w="38100" h="137160">
                  <a:moveTo>
                    <a:pt x="38100" y="0"/>
                  </a:moveTo>
                  <a:lnTo>
                    <a:pt x="30480" y="0"/>
                  </a:lnTo>
                  <a:lnTo>
                    <a:pt x="30480" y="137160"/>
                  </a:lnTo>
                  <a:lnTo>
                    <a:pt x="38100" y="13716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717292" y="5958840"/>
              <a:ext cx="105156" cy="102108"/>
            </a:xfrm>
            <a:prstGeom prst="rect">
              <a:avLst/>
            </a:prstGeom>
          </p:spPr>
        </p:pic>
      </p:grpSp>
      <p:sp>
        <p:nvSpPr>
          <p:cNvPr id="58" name="object 58" descr=""/>
          <p:cNvSpPr/>
          <p:nvPr/>
        </p:nvSpPr>
        <p:spPr>
          <a:xfrm>
            <a:off x="2842247" y="5952743"/>
            <a:ext cx="38100" cy="137160"/>
          </a:xfrm>
          <a:custGeom>
            <a:avLst/>
            <a:gdLst/>
            <a:ahLst/>
            <a:cxnLst/>
            <a:rect l="l" t="t" r="r" b="b"/>
            <a:pathLst>
              <a:path w="38100" h="13716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  <a:path w="38100" h="137160">
                <a:moveTo>
                  <a:pt x="38100" y="0"/>
                </a:moveTo>
                <a:lnTo>
                  <a:pt x="30480" y="0"/>
                </a:lnTo>
                <a:lnTo>
                  <a:pt x="30480" y="137160"/>
                </a:lnTo>
                <a:lnTo>
                  <a:pt x="38100" y="13716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2950464" y="6001511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5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5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0" name="object 60" descr=""/>
          <p:cNvGrpSpPr/>
          <p:nvPr/>
        </p:nvGrpSpPr>
        <p:grpSpPr>
          <a:xfrm>
            <a:off x="3096768" y="5958840"/>
            <a:ext cx="662940" cy="123825"/>
            <a:chOff x="3096768" y="5958840"/>
            <a:chExt cx="662940" cy="123825"/>
          </a:xfrm>
        </p:grpSpPr>
        <p:sp>
          <p:nvSpPr>
            <p:cNvPr id="61" name="object 61" descr=""/>
            <p:cNvSpPr/>
            <p:nvPr/>
          </p:nvSpPr>
          <p:spPr>
            <a:xfrm>
              <a:off x="3096768" y="5958840"/>
              <a:ext cx="43180" cy="102235"/>
            </a:xfrm>
            <a:custGeom>
              <a:avLst/>
              <a:gdLst/>
              <a:ahLst/>
              <a:cxnLst/>
              <a:rect l="l" t="t" r="r" b="b"/>
              <a:pathLst>
                <a:path w="43180" h="102235">
                  <a:moveTo>
                    <a:pt x="42672" y="102108"/>
                  </a:moveTo>
                  <a:lnTo>
                    <a:pt x="1524" y="102108"/>
                  </a:lnTo>
                  <a:lnTo>
                    <a:pt x="1524" y="100584"/>
                  </a:lnTo>
                  <a:lnTo>
                    <a:pt x="7620" y="100584"/>
                  </a:lnTo>
                  <a:lnTo>
                    <a:pt x="9144" y="99060"/>
                  </a:lnTo>
                  <a:lnTo>
                    <a:pt x="12192" y="97536"/>
                  </a:lnTo>
                  <a:lnTo>
                    <a:pt x="15240" y="97536"/>
                  </a:lnTo>
                  <a:lnTo>
                    <a:pt x="15240" y="15240"/>
                  </a:lnTo>
                  <a:lnTo>
                    <a:pt x="13716" y="12192"/>
                  </a:lnTo>
                  <a:lnTo>
                    <a:pt x="9144" y="12192"/>
                  </a:lnTo>
                  <a:lnTo>
                    <a:pt x="7620" y="13716"/>
                  </a:lnTo>
                  <a:lnTo>
                    <a:pt x="4572" y="13716"/>
                  </a:lnTo>
                  <a:lnTo>
                    <a:pt x="3048" y="15240"/>
                  </a:lnTo>
                  <a:lnTo>
                    <a:pt x="0" y="15240"/>
                  </a:lnTo>
                  <a:lnTo>
                    <a:pt x="0" y="13716"/>
                  </a:lnTo>
                  <a:lnTo>
                    <a:pt x="27432" y="0"/>
                  </a:lnTo>
                  <a:lnTo>
                    <a:pt x="28956" y="0"/>
                  </a:lnTo>
                  <a:lnTo>
                    <a:pt x="28956" y="99060"/>
                  </a:lnTo>
                  <a:lnTo>
                    <a:pt x="32004" y="100584"/>
                  </a:lnTo>
                  <a:lnTo>
                    <a:pt x="42672" y="100584"/>
                  </a:lnTo>
                  <a:lnTo>
                    <a:pt x="42672" y="102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159252" y="5958840"/>
              <a:ext cx="140207" cy="103632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320796" y="5958840"/>
              <a:ext cx="438912" cy="123443"/>
            </a:xfrm>
            <a:prstGeom prst="rect">
              <a:avLst/>
            </a:prstGeom>
          </p:spPr>
        </p:pic>
      </p:grpSp>
      <p:pic>
        <p:nvPicPr>
          <p:cNvPr id="64" name="object 64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102607" y="5958840"/>
            <a:ext cx="216408" cy="126492"/>
          </a:xfrm>
          <a:prstGeom prst="rect">
            <a:avLst/>
          </a:prstGeom>
        </p:spPr>
      </p:pic>
      <p:sp>
        <p:nvSpPr>
          <p:cNvPr id="65" name="object 65" descr=""/>
          <p:cNvSpPr/>
          <p:nvPr/>
        </p:nvSpPr>
        <p:spPr>
          <a:xfrm>
            <a:off x="4386072" y="6001511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4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4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6" name="object 66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529327" y="5952744"/>
            <a:ext cx="1078991" cy="137159"/>
          </a:xfrm>
          <a:prstGeom prst="rect">
            <a:avLst/>
          </a:prstGeom>
        </p:spPr>
      </p:pic>
      <p:grpSp>
        <p:nvGrpSpPr>
          <p:cNvPr id="67" name="object 67" descr=""/>
          <p:cNvGrpSpPr/>
          <p:nvPr/>
        </p:nvGrpSpPr>
        <p:grpSpPr>
          <a:xfrm>
            <a:off x="5814060" y="5952744"/>
            <a:ext cx="277495" cy="137160"/>
            <a:chOff x="5814060" y="5952744"/>
            <a:chExt cx="277495" cy="137160"/>
          </a:xfrm>
        </p:grpSpPr>
        <p:sp>
          <p:nvSpPr>
            <p:cNvPr id="68" name="object 68" descr=""/>
            <p:cNvSpPr/>
            <p:nvPr/>
          </p:nvSpPr>
          <p:spPr>
            <a:xfrm>
              <a:off x="5814060" y="5952743"/>
              <a:ext cx="38100" cy="137160"/>
            </a:xfrm>
            <a:custGeom>
              <a:avLst/>
              <a:gdLst/>
              <a:ahLst/>
              <a:cxnLst/>
              <a:rect l="l" t="t" r="r" b="b"/>
              <a:pathLst>
                <a:path w="38100" h="137160">
                  <a:moveTo>
                    <a:pt x="762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620" y="137160"/>
                  </a:lnTo>
                  <a:lnTo>
                    <a:pt x="7620" y="0"/>
                  </a:lnTo>
                  <a:close/>
                </a:path>
                <a:path w="38100" h="137160">
                  <a:moveTo>
                    <a:pt x="38100" y="0"/>
                  </a:moveTo>
                  <a:lnTo>
                    <a:pt x="30480" y="0"/>
                  </a:lnTo>
                  <a:lnTo>
                    <a:pt x="30480" y="137160"/>
                  </a:lnTo>
                  <a:lnTo>
                    <a:pt x="38100" y="13716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875020" y="5958840"/>
              <a:ext cx="216408" cy="126492"/>
            </a:xfrm>
            <a:prstGeom prst="rect">
              <a:avLst/>
            </a:prstGeom>
          </p:spPr>
        </p:pic>
      </p:grpSp>
      <p:sp>
        <p:nvSpPr>
          <p:cNvPr id="70" name="object 70" descr=""/>
          <p:cNvSpPr/>
          <p:nvPr/>
        </p:nvSpPr>
        <p:spPr>
          <a:xfrm>
            <a:off x="6124943" y="5952743"/>
            <a:ext cx="38100" cy="137160"/>
          </a:xfrm>
          <a:custGeom>
            <a:avLst/>
            <a:gdLst/>
            <a:ahLst/>
            <a:cxnLst/>
            <a:rect l="l" t="t" r="r" b="b"/>
            <a:pathLst>
              <a:path w="38100" h="13716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  <a:path w="38100" h="137160">
                <a:moveTo>
                  <a:pt x="38100" y="0"/>
                </a:moveTo>
                <a:lnTo>
                  <a:pt x="30480" y="0"/>
                </a:lnTo>
                <a:lnTo>
                  <a:pt x="30480" y="137160"/>
                </a:lnTo>
                <a:lnTo>
                  <a:pt x="38100" y="137160"/>
                </a:lnTo>
                <a:lnTo>
                  <a:pt x="381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6234683" y="6001511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4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4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2" name="object 72" descr=""/>
          <p:cNvGrpSpPr/>
          <p:nvPr/>
        </p:nvGrpSpPr>
        <p:grpSpPr>
          <a:xfrm>
            <a:off x="6380988" y="5958840"/>
            <a:ext cx="662940" cy="105410"/>
            <a:chOff x="6380988" y="5958840"/>
            <a:chExt cx="662940" cy="105410"/>
          </a:xfrm>
        </p:grpSpPr>
        <p:sp>
          <p:nvSpPr>
            <p:cNvPr id="73" name="object 73" descr=""/>
            <p:cNvSpPr/>
            <p:nvPr/>
          </p:nvSpPr>
          <p:spPr>
            <a:xfrm>
              <a:off x="6380988" y="5958840"/>
              <a:ext cx="43180" cy="102235"/>
            </a:xfrm>
            <a:custGeom>
              <a:avLst/>
              <a:gdLst/>
              <a:ahLst/>
              <a:cxnLst/>
              <a:rect l="l" t="t" r="r" b="b"/>
              <a:pathLst>
                <a:path w="43179" h="102235">
                  <a:moveTo>
                    <a:pt x="42672" y="102108"/>
                  </a:moveTo>
                  <a:lnTo>
                    <a:pt x="0" y="102108"/>
                  </a:lnTo>
                  <a:lnTo>
                    <a:pt x="0" y="100584"/>
                  </a:lnTo>
                  <a:lnTo>
                    <a:pt x="7620" y="100584"/>
                  </a:lnTo>
                  <a:lnTo>
                    <a:pt x="9144" y="99060"/>
                  </a:lnTo>
                  <a:lnTo>
                    <a:pt x="12192" y="97536"/>
                  </a:lnTo>
                  <a:lnTo>
                    <a:pt x="13716" y="97536"/>
                  </a:lnTo>
                  <a:lnTo>
                    <a:pt x="15240" y="92964"/>
                  </a:lnTo>
                  <a:lnTo>
                    <a:pt x="15240" y="15240"/>
                  </a:lnTo>
                  <a:lnTo>
                    <a:pt x="13716" y="12192"/>
                  </a:lnTo>
                  <a:lnTo>
                    <a:pt x="9144" y="12192"/>
                  </a:lnTo>
                  <a:lnTo>
                    <a:pt x="6096" y="13716"/>
                  </a:lnTo>
                  <a:lnTo>
                    <a:pt x="3048" y="13716"/>
                  </a:lnTo>
                  <a:lnTo>
                    <a:pt x="3048" y="15240"/>
                  </a:lnTo>
                  <a:lnTo>
                    <a:pt x="0" y="15240"/>
                  </a:lnTo>
                  <a:lnTo>
                    <a:pt x="0" y="13716"/>
                  </a:lnTo>
                  <a:lnTo>
                    <a:pt x="27432" y="0"/>
                  </a:lnTo>
                  <a:lnTo>
                    <a:pt x="28956" y="0"/>
                  </a:lnTo>
                  <a:lnTo>
                    <a:pt x="28956" y="99060"/>
                  </a:lnTo>
                  <a:lnTo>
                    <a:pt x="30480" y="100584"/>
                  </a:lnTo>
                  <a:lnTo>
                    <a:pt x="42672" y="100584"/>
                  </a:lnTo>
                  <a:lnTo>
                    <a:pt x="42672" y="102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443472" y="5958840"/>
              <a:ext cx="138683" cy="103632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605016" y="5958840"/>
              <a:ext cx="438912" cy="105156"/>
            </a:xfrm>
            <a:prstGeom prst="rect">
              <a:avLst/>
            </a:prstGeom>
          </p:spPr>
        </p:pic>
      </p:grpSp>
      <p:pic>
        <p:nvPicPr>
          <p:cNvPr id="76" name="object 76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171700" y="6428232"/>
            <a:ext cx="105156" cy="135635"/>
          </a:xfrm>
          <a:prstGeom prst="rect">
            <a:avLst/>
          </a:prstGeom>
        </p:spPr>
      </p:pic>
      <p:sp>
        <p:nvSpPr>
          <p:cNvPr id="77" name="object 77" descr=""/>
          <p:cNvSpPr/>
          <p:nvPr/>
        </p:nvSpPr>
        <p:spPr>
          <a:xfrm>
            <a:off x="2328672" y="6504432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5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5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8" name="object 78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009900" y="6359651"/>
            <a:ext cx="105156" cy="100584"/>
          </a:xfrm>
          <a:prstGeom prst="rect">
            <a:avLst/>
          </a:prstGeom>
        </p:spPr>
      </p:pic>
      <p:pic>
        <p:nvPicPr>
          <p:cNvPr id="79" name="object 79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2471927" y="6519671"/>
            <a:ext cx="1220724" cy="178308"/>
          </a:xfrm>
          <a:prstGeom prst="rect">
            <a:avLst/>
          </a:prstGeom>
        </p:spPr>
      </p:pic>
      <p:pic>
        <p:nvPicPr>
          <p:cNvPr id="80" name="object 80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4035552" y="6428232"/>
            <a:ext cx="135636" cy="135635"/>
          </a:xfrm>
          <a:prstGeom prst="rect">
            <a:avLst/>
          </a:prstGeom>
        </p:spPr>
      </p:pic>
      <p:sp>
        <p:nvSpPr>
          <p:cNvPr id="81" name="object 81" descr=""/>
          <p:cNvSpPr/>
          <p:nvPr/>
        </p:nvSpPr>
        <p:spPr>
          <a:xfrm>
            <a:off x="4227576" y="6504432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4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4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2" name="object 82" descr=""/>
          <p:cNvGrpSpPr/>
          <p:nvPr/>
        </p:nvGrpSpPr>
        <p:grpSpPr>
          <a:xfrm>
            <a:off x="4370832" y="6359651"/>
            <a:ext cx="1221105" cy="338455"/>
            <a:chOff x="4370832" y="6359651"/>
            <a:chExt cx="1221105" cy="338455"/>
          </a:xfrm>
        </p:grpSpPr>
        <p:pic>
          <p:nvPicPr>
            <p:cNvPr id="83" name="object 8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4844795" y="6359651"/>
              <a:ext cx="216408" cy="124968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370832" y="6519671"/>
              <a:ext cx="1176528" cy="178308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5574791" y="6548627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2191" y="16764"/>
                  </a:moveTo>
                  <a:lnTo>
                    <a:pt x="4571" y="16764"/>
                  </a:lnTo>
                  <a:lnTo>
                    <a:pt x="0" y="13716"/>
                  </a:lnTo>
                  <a:lnTo>
                    <a:pt x="0" y="3048"/>
                  </a:lnTo>
                  <a:lnTo>
                    <a:pt x="4571" y="0"/>
                  </a:lnTo>
                  <a:lnTo>
                    <a:pt x="12191" y="0"/>
                  </a:lnTo>
                  <a:lnTo>
                    <a:pt x="16763" y="4572"/>
                  </a:lnTo>
                  <a:lnTo>
                    <a:pt x="16763" y="9144"/>
                  </a:lnTo>
                  <a:lnTo>
                    <a:pt x="16763" y="13716"/>
                  </a:lnTo>
                  <a:lnTo>
                    <a:pt x="12191" y="1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6" name="object 86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925067" y="7069835"/>
            <a:ext cx="1639823" cy="195072"/>
          </a:xfrm>
          <a:prstGeom prst="rect">
            <a:avLst/>
          </a:prstGeom>
        </p:spPr>
      </p:pic>
      <p:pic>
        <p:nvPicPr>
          <p:cNvPr id="87" name="object 87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2630423" y="7072883"/>
            <a:ext cx="339851" cy="150876"/>
          </a:xfrm>
          <a:prstGeom prst="rect">
            <a:avLst/>
          </a:prstGeom>
        </p:spPr>
      </p:pic>
      <p:sp>
        <p:nvSpPr>
          <p:cNvPr id="88" name="object 88" descr=""/>
          <p:cNvSpPr/>
          <p:nvPr/>
        </p:nvSpPr>
        <p:spPr>
          <a:xfrm>
            <a:off x="3041904" y="7069835"/>
            <a:ext cx="1341120" cy="154305"/>
          </a:xfrm>
          <a:custGeom>
            <a:avLst/>
            <a:gdLst/>
            <a:ahLst/>
            <a:cxnLst/>
            <a:rect l="l" t="t" r="r" b="b"/>
            <a:pathLst>
              <a:path w="1341120" h="154304">
                <a:moveTo>
                  <a:pt x="138684" y="121920"/>
                </a:moveTo>
                <a:lnTo>
                  <a:pt x="131064" y="115824"/>
                </a:lnTo>
                <a:lnTo>
                  <a:pt x="122656" y="124764"/>
                </a:lnTo>
                <a:lnTo>
                  <a:pt x="115252" y="131254"/>
                </a:lnTo>
                <a:lnTo>
                  <a:pt x="108127" y="135763"/>
                </a:lnTo>
                <a:lnTo>
                  <a:pt x="100584" y="138684"/>
                </a:lnTo>
                <a:lnTo>
                  <a:pt x="94488" y="141732"/>
                </a:lnTo>
                <a:lnTo>
                  <a:pt x="86868" y="143256"/>
                </a:lnTo>
                <a:lnTo>
                  <a:pt x="80772" y="143256"/>
                </a:lnTo>
                <a:lnTo>
                  <a:pt x="47244" y="124968"/>
                </a:lnTo>
                <a:lnTo>
                  <a:pt x="38100" y="76200"/>
                </a:lnTo>
                <a:lnTo>
                  <a:pt x="40640" y="46202"/>
                </a:lnTo>
                <a:lnTo>
                  <a:pt x="48196" y="24765"/>
                </a:lnTo>
                <a:lnTo>
                  <a:pt x="60591" y="11912"/>
                </a:lnTo>
                <a:lnTo>
                  <a:pt x="77724" y="7620"/>
                </a:lnTo>
                <a:lnTo>
                  <a:pt x="85458" y="8242"/>
                </a:lnTo>
                <a:lnTo>
                  <a:pt x="118681" y="32385"/>
                </a:lnTo>
                <a:lnTo>
                  <a:pt x="129540" y="51816"/>
                </a:lnTo>
                <a:lnTo>
                  <a:pt x="134112" y="51816"/>
                </a:lnTo>
                <a:lnTo>
                  <a:pt x="134112" y="0"/>
                </a:lnTo>
                <a:lnTo>
                  <a:pt x="128016" y="0"/>
                </a:lnTo>
                <a:lnTo>
                  <a:pt x="124968" y="7620"/>
                </a:lnTo>
                <a:lnTo>
                  <a:pt x="123444" y="10668"/>
                </a:lnTo>
                <a:lnTo>
                  <a:pt x="117348" y="10668"/>
                </a:lnTo>
                <a:lnTo>
                  <a:pt x="114300" y="9144"/>
                </a:lnTo>
                <a:lnTo>
                  <a:pt x="108204" y="7620"/>
                </a:lnTo>
                <a:lnTo>
                  <a:pt x="99314" y="3860"/>
                </a:lnTo>
                <a:lnTo>
                  <a:pt x="90868" y="1524"/>
                </a:lnTo>
                <a:lnTo>
                  <a:pt x="82689" y="342"/>
                </a:lnTo>
                <a:lnTo>
                  <a:pt x="74676" y="0"/>
                </a:lnTo>
                <a:lnTo>
                  <a:pt x="44996" y="5930"/>
                </a:lnTo>
                <a:lnTo>
                  <a:pt x="21336" y="22288"/>
                </a:lnTo>
                <a:lnTo>
                  <a:pt x="5664" y="46939"/>
                </a:lnTo>
                <a:lnTo>
                  <a:pt x="0" y="77724"/>
                </a:lnTo>
                <a:lnTo>
                  <a:pt x="5473" y="108280"/>
                </a:lnTo>
                <a:lnTo>
                  <a:pt x="20955" y="132397"/>
                </a:lnTo>
                <a:lnTo>
                  <a:pt x="44996" y="148234"/>
                </a:lnTo>
                <a:lnTo>
                  <a:pt x="76200" y="153924"/>
                </a:lnTo>
                <a:lnTo>
                  <a:pt x="93675" y="152361"/>
                </a:lnTo>
                <a:lnTo>
                  <a:pt x="108585" y="147066"/>
                </a:lnTo>
                <a:lnTo>
                  <a:pt x="122910" y="137210"/>
                </a:lnTo>
                <a:lnTo>
                  <a:pt x="138684" y="121920"/>
                </a:lnTo>
                <a:close/>
              </a:path>
              <a:path w="1341120" h="154304">
                <a:moveTo>
                  <a:pt x="242303" y="54876"/>
                </a:moveTo>
                <a:lnTo>
                  <a:pt x="234683" y="47256"/>
                </a:lnTo>
                <a:lnTo>
                  <a:pt x="224015" y="47256"/>
                </a:lnTo>
                <a:lnTo>
                  <a:pt x="216281" y="48412"/>
                </a:lnTo>
                <a:lnTo>
                  <a:pt x="208965" y="52019"/>
                </a:lnTo>
                <a:lnTo>
                  <a:pt x="201942" y="58178"/>
                </a:lnTo>
                <a:lnTo>
                  <a:pt x="195059" y="67068"/>
                </a:lnTo>
                <a:lnTo>
                  <a:pt x="195059" y="50304"/>
                </a:lnTo>
                <a:lnTo>
                  <a:pt x="153911" y="50304"/>
                </a:lnTo>
                <a:lnTo>
                  <a:pt x="153911" y="54876"/>
                </a:lnTo>
                <a:lnTo>
                  <a:pt x="163055" y="56400"/>
                </a:lnTo>
                <a:lnTo>
                  <a:pt x="164579" y="59448"/>
                </a:lnTo>
                <a:lnTo>
                  <a:pt x="164579" y="140220"/>
                </a:lnTo>
                <a:lnTo>
                  <a:pt x="163055" y="143268"/>
                </a:lnTo>
                <a:lnTo>
                  <a:pt x="153911" y="144792"/>
                </a:lnTo>
                <a:lnTo>
                  <a:pt x="153911" y="150888"/>
                </a:lnTo>
                <a:lnTo>
                  <a:pt x="211823" y="150888"/>
                </a:lnTo>
                <a:lnTo>
                  <a:pt x="211823" y="144792"/>
                </a:lnTo>
                <a:lnTo>
                  <a:pt x="198107" y="144792"/>
                </a:lnTo>
                <a:lnTo>
                  <a:pt x="195059" y="141744"/>
                </a:lnTo>
                <a:lnTo>
                  <a:pt x="195059" y="74688"/>
                </a:lnTo>
                <a:lnTo>
                  <a:pt x="201155" y="65544"/>
                </a:lnTo>
                <a:lnTo>
                  <a:pt x="210299" y="65544"/>
                </a:lnTo>
                <a:lnTo>
                  <a:pt x="214871" y="70116"/>
                </a:lnTo>
                <a:lnTo>
                  <a:pt x="219443" y="76212"/>
                </a:lnTo>
                <a:lnTo>
                  <a:pt x="222491" y="77736"/>
                </a:lnTo>
                <a:lnTo>
                  <a:pt x="236207" y="77736"/>
                </a:lnTo>
                <a:lnTo>
                  <a:pt x="242303" y="71640"/>
                </a:lnTo>
                <a:lnTo>
                  <a:pt x="242303" y="64020"/>
                </a:lnTo>
                <a:lnTo>
                  <a:pt x="242303" y="54876"/>
                </a:lnTo>
                <a:close/>
              </a:path>
              <a:path w="1341120" h="154304">
                <a:moveTo>
                  <a:pt x="344411" y="100584"/>
                </a:moveTo>
                <a:lnTo>
                  <a:pt x="330314" y="62484"/>
                </a:lnTo>
                <a:lnTo>
                  <a:pt x="312343" y="50774"/>
                </a:lnTo>
                <a:lnTo>
                  <a:pt x="312343" y="103632"/>
                </a:lnTo>
                <a:lnTo>
                  <a:pt x="311505" y="123405"/>
                </a:lnTo>
                <a:lnTo>
                  <a:pt x="308597" y="137541"/>
                </a:lnTo>
                <a:lnTo>
                  <a:pt x="308483" y="137731"/>
                </a:lnTo>
                <a:lnTo>
                  <a:pt x="303415" y="145402"/>
                </a:lnTo>
                <a:lnTo>
                  <a:pt x="295643" y="147828"/>
                </a:lnTo>
                <a:lnTo>
                  <a:pt x="287870" y="145402"/>
                </a:lnTo>
                <a:lnTo>
                  <a:pt x="282689" y="137731"/>
                </a:lnTo>
                <a:lnTo>
                  <a:pt x="282651" y="137541"/>
                </a:lnTo>
                <a:lnTo>
                  <a:pt x="279793" y="124040"/>
                </a:lnTo>
                <a:lnTo>
                  <a:pt x="279755" y="123405"/>
                </a:lnTo>
                <a:lnTo>
                  <a:pt x="279666" y="121145"/>
                </a:lnTo>
                <a:lnTo>
                  <a:pt x="278879" y="103632"/>
                </a:lnTo>
                <a:lnTo>
                  <a:pt x="278930" y="102108"/>
                </a:lnTo>
                <a:lnTo>
                  <a:pt x="279019" y="99060"/>
                </a:lnTo>
                <a:lnTo>
                  <a:pt x="279565" y="79400"/>
                </a:lnTo>
                <a:lnTo>
                  <a:pt x="279628" y="78752"/>
                </a:lnTo>
                <a:lnTo>
                  <a:pt x="282117" y="63627"/>
                </a:lnTo>
                <a:lnTo>
                  <a:pt x="287248" y="55626"/>
                </a:lnTo>
                <a:lnTo>
                  <a:pt x="295643" y="53340"/>
                </a:lnTo>
                <a:lnTo>
                  <a:pt x="303415" y="55816"/>
                </a:lnTo>
                <a:lnTo>
                  <a:pt x="312293" y="99060"/>
                </a:lnTo>
                <a:lnTo>
                  <a:pt x="312343" y="103632"/>
                </a:lnTo>
                <a:lnTo>
                  <a:pt x="312343" y="50774"/>
                </a:lnTo>
                <a:lnTo>
                  <a:pt x="295643" y="47244"/>
                </a:lnTo>
                <a:lnTo>
                  <a:pt x="276453" y="51269"/>
                </a:lnTo>
                <a:lnTo>
                  <a:pt x="260972" y="62293"/>
                </a:lnTo>
                <a:lnTo>
                  <a:pt x="260858" y="62484"/>
                </a:lnTo>
                <a:lnTo>
                  <a:pt x="250647" y="78752"/>
                </a:lnTo>
                <a:lnTo>
                  <a:pt x="250520" y="79400"/>
                </a:lnTo>
                <a:lnTo>
                  <a:pt x="246875" y="99060"/>
                </a:lnTo>
                <a:lnTo>
                  <a:pt x="250431" y="121145"/>
                </a:lnTo>
                <a:lnTo>
                  <a:pt x="260400" y="138493"/>
                </a:lnTo>
                <a:lnTo>
                  <a:pt x="275818" y="149860"/>
                </a:lnTo>
                <a:lnTo>
                  <a:pt x="295643" y="153924"/>
                </a:lnTo>
                <a:lnTo>
                  <a:pt x="314871" y="149860"/>
                </a:lnTo>
                <a:lnTo>
                  <a:pt x="317677" y="147828"/>
                </a:lnTo>
                <a:lnTo>
                  <a:pt x="330314" y="138684"/>
                </a:lnTo>
                <a:lnTo>
                  <a:pt x="330441" y="138493"/>
                </a:lnTo>
                <a:lnTo>
                  <a:pt x="340652" y="121780"/>
                </a:lnTo>
                <a:lnTo>
                  <a:pt x="340766" y="121145"/>
                </a:lnTo>
                <a:lnTo>
                  <a:pt x="344411" y="100584"/>
                </a:lnTo>
                <a:close/>
              </a:path>
              <a:path w="1341120" h="154304">
                <a:moveTo>
                  <a:pt x="428244" y="120408"/>
                </a:moveTo>
                <a:lnTo>
                  <a:pt x="426720" y="109804"/>
                </a:lnTo>
                <a:lnTo>
                  <a:pt x="421767" y="100787"/>
                </a:lnTo>
                <a:lnTo>
                  <a:pt x="412813" y="93179"/>
                </a:lnTo>
                <a:lnTo>
                  <a:pt x="399288" y="86880"/>
                </a:lnTo>
                <a:lnTo>
                  <a:pt x="389280" y="81635"/>
                </a:lnTo>
                <a:lnTo>
                  <a:pt x="382143" y="76974"/>
                </a:lnTo>
                <a:lnTo>
                  <a:pt x="377850" y="72301"/>
                </a:lnTo>
                <a:lnTo>
                  <a:pt x="376428" y="67068"/>
                </a:lnTo>
                <a:lnTo>
                  <a:pt x="376428" y="59448"/>
                </a:lnTo>
                <a:lnTo>
                  <a:pt x="384048" y="54876"/>
                </a:lnTo>
                <a:lnTo>
                  <a:pt x="397764" y="54876"/>
                </a:lnTo>
                <a:lnTo>
                  <a:pt x="403860" y="56400"/>
                </a:lnTo>
                <a:lnTo>
                  <a:pt x="413004" y="65544"/>
                </a:lnTo>
                <a:lnTo>
                  <a:pt x="416052" y="70116"/>
                </a:lnTo>
                <a:lnTo>
                  <a:pt x="419100" y="79260"/>
                </a:lnTo>
                <a:lnTo>
                  <a:pt x="423672" y="79260"/>
                </a:lnTo>
                <a:lnTo>
                  <a:pt x="423672" y="47256"/>
                </a:lnTo>
                <a:lnTo>
                  <a:pt x="419100" y="47256"/>
                </a:lnTo>
                <a:lnTo>
                  <a:pt x="417576" y="50304"/>
                </a:lnTo>
                <a:lnTo>
                  <a:pt x="416052" y="51828"/>
                </a:lnTo>
                <a:lnTo>
                  <a:pt x="409956" y="51828"/>
                </a:lnTo>
                <a:lnTo>
                  <a:pt x="406908" y="50304"/>
                </a:lnTo>
                <a:lnTo>
                  <a:pt x="399288" y="47256"/>
                </a:lnTo>
                <a:lnTo>
                  <a:pt x="390144" y="47256"/>
                </a:lnTo>
                <a:lnTo>
                  <a:pt x="376542" y="49682"/>
                </a:lnTo>
                <a:lnTo>
                  <a:pt x="365950" y="56400"/>
                </a:lnTo>
                <a:lnTo>
                  <a:pt x="359067" y="66535"/>
                </a:lnTo>
                <a:lnTo>
                  <a:pt x="356616" y="79260"/>
                </a:lnTo>
                <a:lnTo>
                  <a:pt x="358152" y="88988"/>
                </a:lnTo>
                <a:lnTo>
                  <a:pt x="363283" y="97739"/>
                </a:lnTo>
                <a:lnTo>
                  <a:pt x="372681" y="105613"/>
                </a:lnTo>
                <a:lnTo>
                  <a:pt x="387096" y="112788"/>
                </a:lnTo>
                <a:lnTo>
                  <a:pt x="396849" y="117373"/>
                </a:lnTo>
                <a:lnTo>
                  <a:pt x="403479" y="122123"/>
                </a:lnTo>
                <a:lnTo>
                  <a:pt x="407238" y="127139"/>
                </a:lnTo>
                <a:lnTo>
                  <a:pt x="408432" y="132600"/>
                </a:lnTo>
                <a:lnTo>
                  <a:pt x="408432" y="140220"/>
                </a:lnTo>
                <a:lnTo>
                  <a:pt x="400812" y="146316"/>
                </a:lnTo>
                <a:lnTo>
                  <a:pt x="391668" y="146316"/>
                </a:lnTo>
                <a:lnTo>
                  <a:pt x="381114" y="144576"/>
                </a:lnTo>
                <a:lnTo>
                  <a:pt x="372427" y="139268"/>
                </a:lnTo>
                <a:lnTo>
                  <a:pt x="365734" y="130238"/>
                </a:lnTo>
                <a:lnTo>
                  <a:pt x="361188" y="117360"/>
                </a:lnTo>
                <a:lnTo>
                  <a:pt x="356616" y="117360"/>
                </a:lnTo>
                <a:lnTo>
                  <a:pt x="356616" y="153936"/>
                </a:lnTo>
                <a:lnTo>
                  <a:pt x="361188" y="153936"/>
                </a:lnTo>
                <a:lnTo>
                  <a:pt x="364236" y="149364"/>
                </a:lnTo>
                <a:lnTo>
                  <a:pt x="364236" y="147840"/>
                </a:lnTo>
                <a:lnTo>
                  <a:pt x="370332" y="147840"/>
                </a:lnTo>
                <a:lnTo>
                  <a:pt x="371856" y="149364"/>
                </a:lnTo>
                <a:lnTo>
                  <a:pt x="377952" y="150888"/>
                </a:lnTo>
                <a:lnTo>
                  <a:pt x="388620" y="153936"/>
                </a:lnTo>
                <a:lnTo>
                  <a:pt x="394716" y="153936"/>
                </a:lnTo>
                <a:lnTo>
                  <a:pt x="408305" y="151472"/>
                </a:lnTo>
                <a:lnTo>
                  <a:pt x="418909" y="144602"/>
                </a:lnTo>
                <a:lnTo>
                  <a:pt x="425780" y="133997"/>
                </a:lnTo>
                <a:lnTo>
                  <a:pt x="428244" y="120408"/>
                </a:lnTo>
                <a:close/>
              </a:path>
              <a:path w="1341120" h="154304">
                <a:moveTo>
                  <a:pt x="513575" y="120408"/>
                </a:moveTo>
                <a:lnTo>
                  <a:pt x="512038" y="109804"/>
                </a:lnTo>
                <a:lnTo>
                  <a:pt x="506907" y="100787"/>
                </a:lnTo>
                <a:lnTo>
                  <a:pt x="497509" y="93179"/>
                </a:lnTo>
                <a:lnTo>
                  <a:pt x="483095" y="86880"/>
                </a:lnTo>
                <a:lnTo>
                  <a:pt x="473341" y="81635"/>
                </a:lnTo>
                <a:lnTo>
                  <a:pt x="466712" y="76974"/>
                </a:lnTo>
                <a:lnTo>
                  <a:pt x="462953" y="72301"/>
                </a:lnTo>
                <a:lnTo>
                  <a:pt x="461759" y="67068"/>
                </a:lnTo>
                <a:lnTo>
                  <a:pt x="461759" y="59448"/>
                </a:lnTo>
                <a:lnTo>
                  <a:pt x="467855" y="54876"/>
                </a:lnTo>
                <a:lnTo>
                  <a:pt x="483095" y="54876"/>
                </a:lnTo>
                <a:lnTo>
                  <a:pt x="489191" y="56400"/>
                </a:lnTo>
                <a:lnTo>
                  <a:pt x="498335" y="65544"/>
                </a:lnTo>
                <a:lnTo>
                  <a:pt x="499859" y="70116"/>
                </a:lnTo>
                <a:lnTo>
                  <a:pt x="504431" y="79260"/>
                </a:lnTo>
                <a:lnTo>
                  <a:pt x="509003" y="79260"/>
                </a:lnTo>
                <a:lnTo>
                  <a:pt x="509003" y="47256"/>
                </a:lnTo>
                <a:lnTo>
                  <a:pt x="504431" y="47256"/>
                </a:lnTo>
                <a:lnTo>
                  <a:pt x="502907" y="50304"/>
                </a:lnTo>
                <a:lnTo>
                  <a:pt x="501383" y="51828"/>
                </a:lnTo>
                <a:lnTo>
                  <a:pt x="495287" y="51828"/>
                </a:lnTo>
                <a:lnTo>
                  <a:pt x="492239" y="50304"/>
                </a:lnTo>
                <a:lnTo>
                  <a:pt x="484619" y="47256"/>
                </a:lnTo>
                <a:lnTo>
                  <a:pt x="475475" y="47256"/>
                </a:lnTo>
                <a:lnTo>
                  <a:pt x="461645" y="49682"/>
                </a:lnTo>
                <a:lnTo>
                  <a:pt x="450519" y="56400"/>
                </a:lnTo>
                <a:lnTo>
                  <a:pt x="443115" y="66535"/>
                </a:lnTo>
                <a:lnTo>
                  <a:pt x="440423" y="79260"/>
                </a:lnTo>
                <a:lnTo>
                  <a:pt x="442188" y="88988"/>
                </a:lnTo>
                <a:lnTo>
                  <a:pt x="447662" y="97739"/>
                </a:lnTo>
                <a:lnTo>
                  <a:pt x="457149" y="105613"/>
                </a:lnTo>
                <a:lnTo>
                  <a:pt x="470903" y="112788"/>
                </a:lnTo>
                <a:lnTo>
                  <a:pt x="481317" y="117373"/>
                </a:lnTo>
                <a:lnTo>
                  <a:pt x="487857" y="122123"/>
                </a:lnTo>
                <a:lnTo>
                  <a:pt x="491274" y="127139"/>
                </a:lnTo>
                <a:lnTo>
                  <a:pt x="492239" y="132600"/>
                </a:lnTo>
                <a:lnTo>
                  <a:pt x="492239" y="140220"/>
                </a:lnTo>
                <a:lnTo>
                  <a:pt x="486143" y="146316"/>
                </a:lnTo>
                <a:lnTo>
                  <a:pt x="476999" y="146316"/>
                </a:lnTo>
                <a:lnTo>
                  <a:pt x="466458" y="144576"/>
                </a:lnTo>
                <a:lnTo>
                  <a:pt x="457758" y="139268"/>
                </a:lnTo>
                <a:lnTo>
                  <a:pt x="451078" y="130238"/>
                </a:lnTo>
                <a:lnTo>
                  <a:pt x="446519" y="117360"/>
                </a:lnTo>
                <a:lnTo>
                  <a:pt x="440423" y="117360"/>
                </a:lnTo>
                <a:lnTo>
                  <a:pt x="440423" y="153936"/>
                </a:lnTo>
                <a:lnTo>
                  <a:pt x="446519" y="153936"/>
                </a:lnTo>
                <a:lnTo>
                  <a:pt x="448043" y="149364"/>
                </a:lnTo>
                <a:lnTo>
                  <a:pt x="449567" y="147840"/>
                </a:lnTo>
                <a:lnTo>
                  <a:pt x="454139" y="147840"/>
                </a:lnTo>
                <a:lnTo>
                  <a:pt x="457187" y="149364"/>
                </a:lnTo>
                <a:lnTo>
                  <a:pt x="463283" y="150888"/>
                </a:lnTo>
                <a:lnTo>
                  <a:pt x="473951" y="153936"/>
                </a:lnTo>
                <a:lnTo>
                  <a:pt x="480047" y="153936"/>
                </a:lnTo>
                <a:lnTo>
                  <a:pt x="493649" y="151472"/>
                </a:lnTo>
                <a:lnTo>
                  <a:pt x="504240" y="144602"/>
                </a:lnTo>
                <a:lnTo>
                  <a:pt x="511124" y="133997"/>
                </a:lnTo>
                <a:lnTo>
                  <a:pt x="513575" y="120408"/>
                </a:lnTo>
                <a:close/>
              </a:path>
              <a:path w="1341120" h="154304">
                <a:moveTo>
                  <a:pt x="583692" y="86868"/>
                </a:moveTo>
                <a:lnTo>
                  <a:pt x="528828" y="86868"/>
                </a:lnTo>
                <a:lnTo>
                  <a:pt x="528828" y="114300"/>
                </a:lnTo>
                <a:lnTo>
                  <a:pt x="583692" y="114300"/>
                </a:lnTo>
                <a:lnTo>
                  <a:pt x="583692" y="86868"/>
                </a:lnTo>
                <a:close/>
              </a:path>
              <a:path w="1341120" h="154304">
                <a:moveTo>
                  <a:pt x="723887" y="42672"/>
                </a:moveTo>
                <a:lnTo>
                  <a:pt x="702691" y="10668"/>
                </a:lnTo>
                <a:lnTo>
                  <a:pt x="685787" y="5118"/>
                </a:lnTo>
                <a:lnTo>
                  <a:pt x="685787" y="44196"/>
                </a:lnTo>
                <a:lnTo>
                  <a:pt x="685241" y="53632"/>
                </a:lnTo>
                <a:lnTo>
                  <a:pt x="649211" y="77724"/>
                </a:lnTo>
                <a:lnTo>
                  <a:pt x="649211" y="12192"/>
                </a:lnTo>
                <a:lnTo>
                  <a:pt x="652259" y="10668"/>
                </a:lnTo>
                <a:lnTo>
                  <a:pt x="659879" y="10668"/>
                </a:lnTo>
                <a:lnTo>
                  <a:pt x="671652" y="12484"/>
                </a:lnTo>
                <a:lnTo>
                  <a:pt x="679691" y="18288"/>
                </a:lnTo>
                <a:lnTo>
                  <a:pt x="684314" y="28676"/>
                </a:lnTo>
                <a:lnTo>
                  <a:pt x="684339" y="28956"/>
                </a:lnTo>
                <a:lnTo>
                  <a:pt x="685787" y="44196"/>
                </a:lnTo>
                <a:lnTo>
                  <a:pt x="685787" y="5118"/>
                </a:lnTo>
                <a:lnTo>
                  <a:pt x="665975" y="3048"/>
                </a:lnTo>
                <a:lnTo>
                  <a:pt x="595871" y="3048"/>
                </a:lnTo>
                <a:lnTo>
                  <a:pt x="595871" y="7620"/>
                </a:lnTo>
                <a:lnTo>
                  <a:pt x="605167" y="9461"/>
                </a:lnTo>
                <a:lnTo>
                  <a:pt x="610730" y="13144"/>
                </a:lnTo>
                <a:lnTo>
                  <a:pt x="613448" y="19418"/>
                </a:lnTo>
                <a:lnTo>
                  <a:pt x="614146" y="28676"/>
                </a:lnTo>
                <a:lnTo>
                  <a:pt x="614159" y="138684"/>
                </a:lnTo>
                <a:lnTo>
                  <a:pt x="611162" y="143192"/>
                </a:lnTo>
                <a:lnTo>
                  <a:pt x="611619" y="143192"/>
                </a:lnTo>
                <a:lnTo>
                  <a:pt x="600443" y="144780"/>
                </a:lnTo>
                <a:lnTo>
                  <a:pt x="595871" y="144780"/>
                </a:lnTo>
                <a:lnTo>
                  <a:pt x="595871" y="150876"/>
                </a:lnTo>
                <a:lnTo>
                  <a:pt x="669023" y="150876"/>
                </a:lnTo>
                <a:lnTo>
                  <a:pt x="669023" y="144780"/>
                </a:lnTo>
                <a:lnTo>
                  <a:pt x="658215" y="143192"/>
                </a:lnTo>
                <a:lnTo>
                  <a:pt x="652259" y="140017"/>
                </a:lnTo>
                <a:lnTo>
                  <a:pt x="649744" y="134289"/>
                </a:lnTo>
                <a:lnTo>
                  <a:pt x="649211" y="124968"/>
                </a:lnTo>
                <a:lnTo>
                  <a:pt x="649211" y="85344"/>
                </a:lnTo>
                <a:lnTo>
                  <a:pt x="668172" y="85064"/>
                </a:lnTo>
                <a:lnTo>
                  <a:pt x="680834" y="84201"/>
                </a:lnTo>
                <a:lnTo>
                  <a:pt x="716457" y="65151"/>
                </a:lnTo>
                <a:lnTo>
                  <a:pt x="721969" y="54635"/>
                </a:lnTo>
                <a:lnTo>
                  <a:pt x="723887" y="42672"/>
                </a:lnTo>
                <a:close/>
              </a:path>
              <a:path w="1341120" h="154304">
                <a:moveTo>
                  <a:pt x="821436" y="54876"/>
                </a:moveTo>
                <a:lnTo>
                  <a:pt x="813816" y="47256"/>
                </a:lnTo>
                <a:lnTo>
                  <a:pt x="803148" y="47256"/>
                </a:lnTo>
                <a:lnTo>
                  <a:pt x="795616" y="48412"/>
                </a:lnTo>
                <a:lnTo>
                  <a:pt x="788670" y="52019"/>
                </a:lnTo>
                <a:lnTo>
                  <a:pt x="781710" y="58178"/>
                </a:lnTo>
                <a:lnTo>
                  <a:pt x="774192" y="67068"/>
                </a:lnTo>
                <a:lnTo>
                  <a:pt x="774192" y="50304"/>
                </a:lnTo>
                <a:lnTo>
                  <a:pt x="733044" y="50304"/>
                </a:lnTo>
                <a:lnTo>
                  <a:pt x="733044" y="54876"/>
                </a:lnTo>
                <a:lnTo>
                  <a:pt x="742188" y="56400"/>
                </a:lnTo>
                <a:lnTo>
                  <a:pt x="745236" y="59448"/>
                </a:lnTo>
                <a:lnTo>
                  <a:pt x="745236" y="140220"/>
                </a:lnTo>
                <a:lnTo>
                  <a:pt x="742188" y="143268"/>
                </a:lnTo>
                <a:lnTo>
                  <a:pt x="733044" y="144792"/>
                </a:lnTo>
                <a:lnTo>
                  <a:pt x="733044" y="150888"/>
                </a:lnTo>
                <a:lnTo>
                  <a:pt x="790956" y="150888"/>
                </a:lnTo>
                <a:lnTo>
                  <a:pt x="790956" y="144792"/>
                </a:lnTo>
                <a:lnTo>
                  <a:pt x="777240" y="144792"/>
                </a:lnTo>
                <a:lnTo>
                  <a:pt x="775716" y="141744"/>
                </a:lnTo>
                <a:lnTo>
                  <a:pt x="775716" y="74688"/>
                </a:lnTo>
                <a:lnTo>
                  <a:pt x="781812" y="65544"/>
                </a:lnTo>
                <a:lnTo>
                  <a:pt x="789432" y="65544"/>
                </a:lnTo>
                <a:lnTo>
                  <a:pt x="792480" y="67068"/>
                </a:lnTo>
                <a:lnTo>
                  <a:pt x="794004" y="70116"/>
                </a:lnTo>
                <a:lnTo>
                  <a:pt x="798576" y="76212"/>
                </a:lnTo>
                <a:lnTo>
                  <a:pt x="801624" y="77736"/>
                </a:lnTo>
                <a:lnTo>
                  <a:pt x="815340" y="77736"/>
                </a:lnTo>
                <a:lnTo>
                  <a:pt x="821436" y="71640"/>
                </a:lnTo>
                <a:lnTo>
                  <a:pt x="821436" y="64020"/>
                </a:lnTo>
                <a:lnTo>
                  <a:pt x="821436" y="54876"/>
                </a:lnTo>
                <a:close/>
              </a:path>
              <a:path w="1341120" h="154304">
                <a:moveTo>
                  <a:pt x="923544" y="100584"/>
                </a:moveTo>
                <a:lnTo>
                  <a:pt x="909447" y="62484"/>
                </a:lnTo>
                <a:lnTo>
                  <a:pt x="891463" y="50774"/>
                </a:lnTo>
                <a:lnTo>
                  <a:pt x="891463" y="103632"/>
                </a:lnTo>
                <a:lnTo>
                  <a:pt x="890625" y="123405"/>
                </a:lnTo>
                <a:lnTo>
                  <a:pt x="887730" y="137541"/>
                </a:lnTo>
                <a:lnTo>
                  <a:pt x="887603" y="137731"/>
                </a:lnTo>
                <a:lnTo>
                  <a:pt x="882535" y="145402"/>
                </a:lnTo>
                <a:lnTo>
                  <a:pt x="874776" y="147828"/>
                </a:lnTo>
                <a:lnTo>
                  <a:pt x="866990" y="145402"/>
                </a:lnTo>
                <a:lnTo>
                  <a:pt x="861822" y="137731"/>
                </a:lnTo>
                <a:lnTo>
                  <a:pt x="861771" y="137541"/>
                </a:lnTo>
                <a:lnTo>
                  <a:pt x="858913" y="124040"/>
                </a:lnTo>
                <a:lnTo>
                  <a:pt x="858888" y="123405"/>
                </a:lnTo>
                <a:lnTo>
                  <a:pt x="858786" y="121145"/>
                </a:lnTo>
                <a:lnTo>
                  <a:pt x="858012" y="103632"/>
                </a:lnTo>
                <a:lnTo>
                  <a:pt x="858062" y="102108"/>
                </a:lnTo>
                <a:lnTo>
                  <a:pt x="858177" y="99060"/>
                </a:lnTo>
                <a:lnTo>
                  <a:pt x="858901" y="79400"/>
                </a:lnTo>
                <a:lnTo>
                  <a:pt x="858964" y="78752"/>
                </a:lnTo>
                <a:lnTo>
                  <a:pt x="861822" y="63627"/>
                </a:lnTo>
                <a:lnTo>
                  <a:pt x="867003" y="55626"/>
                </a:lnTo>
                <a:lnTo>
                  <a:pt x="874776" y="53340"/>
                </a:lnTo>
                <a:lnTo>
                  <a:pt x="883170" y="55816"/>
                </a:lnTo>
                <a:lnTo>
                  <a:pt x="891438" y="99060"/>
                </a:lnTo>
                <a:lnTo>
                  <a:pt x="891463" y="103632"/>
                </a:lnTo>
                <a:lnTo>
                  <a:pt x="891463" y="50774"/>
                </a:lnTo>
                <a:lnTo>
                  <a:pt x="840105" y="62293"/>
                </a:lnTo>
                <a:lnTo>
                  <a:pt x="826008" y="99060"/>
                </a:lnTo>
                <a:lnTo>
                  <a:pt x="829767" y="121145"/>
                </a:lnTo>
                <a:lnTo>
                  <a:pt x="840105" y="138493"/>
                </a:lnTo>
                <a:lnTo>
                  <a:pt x="855573" y="149860"/>
                </a:lnTo>
                <a:lnTo>
                  <a:pt x="874776" y="153924"/>
                </a:lnTo>
                <a:lnTo>
                  <a:pt x="893991" y="149860"/>
                </a:lnTo>
                <a:lnTo>
                  <a:pt x="896797" y="147828"/>
                </a:lnTo>
                <a:lnTo>
                  <a:pt x="909447" y="138684"/>
                </a:lnTo>
                <a:lnTo>
                  <a:pt x="909561" y="138493"/>
                </a:lnTo>
                <a:lnTo>
                  <a:pt x="919772" y="121780"/>
                </a:lnTo>
                <a:lnTo>
                  <a:pt x="919886" y="121145"/>
                </a:lnTo>
                <a:lnTo>
                  <a:pt x="923544" y="100584"/>
                </a:lnTo>
                <a:close/>
              </a:path>
              <a:path w="1341120" h="154304">
                <a:moveTo>
                  <a:pt x="1045451" y="140208"/>
                </a:moveTo>
                <a:lnTo>
                  <a:pt x="1036307" y="140208"/>
                </a:lnTo>
                <a:lnTo>
                  <a:pt x="1034783" y="138684"/>
                </a:lnTo>
                <a:lnTo>
                  <a:pt x="1033259" y="137160"/>
                </a:lnTo>
                <a:lnTo>
                  <a:pt x="1033259" y="60960"/>
                </a:lnTo>
                <a:lnTo>
                  <a:pt x="1033259" y="3048"/>
                </a:lnTo>
                <a:lnTo>
                  <a:pt x="986015" y="3048"/>
                </a:lnTo>
                <a:lnTo>
                  <a:pt x="986015" y="7620"/>
                </a:lnTo>
                <a:lnTo>
                  <a:pt x="1001255" y="9144"/>
                </a:lnTo>
                <a:lnTo>
                  <a:pt x="1002779" y="10668"/>
                </a:lnTo>
                <a:lnTo>
                  <a:pt x="1002779" y="60960"/>
                </a:lnTo>
                <a:lnTo>
                  <a:pt x="1002779" y="73152"/>
                </a:lnTo>
                <a:lnTo>
                  <a:pt x="1002779" y="128016"/>
                </a:lnTo>
                <a:lnTo>
                  <a:pt x="1001255" y="131064"/>
                </a:lnTo>
                <a:lnTo>
                  <a:pt x="993635" y="138684"/>
                </a:lnTo>
                <a:lnTo>
                  <a:pt x="989063" y="141732"/>
                </a:lnTo>
                <a:lnTo>
                  <a:pt x="984491" y="141732"/>
                </a:lnTo>
                <a:lnTo>
                  <a:pt x="976731" y="139166"/>
                </a:lnTo>
                <a:lnTo>
                  <a:pt x="971537" y="131445"/>
                </a:lnTo>
                <a:lnTo>
                  <a:pt x="971461" y="131064"/>
                </a:lnTo>
                <a:lnTo>
                  <a:pt x="968641" y="118592"/>
                </a:lnTo>
                <a:lnTo>
                  <a:pt x="972299" y="69151"/>
                </a:lnTo>
                <a:lnTo>
                  <a:pt x="986015" y="59436"/>
                </a:lnTo>
                <a:lnTo>
                  <a:pt x="993635" y="59436"/>
                </a:lnTo>
                <a:lnTo>
                  <a:pt x="999731" y="64008"/>
                </a:lnTo>
                <a:lnTo>
                  <a:pt x="1002779" y="73152"/>
                </a:lnTo>
                <a:lnTo>
                  <a:pt x="1002779" y="60960"/>
                </a:lnTo>
                <a:lnTo>
                  <a:pt x="976871" y="47244"/>
                </a:lnTo>
                <a:lnTo>
                  <a:pt x="960805" y="51320"/>
                </a:lnTo>
                <a:lnTo>
                  <a:pt x="947724" y="62674"/>
                </a:lnTo>
                <a:lnTo>
                  <a:pt x="938949" y="80035"/>
                </a:lnTo>
                <a:lnTo>
                  <a:pt x="935723" y="102108"/>
                </a:lnTo>
                <a:lnTo>
                  <a:pt x="938682" y="123063"/>
                </a:lnTo>
                <a:lnTo>
                  <a:pt x="946772" y="139446"/>
                </a:lnTo>
                <a:lnTo>
                  <a:pt x="958875" y="150114"/>
                </a:lnTo>
                <a:lnTo>
                  <a:pt x="973823" y="153924"/>
                </a:lnTo>
                <a:lnTo>
                  <a:pt x="982205" y="153047"/>
                </a:lnTo>
                <a:lnTo>
                  <a:pt x="989444" y="150304"/>
                </a:lnTo>
                <a:lnTo>
                  <a:pt x="996111" y="145567"/>
                </a:lnTo>
                <a:lnTo>
                  <a:pt x="999832" y="141732"/>
                </a:lnTo>
                <a:lnTo>
                  <a:pt x="1002779" y="138684"/>
                </a:lnTo>
                <a:lnTo>
                  <a:pt x="1002779" y="153924"/>
                </a:lnTo>
                <a:lnTo>
                  <a:pt x="1045451" y="146304"/>
                </a:lnTo>
                <a:lnTo>
                  <a:pt x="1045451" y="140208"/>
                </a:lnTo>
                <a:close/>
              </a:path>
              <a:path w="1341120" h="154304">
                <a:moveTo>
                  <a:pt x="1168895" y="140208"/>
                </a:moveTo>
                <a:lnTo>
                  <a:pt x="1158227" y="140208"/>
                </a:lnTo>
                <a:lnTo>
                  <a:pt x="1156703" y="137160"/>
                </a:lnTo>
                <a:lnTo>
                  <a:pt x="1156703" y="50292"/>
                </a:lnTo>
                <a:lnTo>
                  <a:pt x="1112507" y="50292"/>
                </a:lnTo>
                <a:lnTo>
                  <a:pt x="1112507" y="54864"/>
                </a:lnTo>
                <a:lnTo>
                  <a:pt x="1123175" y="56388"/>
                </a:lnTo>
                <a:lnTo>
                  <a:pt x="1126223" y="59436"/>
                </a:lnTo>
                <a:lnTo>
                  <a:pt x="1126223" y="129540"/>
                </a:lnTo>
                <a:lnTo>
                  <a:pt x="1118603" y="137160"/>
                </a:lnTo>
                <a:lnTo>
                  <a:pt x="1114031" y="140208"/>
                </a:lnTo>
                <a:lnTo>
                  <a:pt x="1098791" y="140208"/>
                </a:lnTo>
                <a:lnTo>
                  <a:pt x="1095743" y="135636"/>
                </a:lnTo>
                <a:lnTo>
                  <a:pt x="1095743" y="50292"/>
                </a:lnTo>
                <a:lnTo>
                  <a:pt x="1054595" y="50292"/>
                </a:lnTo>
                <a:lnTo>
                  <a:pt x="1054595" y="54864"/>
                </a:lnTo>
                <a:lnTo>
                  <a:pt x="1063739" y="57912"/>
                </a:lnTo>
                <a:lnTo>
                  <a:pt x="1065263" y="59436"/>
                </a:lnTo>
                <a:lnTo>
                  <a:pt x="1065263" y="123444"/>
                </a:lnTo>
                <a:lnTo>
                  <a:pt x="1067219" y="135928"/>
                </a:lnTo>
                <a:lnTo>
                  <a:pt x="1072883" y="145542"/>
                </a:lnTo>
                <a:lnTo>
                  <a:pt x="1081989" y="151739"/>
                </a:lnTo>
                <a:lnTo>
                  <a:pt x="1094219" y="153924"/>
                </a:lnTo>
                <a:lnTo>
                  <a:pt x="1101801" y="153073"/>
                </a:lnTo>
                <a:lnTo>
                  <a:pt x="1109078" y="150495"/>
                </a:lnTo>
                <a:lnTo>
                  <a:pt x="1116939" y="146215"/>
                </a:lnTo>
                <a:lnTo>
                  <a:pt x="1126223" y="140208"/>
                </a:lnTo>
                <a:lnTo>
                  <a:pt x="1126223" y="152400"/>
                </a:lnTo>
                <a:lnTo>
                  <a:pt x="1132471" y="150622"/>
                </a:lnTo>
                <a:lnTo>
                  <a:pt x="1138415" y="149542"/>
                </a:lnTo>
                <a:lnTo>
                  <a:pt x="1168895" y="146304"/>
                </a:lnTo>
                <a:lnTo>
                  <a:pt x="1168895" y="140208"/>
                </a:lnTo>
                <a:close/>
              </a:path>
              <a:path w="1341120" h="154304">
                <a:moveTo>
                  <a:pt x="1266444" y="131064"/>
                </a:moveTo>
                <a:lnTo>
                  <a:pt x="1263396" y="126492"/>
                </a:lnTo>
                <a:lnTo>
                  <a:pt x="1257249" y="132257"/>
                </a:lnTo>
                <a:lnTo>
                  <a:pt x="1251966" y="136029"/>
                </a:lnTo>
                <a:lnTo>
                  <a:pt x="1246670" y="138074"/>
                </a:lnTo>
                <a:lnTo>
                  <a:pt x="1240536" y="138696"/>
                </a:lnTo>
                <a:lnTo>
                  <a:pt x="1227175" y="135356"/>
                </a:lnTo>
                <a:lnTo>
                  <a:pt x="1217104" y="125730"/>
                </a:lnTo>
                <a:lnTo>
                  <a:pt x="1210741" y="110401"/>
                </a:lnTo>
                <a:lnTo>
                  <a:pt x="1208532" y="89916"/>
                </a:lnTo>
                <a:lnTo>
                  <a:pt x="1209878" y="74561"/>
                </a:lnTo>
                <a:lnTo>
                  <a:pt x="1213675" y="63055"/>
                </a:lnTo>
                <a:lnTo>
                  <a:pt x="1219454" y="55841"/>
                </a:lnTo>
                <a:lnTo>
                  <a:pt x="1226820" y="53340"/>
                </a:lnTo>
                <a:lnTo>
                  <a:pt x="1231392" y="53340"/>
                </a:lnTo>
                <a:lnTo>
                  <a:pt x="1234440" y="54864"/>
                </a:lnTo>
                <a:lnTo>
                  <a:pt x="1235964" y="57912"/>
                </a:lnTo>
                <a:lnTo>
                  <a:pt x="1237488" y="59436"/>
                </a:lnTo>
                <a:lnTo>
                  <a:pt x="1237488" y="79248"/>
                </a:lnTo>
                <a:lnTo>
                  <a:pt x="1240536" y="83820"/>
                </a:lnTo>
                <a:lnTo>
                  <a:pt x="1258824" y="83820"/>
                </a:lnTo>
                <a:lnTo>
                  <a:pt x="1263396" y="79248"/>
                </a:lnTo>
                <a:lnTo>
                  <a:pt x="1263396" y="70104"/>
                </a:lnTo>
                <a:lnTo>
                  <a:pt x="1260932" y="60756"/>
                </a:lnTo>
                <a:lnTo>
                  <a:pt x="1254061" y="53530"/>
                </a:lnTo>
                <a:lnTo>
                  <a:pt x="1253617" y="53340"/>
                </a:lnTo>
                <a:lnTo>
                  <a:pt x="1243457" y="48895"/>
                </a:lnTo>
                <a:lnTo>
                  <a:pt x="1193101" y="62674"/>
                </a:lnTo>
                <a:lnTo>
                  <a:pt x="1178052" y="102108"/>
                </a:lnTo>
                <a:lnTo>
                  <a:pt x="1181569" y="123063"/>
                </a:lnTo>
                <a:lnTo>
                  <a:pt x="1191387" y="139458"/>
                </a:lnTo>
                <a:lnTo>
                  <a:pt x="1206334" y="150126"/>
                </a:lnTo>
                <a:lnTo>
                  <a:pt x="1225296" y="153936"/>
                </a:lnTo>
                <a:lnTo>
                  <a:pt x="1237081" y="152501"/>
                </a:lnTo>
                <a:lnTo>
                  <a:pt x="1247584" y="148221"/>
                </a:lnTo>
                <a:lnTo>
                  <a:pt x="1257223" y="141071"/>
                </a:lnTo>
                <a:lnTo>
                  <a:pt x="1259420" y="138696"/>
                </a:lnTo>
                <a:lnTo>
                  <a:pt x="1266444" y="131064"/>
                </a:lnTo>
                <a:close/>
              </a:path>
              <a:path w="1341120" h="154304">
                <a:moveTo>
                  <a:pt x="1341120" y="129552"/>
                </a:moveTo>
                <a:lnTo>
                  <a:pt x="1336548" y="126504"/>
                </a:lnTo>
                <a:lnTo>
                  <a:pt x="1331976" y="135648"/>
                </a:lnTo>
                <a:lnTo>
                  <a:pt x="1328928" y="138696"/>
                </a:lnTo>
                <a:lnTo>
                  <a:pt x="1318260" y="138696"/>
                </a:lnTo>
                <a:lnTo>
                  <a:pt x="1315212" y="134124"/>
                </a:lnTo>
                <a:lnTo>
                  <a:pt x="1315212" y="59448"/>
                </a:lnTo>
                <a:lnTo>
                  <a:pt x="1336548" y="59448"/>
                </a:lnTo>
                <a:lnTo>
                  <a:pt x="1336548" y="50304"/>
                </a:lnTo>
                <a:lnTo>
                  <a:pt x="1315212" y="50304"/>
                </a:lnTo>
                <a:lnTo>
                  <a:pt x="1315212" y="13728"/>
                </a:lnTo>
                <a:lnTo>
                  <a:pt x="1309116" y="13728"/>
                </a:lnTo>
                <a:lnTo>
                  <a:pt x="1300416" y="26123"/>
                </a:lnTo>
                <a:lnTo>
                  <a:pt x="1292161" y="36398"/>
                </a:lnTo>
                <a:lnTo>
                  <a:pt x="1283601" y="45224"/>
                </a:lnTo>
                <a:lnTo>
                  <a:pt x="1274064" y="53352"/>
                </a:lnTo>
                <a:lnTo>
                  <a:pt x="1274064" y="59448"/>
                </a:lnTo>
                <a:lnTo>
                  <a:pt x="1284732" y="59448"/>
                </a:lnTo>
                <a:lnTo>
                  <a:pt x="1284732" y="131076"/>
                </a:lnTo>
                <a:lnTo>
                  <a:pt x="1286395" y="140423"/>
                </a:lnTo>
                <a:lnTo>
                  <a:pt x="1291209" y="147650"/>
                </a:lnTo>
                <a:lnTo>
                  <a:pt x="1298867" y="152285"/>
                </a:lnTo>
                <a:lnTo>
                  <a:pt x="1309116" y="153936"/>
                </a:lnTo>
                <a:lnTo>
                  <a:pt x="1319466" y="152476"/>
                </a:lnTo>
                <a:lnTo>
                  <a:pt x="1327975" y="148031"/>
                </a:lnTo>
                <a:lnTo>
                  <a:pt x="1335036" y="140423"/>
                </a:lnTo>
                <a:lnTo>
                  <a:pt x="1341120" y="1295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9" name="object 89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2104644" y="7784592"/>
            <a:ext cx="105156" cy="102108"/>
          </a:xfrm>
          <a:prstGeom prst="rect">
            <a:avLst/>
          </a:prstGeom>
        </p:spPr>
      </p:pic>
      <p:sp>
        <p:nvSpPr>
          <p:cNvPr id="90" name="object 90" descr=""/>
          <p:cNvSpPr/>
          <p:nvPr/>
        </p:nvSpPr>
        <p:spPr>
          <a:xfrm>
            <a:off x="2261616" y="7827264"/>
            <a:ext cx="79375" cy="41275"/>
          </a:xfrm>
          <a:custGeom>
            <a:avLst/>
            <a:gdLst/>
            <a:ahLst/>
            <a:cxnLst/>
            <a:rect l="l" t="t" r="r" b="b"/>
            <a:pathLst>
              <a:path w="79375" h="41275">
                <a:moveTo>
                  <a:pt x="79248" y="9144"/>
                </a:moveTo>
                <a:lnTo>
                  <a:pt x="0" y="9144"/>
                </a:lnTo>
                <a:lnTo>
                  <a:pt x="0" y="0"/>
                </a:lnTo>
                <a:lnTo>
                  <a:pt x="79248" y="0"/>
                </a:lnTo>
                <a:lnTo>
                  <a:pt x="79248" y="9144"/>
                </a:lnTo>
                <a:close/>
              </a:path>
              <a:path w="79375" h="41275">
                <a:moveTo>
                  <a:pt x="79248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9248" y="32004"/>
                </a:lnTo>
                <a:lnTo>
                  <a:pt x="79248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1" name="object 91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2418588" y="7437119"/>
            <a:ext cx="539496" cy="819912"/>
          </a:xfrm>
          <a:prstGeom prst="rect">
            <a:avLst/>
          </a:prstGeom>
        </p:spPr>
      </p:pic>
      <p:pic>
        <p:nvPicPr>
          <p:cNvPr id="92" name="object 92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3300983" y="7784592"/>
            <a:ext cx="216408" cy="126491"/>
          </a:xfrm>
          <a:prstGeom prst="rect">
            <a:avLst/>
          </a:prstGeom>
        </p:spPr>
      </p:pic>
      <p:sp>
        <p:nvSpPr>
          <p:cNvPr id="93" name="object 93" descr=""/>
          <p:cNvSpPr/>
          <p:nvPr/>
        </p:nvSpPr>
        <p:spPr>
          <a:xfrm>
            <a:off x="3584448" y="7827264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4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4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4" name="object 94" descr=""/>
          <p:cNvGrpSpPr/>
          <p:nvPr/>
        </p:nvGrpSpPr>
        <p:grpSpPr>
          <a:xfrm>
            <a:off x="3720084" y="7731252"/>
            <a:ext cx="181610" cy="330835"/>
            <a:chOff x="3720084" y="7731252"/>
            <a:chExt cx="181610" cy="330835"/>
          </a:xfrm>
        </p:grpSpPr>
        <p:pic>
          <p:nvPicPr>
            <p:cNvPr id="95" name="object 95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720084" y="7731252"/>
              <a:ext cx="181356" cy="233171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3802380" y="7988807"/>
              <a:ext cx="24765" cy="73660"/>
            </a:xfrm>
            <a:custGeom>
              <a:avLst/>
              <a:gdLst/>
              <a:ahLst/>
              <a:cxnLst/>
              <a:rect l="l" t="t" r="r" b="b"/>
              <a:pathLst>
                <a:path w="24764" h="73659">
                  <a:moveTo>
                    <a:pt x="9144" y="73152"/>
                  </a:moveTo>
                  <a:lnTo>
                    <a:pt x="1524" y="73152"/>
                  </a:lnTo>
                  <a:lnTo>
                    <a:pt x="0" y="71628"/>
                  </a:lnTo>
                  <a:lnTo>
                    <a:pt x="0" y="60960"/>
                  </a:lnTo>
                  <a:lnTo>
                    <a:pt x="1524" y="54864"/>
                  </a:lnTo>
                  <a:lnTo>
                    <a:pt x="6096" y="35052"/>
                  </a:lnTo>
                  <a:lnTo>
                    <a:pt x="7620" y="32004"/>
                  </a:lnTo>
                  <a:lnTo>
                    <a:pt x="7620" y="27432"/>
                  </a:lnTo>
                  <a:lnTo>
                    <a:pt x="1524" y="27432"/>
                  </a:lnTo>
                  <a:lnTo>
                    <a:pt x="1524" y="25908"/>
                  </a:lnTo>
                  <a:lnTo>
                    <a:pt x="4572" y="25908"/>
                  </a:lnTo>
                  <a:lnTo>
                    <a:pt x="7620" y="24384"/>
                  </a:lnTo>
                  <a:lnTo>
                    <a:pt x="18288" y="22860"/>
                  </a:lnTo>
                  <a:lnTo>
                    <a:pt x="9144" y="59436"/>
                  </a:lnTo>
                  <a:lnTo>
                    <a:pt x="7620" y="60960"/>
                  </a:lnTo>
                  <a:lnTo>
                    <a:pt x="7620" y="68580"/>
                  </a:lnTo>
                  <a:lnTo>
                    <a:pt x="14732" y="68580"/>
                  </a:lnTo>
                  <a:lnTo>
                    <a:pt x="13716" y="70104"/>
                  </a:lnTo>
                  <a:lnTo>
                    <a:pt x="9144" y="73152"/>
                  </a:lnTo>
                  <a:close/>
                </a:path>
                <a:path w="24764" h="73659">
                  <a:moveTo>
                    <a:pt x="14732" y="68580"/>
                  </a:moveTo>
                  <a:lnTo>
                    <a:pt x="10668" y="68580"/>
                  </a:lnTo>
                  <a:lnTo>
                    <a:pt x="13716" y="65532"/>
                  </a:lnTo>
                  <a:lnTo>
                    <a:pt x="18288" y="59436"/>
                  </a:lnTo>
                  <a:lnTo>
                    <a:pt x="19812" y="60960"/>
                  </a:lnTo>
                  <a:lnTo>
                    <a:pt x="14732" y="68580"/>
                  </a:lnTo>
                  <a:close/>
                </a:path>
                <a:path w="24764" h="73659">
                  <a:moveTo>
                    <a:pt x="21336" y="12192"/>
                  </a:moveTo>
                  <a:lnTo>
                    <a:pt x="15240" y="12192"/>
                  </a:lnTo>
                  <a:lnTo>
                    <a:pt x="13716" y="9144"/>
                  </a:lnTo>
                  <a:lnTo>
                    <a:pt x="13716" y="1524"/>
                  </a:lnTo>
                  <a:lnTo>
                    <a:pt x="15240" y="0"/>
                  </a:lnTo>
                  <a:lnTo>
                    <a:pt x="21336" y="0"/>
                  </a:lnTo>
                  <a:lnTo>
                    <a:pt x="24384" y="3048"/>
                  </a:lnTo>
                  <a:lnTo>
                    <a:pt x="24384" y="9144"/>
                  </a:lnTo>
                  <a:lnTo>
                    <a:pt x="21336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 descr=""/>
          <p:cNvSpPr/>
          <p:nvPr/>
        </p:nvSpPr>
        <p:spPr>
          <a:xfrm>
            <a:off x="4354067" y="7584947"/>
            <a:ext cx="79375" cy="7620"/>
          </a:xfrm>
          <a:custGeom>
            <a:avLst/>
            <a:gdLst/>
            <a:ahLst/>
            <a:cxnLst/>
            <a:rect l="l" t="t" r="r" b="b"/>
            <a:pathLst>
              <a:path w="79375" h="7620">
                <a:moveTo>
                  <a:pt x="79248" y="7619"/>
                </a:moveTo>
                <a:lnTo>
                  <a:pt x="0" y="7619"/>
                </a:lnTo>
                <a:lnTo>
                  <a:pt x="0" y="0"/>
                </a:lnTo>
                <a:lnTo>
                  <a:pt x="79248" y="0"/>
                </a:lnTo>
                <a:lnTo>
                  <a:pt x="79248" y="761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8" name="object 98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4480559" y="7528559"/>
            <a:ext cx="278892" cy="144779"/>
          </a:xfrm>
          <a:prstGeom prst="rect">
            <a:avLst/>
          </a:prstGeom>
        </p:spPr>
      </p:pic>
      <p:pic>
        <p:nvPicPr>
          <p:cNvPr id="99" name="object 99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3966972" y="7437119"/>
            <a:ext cx="333755" cy="819912"/>
          </a:xfrm>
          <a:prstGeom prst="rect">
            <a:avLst/>
          </a:prstGeom>
        </p:spPr>
      </p:pic>
      <p:grpSp>
        <p:nvGrpSpPr>
          <p:cNvPr id="100" name="object 100" descr=""/>
          <p:cNvGrpSpPr/>
          <p:nvPr/>
        </p:nvGrpSpPr>
        <p:grpSpPr>
          <a:xfrm>
            <a:off x="4352544" y="7804404"/>
            <a:ext cx="401320" cy="129539"/>
            <a:chOff x="4352544" y="7804404"/>
            <a:chExt cx="401320" cy="129539"/>
          </a:xfrm>
        </p:grpSpPr>
        <p:sp>
          <p:nvSpPr>
            <p:cNvPr id="101" name="object 101" descr=""/>
            <p:cNvSpPr/>
            <p:nvPr/>
          </p:nvSpPr>
          <p:spPr>
            <a:xfrm>
              <a:off x="4352544" y="7859268"/>
              <a:ext cx="79375" cy="9525"/>
            </a:xfrm>
            <a:custGeom>
              <a:avLst/>
              <a:gdLst/>
              <a:ahLst/>
              <a:cxnLst/>
              <a:rect l="l" t="t" r="r" b="b"/>
              <a:pathLst>
                <a:path w="79375" h="9525">
                  <a:moveTo>
                    <a:pt x="79248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79248" y="0"/>
                  </a:lnTo>
                  <a:lnTo>
                    <a:pt x="79248" y="9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4471416" y="7804404"/>
              <a:ext cx="281939" cy="129539"/>
            </a:xfrm>
            <a:prstGeom prst="rect">
              <a:avLst/>
            </a:prstGeom>
          </p:spPr>
        </p:pic>
      </p:grpSp>
      <p:grpSp>
        <p:nvGrpSpPr>
          <p:cNvPr id="103" name="object 103" descr=""/>
          <p:cNvGrpSpPr/>
          <p:nvPr/>
        </p:nvGrpSpPr>
        <p:grpSpPr>
          <a:xfrm>
            <a:off x="4351020" y="8078723"/>
            <a:ext cx="413384" cy="129539"/>
            <a:chOff x="4351020" y="8078723"/>
            <a:chExt cx="413384" cy="129539"/>
          </a:xfrm>
        </p:grpSpPr>
        <p:sp>
          <p:nvSpPr>
            <p:cNvPr id="104" name="object 104" descr=""/>
            <p:cNvSpPr/>
            <p:nvPr/>
          </p:nvSpPr>
          <p:spPr>
            <a:xfrm>
              <a:off x="4351020" y="8135112"/>
              <a:ext cx="79375" cy="9525"/>
            </a:xfrm>
            <a:custGeom>
              <a:avLst/>
              <a:gdLst/>
              <a:ahLst/>
              <a:cxnLst/>
              <a:rect l="l" t="t" r="r" b="b"/>
              <a:pathLst>
                <a:path w="79375" h="9525">
                  <a:moveTo>
                    <a:pt x="79248" y="9143"/>
                  </a:moveTo>
                  <a:lnTo>
                    <a:pt x="0" y="9143"/>
                  </a:lnTo>
                  <a:lnTo>
                    <a:pt x="0" y="0"/>
                  </a:lnTo>
                  <a:lnTo>
                    <a:pt x="79248" y="0"/>
                  </a:lnTo>
                  <a:lnTo>
                    <a:pt x="79248" y="91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474464" y="8078723"/>
              <a:ext cx="289560" cy="129540"/>
            </a:xfrm>
            <a:prstGeom prst="rect">
              <a:avLst/>
            </a:prstGeom>
          </p:spPr>
        </p:pic>
      </p:grpSp>
      <p:sp>
        <p:nvSpPr>
          <p:cNvPr id="106" name="object 106" descr=""/>
          <p:cNvSpPr/>
          <p:nvPr/>
        </p:nvSpPr>
        <p:spPr>
          <a:xfrm>
            <a:off x="4782312" y="7437119"/>
            <a:ext cx="36830" cy="820419"/>
          </a:xfrm>
          <a:custGeom>
            <a:avLst/>
            <a:gdLst/>
            <a:ahLst/>
            <a:cxnLst/>
            <a:rect l="l" t="t" r="r" b="b"/>
            <a:pathLst>
              <a:path w="36829" h="820420">
                <a:moveTo>
                  <a:pt x="36576" y="0"/>
                </a:moveTo>
                <a:lnTo>
                  <a:pt x="0" y="0"/>
                </a:lnTo>
                <a:lnTo>
                  <a:pt x="0" y="7620"/>
                </a:lnTo>
                <a:lnTo>
                  <a:pt x="21336" y="7620"/>
                </a:lnTo>
                <a:lnTo>
                  <a:pt x="24384" y="10668"/>
                </a:lnTo>
                <a:lnTo>
                  <a:pt x="24384" y="85356"/>
                </a:lnTo>
                <a:lnTo>
                  <a:pt x="22860" y="85356"/>
                </a:lnTo>
                <a:lnTo>
                  <a:pt x="22860" y="632472"/>
                </a:lnTo>
                <a:lnTo>
                  <a:pt x="22860" y="641604"/>
                </a:lnTo>
                <a:lnTo>
                  <a:pt x="22860" y="731520"/>
                </a:lnTo>
                <a:lnTo>
                  <a:pt x="24384" y="731520"/>
                </a:lnTo>
                <a:lnTo>
                  <a:pt x="24384" y="810780"/>
                </a:lnTo>
                <a:lnTo>
                  <a:pt x="21336" y="813828"/>
                </a:lnTo>
                <a:lnTo>
                  <a:pt x="0" y="813828"/>
                </a:lnTo>
                <a:lnTo>
                  <a:pt x="0" y="819924"/>
                </a:lnTo>
                <a:lnTo>
                  <a:pt x="36576" y="819924"/>
                </a:lnTo>
                <a:lnTo>
                  <a:pt x="36576" y="731520"/>
                </a:lnTo>
                <a:lnTo>
                  <a:pt x="36576" y="726960"/>
                </a:lnTo>
                <a:lnTo>
                  <a:pt x="36576" y="641604"/>
                </a:lnTo>
                <a:lnTo>
                  <a:pt x="36576" y="632472"/>
                </a:lnTo>
                <a:lnTo>
                  <a:pt x="36576" y="94488"/>
                </a:lnTo>
                <a:lnTo>
                  <a:pt x="36576" y="85356"/>
                </a:lnTo>
                <a:lnTo>
                  <a:pt x="365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7" name="object 107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4887467" y="7808976"/>
            <a:ext cx="77724" cy="77723"/>
          </a:xfrm>
          <a:prstGeom prst="rect">
            <a:avLst/>
          </a:prstGeom>
        </p:spPr>
      </p:pic>
      <p:grpSp>
        <p:nvGrpSpPr>
          <p:cNvPr id="108" name="object 108" descr=""/>
          <p:cNvGrpSpPr/>
          <p:nvPr/>
        </p:nvGrpSpPr>
        <p:grpSpPr>
          <a:xfrm>
            <a:off x="5015484" y="7731252"/>
            <a:ext cx="180340" cy="330835"/>
            <a:chOff x="5015484" y="7731252"/>
            <a:chExt cx="180340" cy="330835"/>
          </a:xfrm>
        </p:grpSpPr>
        <p:pic>
          <p:nvPicPr>
            <p:cNvPr id="109" name="object 109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015484" y="7731252"/>
              <a:ext cx="179831" cy="233171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5096256" y="7988807"/>
              <a:ext cx="24765" cy="73660"/>
            </a:xfrm>
            <a:custGeom>
              <a:avLst/>
              <a:gdLst/>
              <a:ahLst/>
              <a:cxnLst/>
              <a:rect l="l" t="t" r="r" b="b"/>
              <a:pathLst>
                <a:path w="24764" h="73659">
                  <a:moveTo>
                    <a:pt x="9144" y="73152"/>
                  </a:moveTo>
                  <a:lnTo>
                    <a:pt x="1524" y="73152"/>
                  </a:lnTo>
                  <a:lnTo>
                    <a:pt x="0" y="71628"/>
                  </a:lnTo>
                  <a:lnTo>
                    <a:pt x="0" y="65532"/>
                  </a:lnTo>
                  <a:lnTo>
                    <a:pt x="1524" y="60960"/>
                  </a:lnTo>
                  <a:lnTo>
                    <a:pt x="3048" y="54864"/>
                  </a:lnTo>
                  <a:lnTo>
                    <a:pt x="7620" y="35052"/>
                  </a:lnTo>
                  <a:lnTo>
                    <a:pt x="7620" y="27432"/>
                  </a:lnTo>
                  <a:lnTo>
                    <a:pt x="1524" y="27432"/>
                  </a:lnTo>
                  <a:lnTo>
                    <a:pt x="1524" y="25908"/>
                  </a:lnTo>
                  <a:lnTo>
                    <a:pt x="6096" y="25908"/>
                  </a:lnTo>
                  <a:lnTo>
                    <a:pt x="7620" y="24384"/>
                  </a:lnTo>
                  <a:lnTo>
                    <a:pt x="18288" y="22860"/>
                  </a:lnTo>
                  <a:lnTo>
                    <a:pt x="19812" y="22860"/>
                  </a:lnTo>
                  <a:lnTo>
                    <a:pt x="9144" y="59436"/>
                  </a:lnTo>
                  <a:lnTo>
                    <a:pt x="9144" y="60960"/>
                  </a:lnTo>
                  <a:lnTo>
                    <a:pt x="7620" y="65532"/>
                  </a:lnTo>
                  <a:lnTo>
                    <a:pt x="7620" y="67056"/>
                  </a:lnTo>
                  <a:lnTo>
                    <a:pt x="9144" y="68580"/>
                  </a:lnTo>
                  <a:lnTo>
                    <a:pt x="14732" y="68580"/>
                  </a:lnTo>
                  <a:lnTo>
                    <a:pt x="13716" y="70104"/>
                  </a:lnTo>
                  <a:lnTo>
                    <a:pt x="9144" y="73152"/>
                  </a:lnTo>
                  <a:close/>
                </a:path>
                <a:path w="24764" h="73659">
                  <a:moveTo>
                    <a:pt x="14732" y="68580"/>
                  </a:moveTo>
                  <a:lnTo>
                    <a:pt x="10668" y="68580"/>
                  </a:lnTo>
                  <a:lnTo>
                    <a:pt x="13716" y="65532"/>
                  </a:lnTo>
                  <a:lnTo>
                    <a:pt x="18288" y="59436"/>
                  </a:lnTo>
                  <a:lnTo>
                    <a:pt x="19812" y="60960"/>
                  </a:lnTo>
                  <a:lnTo>
                    <a:pt x="14732" y="68580"/>
                  </a:lnTo>
                  <a:close/>
                </a:path>
                <a:path w="24764" h="73659">
                  <a:moveTo>
                    <a:pt x="21336" y="12192"/>
                  </a:moveTo>
                  <a:lnTo>
                    <a:pt x="15240" y="12192"/>
                  </a:lnTo>
                  <a:lnTo>
                    <a:pt x="13716" y="9144"/>
                  </a:lnTo>
                  <a:lnTo>
                    <a:pt x="13716" y="1524"/>
                  </a:lnTo>
                  <a:lnTo>
                    <a:pt x="16764" y="0"/>
                  </a:lnTo>
                  <a:lnTo>
                    <a:pt x="21336" y="0"/>
                  </a:lnTo>
                  <a:lnTo>
                    <a:pt x="24384" y="3048"/>
                  </a:lnTo>
                  <a:lnTo>
                    <a:pt x="24384" y="9144"/>
                  </a:lnTo>
                  <a:lnTo>
                    <a:pt x="21336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" name="object 111" descr=""/>
          <p:cNvGrpSpPr/>
          <p:nvPr/>
        </p:nvGrpSpPr>
        <p:grpSpPr>
          <a:xfrm>
            <a:off x="5260847" y="7437119"/>
            <a:ext cx="317500" cy="820419"/>
            <a:chOff x="5260847" y="7437119"/>
            <a:chExt cx="317500" cy="820419"/>
          </a:xfrm>
        </p:grpSpPr>
        <p:sp>
          <p:nvSpPr>
            <p:cNvPr id="112" name="object 112" descr=""/>
            <p:cNvSpPr/>
            <p:nvPr/>
          </p:nvSpPr>
          <p:spPr>
            <a:xfrm>
              <a:off x="5260848" y="7437119"/>
              <a:ext cx="260985" cy="820419"/>
            </a:xfrm>
            <a:custGeom>
              <a:avLst/>
              <a:gdLst/>
              <a:ahLst/>
              <a:cxnLst/>
              <a:rect l="l" t="t" r="r" b="b"/>
              <a:pathLst>
                <a:path w="260985" h="820420">
                  <a:moveTo>
                    <a:pt x="38100" y="0"/>
                  </a:moveTo>
                  <a:lnTo>
                    <a:pt x="1524" y="0"/>
                  </a:lnTo>
                  <a:lnTo>
                    <a:pt x="1524" y="7620"/>
                  </a:lnTo>
                  <a:lnTo>
                    <a:pt x="1524" y="10160"/>
                  </a:lnTo>
                  <a:lnTo>
                    <a:pt x="1524" y="85356"/>
                  </a:lnTo>
                  <a:lnTo>
                    <a:pt x="0" y="85356"/>
                  </a:lnTo>
                  <a:lnTo>
                    <a:pt x="0" y="632472"/>
                  </a:lnTo>
                  <a:lnTo>
                    <a:pt x="0" y="641604"/>
                  </a:lnTo>
                  <a:lnTo>
                    <a:pt x="0" y="731520"/>
                  </a:lnTo>
                  <a:lnTo>
                    <a:pt x="1524" y="731520"/>
                  </a:lnTo>
                  <a:lnTo>
                    <a:pt x="1524" y="811034"/>
                  </a:lnTo>
                  <a:lnTo>
                    <a:pt x="1524" y="813574"/>
                  </a:lnTo>
                  <a:lnTo>
                    <a:pt x="1524" y="819924"/>
                  </a:lnTo>
                  <a:lnTo>
                    <a:pt x="38100" y="819924"/>
                  </a:lnTo>
                  <a:lnTo>
                    <a:pt x="38100" y="813574"/>
                  </a:lnTo>
                  <a:lnTo>
                    <a:pt x="15240" y="813574"/>
                  </a:lnTo>
                  <a:lnTo>
                    <a:pt x="15240" y="811034"/>
                  </a:lnTo>
                  <a:lnTo>
                    <a:pt x="13716" y="811034"/>
                  </a:lnTo>
                  <a:lnTo>
                    <a:pt x="13716" y="731520"/>
                  </a:lnTo>
                  <a:lnTo>
                    <a:pt x="13716" y="727214"/>
                  </a:lnTo>
                  <a:lnTo>
                    <a:pt x="13716" y="10160"/>
                  </a:lnTo>
                  <a:lnTo>
                    <a:pt x="15494" y="10160"/>
                  </a:lnTo>
                  <a:lnTo>
                    <a:pt x="15494" y="7620"/>
                  </a:lnTo>
                  <a:lnTo>
                    <a:pt x="38100" y="7620"/>
                  </a:lnTo>
                  <a:lnTo>
                    <a:pt x="38100" y="0"/>
                  </a:lnTo>
                  <a:close/>
                </a:path>
                <a:path w="260985" h="820420">
                  <a:moveTo>
                    <a:pt x="184404" y="91440"/>
                  </a:moveTo>
                  <a:lnTo>
                    <a:pt x="158496" y="91440"/>
                  </a:lnTo>
                  <a:lnTo>
                    <a:pt x="108204" y="166116"/>
                  </a:lnTo>
                  <a:lnTo>
                    <a:pt x="101104" y="108204"/>
                  </a:lnTo>
                  <a:lnTo>
                    <a:pt x="99060" y="91440"/>
                  </a:lnTo>
                  <a:lnTo>
                    <a:pt x="71628" y="91440"/>
                  </a:lnTo>
                  <a:lnTo>
                    <a:pt x="71628" y="94488"/>
                  </a:lnTo>
                  <a:lnTo>
                    <a:pt x="79248" y="94488"/>
                  </a:lnTo>
                  <a:lnTo>
                    <a:pt x="83820" y="96012"/>
                  </a:lnTo>
                  <a:lnTo>
                    <a:pt x="83820" y="100584"/>
                  </a:lnTo>
                  <a:lnTo>
                    <a:pt x="82296" y="103632"/>
                  </a:lnTo>
                  <a:lnTo>
                    <a:pt x="82296" y="106680"/>
                  </a:lnTo>
                  <a:lnTo>
                    <a:pt x="80772" y="111252"/>
                  </a:lnTo>
                  <a:lnTo>
                    <a:pt x="80772" y="112776"/>
                  </a:lnTo>
                  <a:lnTo>
                    <a:pt x="64008" y="169164"/>
                  </a:lnTo>
                  <a:lnTo>
                    <a:pt x="59436" y="184404"/>
                  </a:lnTo>
                  <a:lnTo>
                    <a:pt x="56388" y="187452"/>
                  </a:lnTo>
                  <a:lnTo>
                    <a:pt x="48768" y="187452"/>
                  </a:lnTo>
                  <a:lnTo>
                    <a:pt x="48768" y="190500"/>
                  </a:lnTo>
                  <a:lnTo>
                    <a:pt x="79248" y="190500"/>
                  </a:lnTo>
                  <a:lnTo>
                    <a:pt x="79248" y="187452"/>
                  </a:lnTo>
                  <a:lnTo>
                    <a:pt x="71628" y="187452"/>
                  </a:lnTo>
                  <a:lnTo>
                    <a:pt x="68580" y="185928"/>
                  </a:lnTo>
                  <a:lnTo>
                    <a:pt x="68580" y="176784"/>
                  </a:lnTo>
                  <a:lnTo>
                    <a:pt x="70104" y="173736"/>
                  </a:lnTo>
                  <a:lnTo>
                    <a:pt x="88392" y="108204"/>
                  </a:lnTo>
                  <a:lnTo>
                    <a:pt x="97536" y="190500"/>
                  </a:lnTo>
                  <a:lnTo>
                    <a:pt x="99060" y="190500"/>
                  </a:lnTo>
                  <a:lnTo>
                    <a:pt x="115595" y="166116"/>
                  </a:lnTo>
                  <a:lnTo>
                    <a:pt x="156972" y="105156"/>
                  </a:lnTo>
                  <a:lnTo>
                    <a:pt x="137160" y="176784"/>
                  </a:lnTo>
                  <a:lnTo>
                    <a:pt x="134112" y="184404"/>
                  </a:lnTo>
                  <a:lnTo>
                    <a:pt x="131064" y="187452"/>
                  </a:lnTo>
                  <a:lnTo>
                    <a:pt x="121920" y="187452"/>
                  </a:lnTo>
                  <a:lnTo>
                    <a:pt x="121920" y="190500"/>
                  </a:lnTo>
                  <a:lnTo>
                    <a:pt x="163068" y="190500"/>
                  </a:lnTo>
                  <a:lnTo>
                    <a:pt x="163068" y="187452"/>
                  </a:lnTo>
                  <a:lnTo>
                    <a:pt x="152400" y="187452"/>
                  </a:lnTo>
                  <a:lnTo>
                    <a:pt x="152400" y="176784"/>
                  </a:lnTo>
                  <a:lnTo>
                    <a:pt x="153924" y="172212"/>
                  </a:lnTo>
                  <a:lnTo>
                    <a:pt x="172212" y="105156"/>
                  </a:lnTo>
                  <a:lnTo>
                    <a:pt x="175260" y="96012"/>
                  </a:lnTo>
                  <a:lnTo>
                    <a:pt x="184404" y="94488"/>
                  </a:lnTo>
                  <a:lnTo>
                    <a:pt x="184404" y="91440"/>
                  </a:lnTo>
                  <a:close/>
                </a:path>
                <a:path w="260985" h="820420">
                  <a:moveTo>
                    <a:pt x="227076" y="166128"/>
                  </a:moveTo>
                  <a:lnTo>
                    <a:pt x="225552" y="164604"/>
                  </a:lnTo>
                  <a:lnTo>
                    <a:pt x="217932" y="164604"/>
                  </a:lnTo>
                  <a:lnTo>
                    <a:pt x="213360" y="169176"/>
                  </a:lnTo>
                  <a:lnTo>
                    <a:pt x="205740" y="179844"/>
                  </a:lnTo>
                  <a:lnTo>
                    <a:pt x="202692" y="167652"/>
                  </a:lnTo>
                  <a:lnTo>
                    <a:pt x="202692" y="164604"/>
                  </a:lnTo>
                  <a:lnTo>
                    <a:pt x="196596" y="164604"/>
                  </a:lnTo>
                  <a:lnTo>
                    <a:pt x="193548" y="166128"/>
                  </a:lnTo>
                  <a:lnTo>
                    <a:pt x="185928" y="167652"/>
                  </a:lnTo>
                  <a:lnTo>
                    <a:pt x="184404" y="167652"/>
                  </a:lnTo>
                  <a:lnTo>
                    <a:pt x="185928" y="169176"/>
                  </a:lnTo>
                  <a:lnTo>
                    <a:pt x="195072" y="169176"/>
                  </a:lnTo>
                  <a:lnTo>
                    <a:pt x="196596" y="176796"/>
                  </a:lnTo>
                  <a:lnTo>
                    <a:pt x="199644" y="190512"/>
                  </a:lnTo>
                  <a:lnTo>
                    <a:pt x="190500" y="202704"/>
                  </a:lnTo>
                  <a:lnTo>
                    <a:pt x="187452" y="207276"/>
                  </a:lnTo>
                  <a:lnTo>
                    <a:pt x="185928" y="208800"/>
                  </a:lnTo>
                  <a:lnTo>
                    <a:pt x="182880" y="208800"/>
                  </a:lnTo>
                  <a:lnTo>
                    <a:pt x="181356" y="207276"/>
                  </a:lnTo>
                  <a:lnTo>
                    <a:pt x="179832" y="207276"/>
                  </a:lnTo>
                  <a:lnTo>
                    <a:pt x="179832" y="205752"/>
                  </a:lnTo>
                  <a:lnTo>
                    <a:pt x="176784" y="205752"/>
                  </a:lnTo>
                  <a:lnTo>
                    <a:pt x="175260" y="208800"/>
                  </a:lnTo>
                  <a:lnTo>
                    <a:pt x="175260" y="213372"/>
                  </a:lnTo>
                  <a:lnTo>
                    <a:pt x="176784" y="214896"/>
                  </a:lnTo>
                  <a:lnTo>
                    <a:pt x="182880" y="214896"/>
                  </a:lnTo>
                  <a:lnTo>
                    <a:pt x="188976" y="208800"/>
                  </a:lnTo>
                  <a:lnTo>
                    <a:pt x="190500" y="207276"/>
                  </a:lnTo>
                  <a:lnTo>
                    <a:pt x="201168" y="193560"/>
                  </a:lnTo>
                  <a:lnTo>
                    <a:pt x="204216" y="207276"/>
                  </a:lnTo>
                  <a:lnTo>
                    <a:pt x="205740" y="213372"/>
                  </a:lnTo>
                  <a:lnTo>
                    <a:pt x="207264" y="214896"/>
                  </a:lnTo>
                  <a:lnTo>
                    <a:pt x="214884" y="214896"/>
                  </a:lnTo>
                  <a:lnTo>
                    <a:pt x="217932" y="211848"/>
                  </a:lnTo>
                  <a:lnTo>
                    <a:pt x="219964" y="208800"/>
                  </a:lnTo>
                  <a:lnTo>
                    <a:pt x="224028" y="202704"/>
                  </a:lnTo>
                  <a:lnTo>
                    <a:pt x="222504" y="201180"/>
                  </a:lnTo>
                  <a:lnTo>
                    <a:pt x="219456" y="204228"/>
                  </a:lnTo>
                  <a:lnTo>
                    <a:pt x="217932" y="207276"/>
                  </a:lnTo>
                  <a:lnTo>
                    <a:pt x="216408" y="208800"/>
                  </a:lnTo>
                  <a:lnTo>
                    <a:pt x="213360" y="208800"/>
                  </a:lnTo>
                  <a:lnTo>
                    <a:pt x="211836" y="207276"/>
                  </a:lnTo>
                  <a:lnTo>
                    <a:pt x="211836" y="202704"/>
                  </a:lnTo>
                  <a:lnTo>
                    <a:pt x="210312" y="202704"/>
                  </a:lnTo>
                  <a:lnTo>
                    <a:pt x="209003" y="193560"/>
                  </a:lnTo>
                  <a:lnTo>
                    <a:pt x="208788" y="192036"/>
                  </a:lnTo>
                  <a:lnTo>
                    <a:pt x="207264" y="185940"/>
                  </a:lnTo>
                  <a:lnTo>
                    <a:pt x="207264" y="184416"/>
                  </a:lnTo>
                  <a:lnTo>
                    <a:pt x="209550" y="179844"/>
                  </a:lnTo>
                  <a:lnTo>
                    <a:pt x="211836" y="175272"/>
                  </a:lnTo>
                  <a:lnTo>
                    <a:pt x="216408" y="170700"/>
                  </a:lnTo>
                  <a:lnTo>
                    <a:pt x="219456" y="170700"/>
                  </a:lnTo>
                  <a:lnTo>
                    <a:pt x="220980" y="172224"/>
                  </a:lnTo>
                  <a:lnTo>
                    <a:pt x="225552" y="172224"/>
                  </a:lnTo>
                  <a:lnTo>
                    <a:pt x="227076" y="170700"/>
                  </a:lnTo>
                  <a:lnTo>
                    <a:pt x="227076" y="166128"/>
                  </a:lnTo>
                  <a:close/>
                </a:path>
                <a:path w="260985" h="820420">
                  <a:moveTo>
                    <a:pt x="256032" y="164604"/>
                  </a:moveTo>
                  <a:lnTo>
                    <a:pt x="254508" y="164604"/>
                  </a:lnTo>
                  <a:lnTo>
                    <a:pt x="243840" y="167652"/>
                  </a:lnTo>
                  <a:lnTo>
                    <a:pt x="237744" y="167652"/>
                  </a:lnTo>
                  <a:lnTo>
                    <a:pt x="237744" y="169176"/>
                  </a:lnTo>
                  <a:lnTo>
                    <a:pt x="243840" y="169176"/>
                  </a:lnTo>
                  <a:lnTo>
                    <a:pt x="243840" y="176796"/>
                  </a:lnTo>
                  <a:lnTo>
                    <a:pt x="239268" y="196608"/>
                  </a:lnTo>
                  <a:lnTo>
                    <a:pt x="237744" y="204228"/>
                  </a:lnTo>
                  <a:lnTo>
                    <a:pt x="236220" y="207276"/>
                  </a:lnTo>
                  <a:lnTo>
                    <a:pt x="236220" y="213372"/>
                  </a:lnTo>
                  <a:lnTo>
                    <a:pt x="237744" y="214896"/>
                  </a:lnTo>
                  <a:lnTo>
                    <a:pt x="245364" y="214896"/>
                  </a:lnTo>
                  <a:lnTo>
                    <a:pt x="249936" y="211848"/>
                  </a:lnTo>
                  <a:lnTo>
                    <a:pt x="250952" y="210324"/>
                  </a:lnTo>
                  <a:lnTo>
                    <a:pt x="256032" y="202704"/>
                  </a:lnTo>
                  <a:lnTo>
                    <a:pt x="254508" y="201180"/>
                  </a:lnTo>
                  <a:lnTo>
                    <a:pt x="249936" y="208800"/>
                  </a:lnTo>
                  <a:lnTo>
                    <a:pt x="248412" y="210324"/>
                  </a:lnTo>
                  <a:lnTo>
                    <a:pt x="243840" y="210324"/>
                  </a:lnTo>
                  <a:lnTo>
                    <a:pt x="243840" y="207276"/>
                  </a:lnTo>
                  <a:lnTo>
                    <a:pt x="245364" y="204228"/>
                  </a:lnTo>
                  <a:lnTo>
                    <a:pt x="245364" y="201180"/>
                  </a:lnTo>
                  <a:lnTo>
                    <a:pt x="256032" y="164604"/>
                  </a:lnTo>
                  <a:close/>
                </a:path>
                <a:path w="260985" h="820420">
                  <a:moveTo>
                    <a:pt x="260604" y="144792"/>
                  </a:moveTo>
                  <a:lnTo>
                    <a:pt x="257556" y="141744"/>
                  </a:lnTo>
                  <a:lnTo>
                    <a:pt x="252984" y="141744"/>
                  </a:lnTo>
                  <a:lnTo>
                    <a:pt x="249936" y="144792"/>
                  </a:lnTo>
                  <a:lnTo>
                    <a:pt x="249936" y="150888"/>
                  </a:lnTo>
                  <a:lnTo>
                    <a:pt x="252984" y="153936"/>
                  </a:lnTo>
                  <a:lnTo>
                    <a:pt x="257556" y="153936"/>
                  </a:lnTo>
                  <a:lnTo>
                    <a:pt x="260604" y="150888"/>
                  </a:lnTo>
                  <a:lnTo>
                    <a:pt x="260604" y="1447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308092" y="7804404"/>
              <a:ext cx="214883" cy="143255"/>
            </a:xfrm>
            <a:prstGeom prst="rect">
              <a:avLst/>
            </a:prstGeom>
          </p:spPr>
        </p:pic>
        <p:sp>
          <p:nvSpPr>
            <p:cNvPr id="114" name="object 114" descr=""/>
            <p:cNvSpPr/>
            <p:nvPr/>
          </p:nvSpPr>
          <p:spPr>
            <a:xfrm>
              <a:off x="5312664" y="7437119"/>
              <a:ext cx="265430" cy="820419"/>
            </a:xfrm>
            <a:custGeom>
              <a:avLst/>
              <a:gdLst/>
              <a:ahLst/>
              <a:cxnLst/>
              <a:rect l="l" t="t" r="r" b="b"/>
              <a:pathLst>
                <a:path w="265429" h="820420">
                  <a:moveTo>
                    <a:pt x="135636" y="641604"/>
                  </a:moveTo>
                  <a:lnTo>
                    <a:pt x="109728" y="641604"/>
                  </a:lnTo>
                  <a:lnTo>
                    <a:pt x="59436" y="716280"/>
                  </a:lnTo>
                  <a:lnTo>
                    <a:pt x="52336" y="658368"/>
                  </a:lnTo>
                  <a:lnTo>
                    <a:pt x="50292" y="641604"/>
                  </a:lnTo>
                  <a:lnTo>
                    <a:pt x="22860" y="641604"/>
                  </a:lnTo>
                  <a:lnTo>
                    <a:pt x="22860" y="644652"/>
                  </a:lnTo>
                  <a:lnTo>
                    <a:pt x="30480" y="644652"/>
                  </a:lnTo>
                  <a:lnTo>
                    <a:pt x="35052" y="646176"/>
                  </a:lnTo>
                  <a:lnTo>
                    <a:pt x="35052" y="650748"/>
                  </a:lnTo>
                  <a:lnTo>
                    <a:pt x="33528" y="653796"/>
                  </a:lnTo>
                  <a:lnTo>
                    <a:pt x="33528" y="656844"/>
                  </a:lnTo>
                  <a:lnTo>
                    <a:pt x="32004" y="661416"/>
                  </a:lnTo>
                  <a:lnTo>
                    <a:pt x="30480" y="662940"/>
                  </a:lnTo>
                  <a:lnTo>
                    <a:pt x="15240" y="719328"/>
                  </a:lnTo>
                  <a:lnTo>
                    <a:pt x="10668" y="734568"/>
                  </a:lnTo>
                  <a:lnTo>
                    <a:pt x="7620" y="737616"/>
                  </a:lnTo>
                  <a:lnTo>
                    <a:pt x="0" y="739140"/>
                  </a:lnTo>
                  <a:lnTo>
                    <a:pt x="0" y="740664"/>
                  </a:lnTo>
                  <a:lnTo>
                    <a:pt x="30480" y="740664"/>
                  </a:lnTo>
                  <a:lnTo>
                    <a:pt x="30480" y="739140"/>
                  </a:lnTo>
                  <a:lnTo>
                    <a:pt x="22860" y="737616"/>
                  </a:lnTo>
                  <a:lnTo>
                    <a:pt x="19812" y="736092"/>
                  </a:lnTo>
                  <a:lnTo>
                    <a:pt x="19812" y="726948"/>
                  </a:lnTo>
                  <a:lnTo>
                    <a:pt x="21336" y="723900"/>
                  </a:lnTo>
                  <a:lnTo>
                    <a:pt x="38100" y="658368"/>
                  </a:lnTo>
                  <a:lnTo>
                    <a:pt x="47244" y="740664"/>
                  </a:lnTo>
                  <a:lnTo>
                    <a:pt x="50292" y="740664"/>
                  </a:lnTo>
                  <a:lnTo>
                    <a:pt x="67132" y="716280"/>
                  </a:lnTo>
                  <a:lnTo>
                    <a:pt x="108204" y="656844"/>
                  </a:lnTo>
                  <a:lnTo>
                    <a:pt x="88392" y="726948"/>
                  </a:lnTo>
                  <a:lnTo>
                    <a:pt x="85344" y="734568"/>
                  </a:lnTo>
                  <a:lnTo>
                    <a:pt x="82296" y="737616"/>
                  </a:lnTo>
                  <a:lnTo>
                    <a:pt x="73152" y="739140"/>
                  </a:lnTo>
                  <a:lnTo>
                    <a:pt x="73152" y="740664"/>
                  </a:lnTo>
                  <a:lnTo>
                    <a:pt x="114300" y="740664"/>
                  </a:lnTo>
                  <a:lnTo>
                    <a:pt x="114300" y="739140"/>
                  </a:lnTo>
                  <a:lnTo>
                    <a:pt x="103632" y="737616"/>
                  </a:lnTo>
                  <a:lnTo>
                    <a:pt x="102108" y="736092"/>
                  </a:lnTo>
                  <a:lnTo>
                    <a:pt x="102108" y="729996"/>
                  </a:lnTo>
                  <a:lnTo>
                    <a:pt x="103632" y="726948"/>
                  </a:lnTo>
                  <a:lnTo>
                    <a:pt x="103632" y="722376"/>
                  </a:lnTo>
                  <a:lnTo>
                    <a:pt x="122986" y="656844"/>
                  </a:lnTo>
                  <a:lnTo>
                    <a:pt x="123444" y="655320"/>
                  </a:lnTo>
                  <a:lnTo>
                    <a:pt x="124968" y="646176"/>
                  </a:lnTo>
                  <a:lnTo>
                    <a:pt x="126492" y="646176"/>
                  </a:lnTo>
                  <a:lnTo>
                    <a:pt x="135636" y="644652"/>
                  </a:lnTo>
                  <a:lnTo>
                    <a:pt x="135636" y="641604"/>
                  </a:lnTo>
                  <a:close/>
                </a:path>
                <a:path w="265429" h="820420">
                  <a:moveTo>
                    <a:pt x="172212" y="762012"/>
                  </a:moveTo>
                  <a:lnTo>
                    <a:pt x="170688" y="760488"/>
                  </a:lnTo>
                  <a:lnTo>
                    <a:pt x="166116" y="760488"/>
                  </a:lnTo>
                  <a:lnTo>
                    <a:pt x="164592" y="762012"/>
                  </a:lnTo>
                  <a:lnTo>
                    <a:pt x="164592" y="765060"/>
                  </a:lnTo>
                  <a:lnTo>
                    <a:pt x="166116" y="766584"/>
                  </a:lnTo>
                  <a:lnTo>
                    <a:pt x="166116" y="769632"/>
                  </a:lnTo>
                  <a:lnTo>
                    <a:pt x="158496" y="769632"/>
                  </a:lnTo>
                  <a:lnTo>
                    <a:pt x="155448" y="765060"/>
                  </a:lnTo>
                  <a:lnTo>
                    <a:pt x="146304" y="765060"/>
                  </a:lnTo>
                  <a:lnTo>
                    <a:pt x="149352" y="768108"/>
                  </a:lnTo>
                  <a:lnTo>
                    <a:pt x="158496" y="772680"/>
                  </a:lnTo>
                  <a:lnTo>
                    <a:pt x="167640" y="772680"/>
                  </a:lnTo>
                  <a:lnTo>
                    <a:pt x="170688" y="769632"/>
                  </a:lnTo>
                  <a:lnTo>
                    <a:pt x="172212" y="768108"/>
                  </a:lnTo>
                  <a:lnTo>
                    <a:pt x="172212" y="762012"/>
                  </a:lnTo>
                  <a:close/>
                </a:path>
                <a:path w="265429" h="820420">
                  <a:moveTo>
                    <a:pt x="173736" y="716292"/>
                  </a:moveTo>
                  <a:lnTo>
                    <a:pt x="143256" y="716292"/>
                  </a:lnTo>
                  <a:lnTo>
                    <a:pt x="138684" y="728484"/>
                  </a:lnTo>
                  <a:lnTo>
                    <a:pt x="141732" y="728484"/>
                  </a:lnTo>
                  <a:lnTo>
                    <a:pt x="143256" y="723912"/>
                  </a:lnTo>
                  <a:lnTo>
                    <a:pt x="144780" y="722388"/>
                  </a:lnTo>
                  <a:lnTo>
                    <a:pt x="166116" y="722388"/>
                  </a:lnTo>
                  <a:lnTo>
                    <a:pt x="132588" y="763536"/>
                  </a:lnTo>
                  <a:lnTo>
                    <a:pt x="134112" y="763536"/>
                  </a:lnTo>
                  <a:lnTo>
                    <a:pt x="144780" y="763536"/>
                  </a:lnTo>
                  <a:lnTo>
                    <a:pt x="154533" y="763536"/>
                  </a:lnTo>
                  <a:lnTo>
                    <a:pt x="150876" y="757440"/>
                  </a:lnTo>
                  <a:lnTo>
                    <a:pt x="147828" y="757440"/>
                  </a:lnTo>
                  <a:lnTo>
                    <a:pt x="141732" y="755916"/>
                  </a:lnTo>
                  <a:lnTo>
                    <a:pt x="169887" y="722388"/>
                  </a:lnTo>
                  <a:lnTo>
                    <a:pt x="173736" y="717816"/>
                  </a:lnTo>
                  <a:lnTo>
                    <a:pt x="173736" y="716292"/>
                  </a:lnTo>
                  <a:close/>
                </a:path>
                <a:path w="265429" h="820420">
                  <a:moveTo>
                    <a:pt x="201168" y="714768"/>
                  </a:moveTo>
                  <a:lnTo>
                    <a:pt x="188976" y="717816"/>
                  </a:lnTo>
                  <a:lnTo>
                    <a:pt x="182880" y="717816"/>
                  </a:lnTo>
                  <a:lnTo>
                    <a:pt x="182880" y="719340"/>
                  </a:lnTo>
                  <a:lnTo>
                    <a:pt x="188976" y="719340"/>
                  </a:lnTo>
                  <a:lnTo>
                    <a:pt x="188976" y="726960"/>
                  </a:lnTo>
                  <a:lnTo>
                    <a:pt x="184404" y="746772"/>
                  </a:lnTo>
                  <a:lnTo>
                    <a:pt x="182880" y="754392"/>
                  </a:lnTo>
                  <a:lnTo>
                    <a:pt x="181356" y="757440"/>
                  </a:lnTo>
                  <a:lnTo>
                    <a:pt x="181356" y="763536"/>
                  </a:lnTo>
                  <a:lnTo>
                    <a:pt x="182880" y="765060"/>
                  </a:lnTo>
                  <a:lnTo>
                    <a:pt x="192024" y="765060"/>
                  </a:lnTo>
                  <a:lnTo>
                    <a:pt x="195072" y="762012"/>
                  </a:lnTo>
                  <a:lnTo>
                    <a:pt x="196088" y="760488"/>
                  </a:lnTo>
                  <a:lnTo>
                    <a:pt x="201168" y="752868"/>
                  </a:lnTo>
                  <a:lnTo>
                    <a:pt x="199644" y="751344"/>
                  </a:lnTo>
                  <a:lnTo>
                    <a:pt x="195072" y="758964"/>
                  </a:lnTo>
                  <a:lnTo>
                    <a:pt x="193548" y="760488"/>
                  </a:lnTo>
                  <a:lnTo>
                    <a:pt x="188976" y="760488"/>
                  </a:lnTo>
                  <a:lnTo>
                    <a:pt x="188976" y="757440"/>
                  </a:lnTo>
                  <a:lnTo>
                    <a:pt x="190500" y="754392"/>
                  </a:lnTo>
                  <a:lnTo>
                    <a:pt x="190500" y="751344"/>
                  </a:lnTo>
                  <a:lnTo>
                    <a:pt x="201168" y="714768"/>
                  </a:lnTo>
                  <a:close/>
                </a:path>
                <a:path w="265429" h="820420">
                  <a:moveTo>
                    <a:pt x="205740" y="694956"/>
                  </a:moveTo>
                  <a:lnTo>
                    <a:pt x="204216" y="691908"/>
                  </a:lnTo>
                  <a:lnTo>
                    <a:pt x="198120" y="691908"/>
                  </a:lnTo>
                  <a:lnTo>
                    <a:pt x="195072" y="694956"/>
                  </a:lnTo>
                  <a:lnTo>
                    <a:pt x="195072" y="701052"/>
                  </a:lnTo>
                  <a:lnTo>
                    <a:pt x="198120" y="704100"/>
                  </a:lnTo>
                  <a:lnTo>
                    <a:pt x="204216" y="704100"/>
                  </a:lnTo>
                  <a:lnTo>
                    <a:pt x="205740" y="701052"/>
                  </a:lnTo>
                  <a:lnTo>
                    <a:pt x="205740" y="694956"/>
                  </a:lnTo>
                  <a:close/>
                </a:path>
                <a:path w="265429" h="820420">
                  <a:moveTo>
                    <a:pt x="265163" y="85356"/>
                  </a:moveTo>
                  <a:lnTo>
                    <a:pt x="263652" y="85356"/>
                  </a:lnTo>
                  <a:lnTo>
                    <a:pt x="263652" y="0"/>
                  </a:lnTo>
                  <a:lnTo>
                    <a:pt x="227076" y="0"/>
                  </a:lnTo>
                  <a:lnTo>
                    <a:pt x="227076" y="7620"/>
                  </a:lnTo>
                  <a:lnTo>
                    <a:pt x="248412" y="7620"/>
                  </a:lnTo>
                  <a:lnTo>
                    <a:pt x="252984" y="10668"/>
                  </a:lnTo>
                  <a:lnTo>
                    <a:pt x="252984" y="85356"/>
                  </a:lnTo>
                  <a:lnTo>
                    <a:pt x="251447" y="85356"/>
                  </a:lnTo>
                  <a:lnTo>
                    <a:pt x="251447" y="632472"/>
                  </a:lnTo>
                  <a:lnTo>
                    <a:pt x="251447" y="641604"/>
                  </a:lnTo>
                  <a:lnTo>
                    <a:pt x="251447" y="731520"/>
                  </a:lnTo>
                  <a:lnTo>
                    <a:pt x="252984" y="731520"/>
                  </a:lnTo>
                  <a:lnTo>
                    <a:pt x="252984" y="810780"/>
                  </a:lnTo>
                  <a:lnTo>
                    <a:pt x="248412" y="813828"/>
                  </a:lnTo>
                  <a:lnTo>
                    <a:pt x="227076" y="813828"/>
                  </a:lnTo>
                  <a:lnTo>
                    <a:pt x="227076" y="819924"/>
                  </a:lnTo>
                  <a:lnTo>
                    <a:pt x="263652" y="819924"/>
                  </a:lnTo>
                  <a:lnTo>
                    <a:pt x="263652" y="731520"/>
                  </a:lnTo>
                  <a:lnTo>
                    <a:pt x="265163" y="731520"/>
                  </a:lnTo>
                  <a:lnTo>
                    <a:pt x="265163" y="641604"/>
                  </a:lnTo>
                  <a:lnTo>
                    <a:pt x="265163" y="632472"/>
                  </a:lnTo>
                  <a:lnTo>
                    <a:pt x="265163" y="853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5" name="object 115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3852671" y="9421367"/>
            <a:ext cx="67055" cy="10210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544" y="914400"/>
            <a:ext cx="1243584" cy="155448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1136" y="914400"/>
            <a:ext cx="1831847" cy="155448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7988" y="1484375"/>
            <a:ext cx="192024" cy="10668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421891" y="1647444"/>
            <a:ext cx="200025" cy="180340"/>
            <a:chOff x="1421891" y="1647444"/>
            <a:chExt cx="200025" cy="180340"/>
          </a:xfrm>
        </p:grpSpPr>
        <p:sp>
          <p:nvSpPr>
            <p:cNvPr id="6" name="object 6" descr=""/>
            <p:cNvSpPr/>
            <p:nvPr/>
          </p:nvSpPr>
          <p:spPr>
            <a:xfrm>
              <a:off x="1421891" y="1647444"/>
              <a:ext cx="200025" cy="10795"/>
            </a:xfrm>
            <a:custGeom>
              <a:avLst/>
              <a:gdLst/>
              <a:ahLst/>
              <a:cxnLst/>
              <a:rect l="l" t="t" r="r" b="b"/>
              <a:pathLst>
                <a:path w="200025" h="10794">
                  <a:moveTo>
                    <a:pt x="199644" y="10668"/>
                  </a:moveTo>
                  <a:lnTo>
                    <a:pt x="0" y="10668"/>
                  </a:lnTo>
                  <a:lnTo>
                    <a:pt x="0" y="0"/>
                  </a:lnTo>
                  <a:lnTo>
                    <a:pt x="199644" y="0"/>
                  </a:lnTo>
                  <a:lnTo>
                    <a:pt x="199644" y="106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1704" y="1691639"/>
              <a:ext cx="163067" cy="135636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1687067" y="1632204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5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5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44039" y="1242059"/>
            <a:ext cx="661416" cy="821436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2708148" y="1484375"/>
            <a:ext cx="325120" cy="342900"/>
            <a:chOff x="2708148" y="1484375"/>
            <a:chExt cx="325120" cy="342900"/>
          </a:xfrm>
        </p:grpSpPr>
        <p:pic>
          <p:nvPicPr>
            <p:cNvPr id="11" name="object 1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14244" y="1484375"/>
              <a:ext cx="301752" cy="12801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708148" y="1647443"/>
              <a:ext cx="325120" cy="10795"/>
            </a:xfrm>
            <a:custGeom>
              <a:avLst/>
              <a:gdLst/>
              <a:ahLst/>
              <a:cxnLst/>
              <a:rect l="l" t="t" r="r" b="b"/>
              <a:pathLst>
                <a:path w="325119" h="10794">
                  <a:moveTo>
                    <a:pt x="324612" y="10668"/>
                  </a:moveTo>
                  <a:lnTo>
                    <a:pt x="0" y="10668"/>
                  </a:lnTo>
                  <a:lnTo>
                    <a:pt x="0" y="0"/>
                  </a:lnTo>
                  <a:lnTo>
                    <a:pt x="324612" y="0"/>
                  </a:lnTo>
                  <a:lnTo>
                    <a:pt x="324612" y="1066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90444" y="1691639"/>
              <a:ext cx="163067" cy="135636"/>
            </a:xfrm>
            <a:prstGeom prst="rect">
              <a:avLst/>
            </a:prstGeom>
          </p:spPr>
        </p:pic>
      </p:grpSp>
      <p:sp>
        <p:nvSpPr>
          <p:cNvPr id="14" name="object 14" descr=""/>
          <p:cNvSpPr/>
          <p:nvPr/>
        </p:nvSpPr>
        <p:spPr>
          <a:xfrm>
            <a:off x="3098292" y="1632204"/>
            <a:ext cx="78105" cy="41275"/>
          </a:xfrm>
          <a:custGeom>
            <a:avLst/>
            <a:gdLst/>
            <a:ahLst/>
            <a:cxnLst/>
            <a:rect l="l" t="t" r="r" b="b"/>
            <a:pathLst>
              <a:path w="78105" h="41275">
                <a:moveTo>
                  <a:pt x="77724" y="9144"/>
                </a:moveTo>
                <a:lnTo>
                  <a:pt x="0" y="9144"/>
                </a:lnTo>
                <a:lnTo>
                  <a:pt x="0" y="0"/>
                </a:lnTo>
                <a:lnTo>
                  <a:pt x="77724" y="0"/>
                </a:lnTo>
                <a:lnTo>
                  <a:pt x="77724" y="9144"/>
                </a:lnTo>
                <a:close/>
              </a:path>
              <a:path w="78105" h="41275">
                <a:moveTo>
                  <a:pt x="77724" y="41148"/>
                </a:moveTo>
                <a:lnTo>
                  <a:pt x="0" y="41148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411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55264" y="1242059"/>
            <a:ext cx="693419" cy="821436"/>
          </a:xfrm>
          <a:prstGeom prst="rect">
            <a:avLst/>
          </a:prstGeom>
        </p:spPr>
      </p:pic>
      <p:sp>
        <p:nvSpPr>
          <p:cNvPr id="16" name="object 16" descr=""/>
          <p:cNvSpPr/>
          <p:nvPr/>
        </p:nvSpPr>
        <p:spPr>
          <a:xfrm>
            <a:off x="4163568" y="1379232"/>
            <a:ext cx="38100" cy="547370"/>
          </a:xfrm>
          <a:custGeom>
            <a:avLst/>
            <a:gdLst/>
            <a:ahLst/>
            <a:cxnLst/>
            <a:rect l="l" t="t" r="r" b="b"/>
            <a:pathLst>
              <a:path w="38100" h="547369">
                <a:moveTo>
                  <a:pt x="38087" y="0"/>
                </a:moveTo>
                <a:lnTo>
                  <a:pt x="1511" y="0"/>
                </a:lnTo>
                <a:lnTo>
                  <a:pt x="1511" y="7620"/>
                </a:lnTo>
                <a:lnTo>
                  <a:pt x="1511" y="10160"/>
                </a:lnTo>
                <a:lnTo>
                  <a:pt x="1511" y="85331"/>
                </a:lnTo>
                <a:lnTo>
                  <a:pt x="0" y="85331"/>
                </a:lnTo>
                <a:lnTo>
                  <a:pt x="0" y="458711"/>
                </a:lnTo>
                <a:lnTo>
                  <a:pt x="1511" y="458711"/>
                </a:lnTo>
                <a:lnTo>
                  <a:pt x="1511" y="536956"/>
                </a:lnTo>
                <a:lnTo>
                  <a:pt x="1511" y="539496"/>
                </a:lnTo>
                <a:lnTo>
                  <a:pt x="1511" y="547116"/>
                </a:lnTo>
                <a:lnTo>
                  <a:pt x="38087" y="547116"/>
                </a:lnTo>
                <a:lnTo>
                  <a:pt x="38087" y="539496"/>
                </a:lnTo>
                <a:lnTo>
                  <a:pt x="13957" y="539496"/>
                </a:lnTo>
                <a:lnTo>
                  <a:pt x="13957" y="536956"/>
                </a:lnTo>
                <a:lnTo>
                  <a:pt x="12179" y="536956"/>
                </a:lnTo>
                <a:lnTo>
                  <a:pt x="12179" y="458711"/>
                </a:lnTo>
                <a:lnTo>
                  <a:pt x="13716" y="458711"/>
                </a:lnTo>
                <a:lnTo>
                  <a:pt x="13716" y="85331"/>
                </a:lnTo>
                <a:lnTo>
                  <a:pt x="12179" y="85331"/>
                </a:lnTo>
                <a:lnTo>
                  <a:pt x="12179" y="10160"/>
                </a:lnTo>
                <a:lnTo>
                  <a:pt x="13957" y="10160"/>
                </a:lnTo>
                <a:lnTo>
                  <a:pt x="13957" y="7620"/>
                </a:lnTo>
                <a:lnTo>
                  <a:pt x="38087" y="7620"/>
                </a:lnTo>
                <a:lnTo>
                  <a:pt x="380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71771" y="1469136"/>
            <a:ext cx="105156" cy="100584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4209288" y="1743455"/>
            <a:ext cx="216535" cy="127000"/>
          </a:xfrm>
          <a:custGeom>
            <a:avLst/>
            <a:gdLst/>
            <a:ahLst/>
            <a:cxnLst/>
            <a:rect l="l" t="t" r="r" b="b"/>
            <a:pathLst>
              <a:path w="216535" h="127000">
                <a:moveTo>
                  <a:pt x="135636" y="0"/>
                </a:moveTo>
                <a:lnTo>
                  <a:pt x="99060" y="0"/>
                </a:lnTo>
                <a:lnTo>
                  <a:pt x="68580" y="71628"/>
                </a:lnTo>
                <a:lnTo>
                  <a:pt x="38100" y="0"/>
                </a:lnTo>
                <a:lnTo>
                  <a:pt x="0" y="0"/>
                </a:lnTo>
                <a:lnTo>
                  <a:pt x="0" y="3048"/>
                </a:lnTo>
                <a:lnTo>
                  <a:pt x="10668" y="4572"/>
                </a:lnTo>
                <a:lnTo>
                  <a:pt x="13716" y="6096"/>
                </a:lnTo>
                <a:lnTo>
                  <a:pt x="13716" y="96012"/>
                </a:lnTo>
                <a:lnTo>
                  <a:pt x="10668" y="97536"/>
                </a:lnTo>
                <a:lnTo>
                  <a:pt x="0" y="99060"/>
                </a:lnTo>
                <a:lnTo>
                  <a:pt x="0" y="102108"/>
                </a:lnTo>
                <a:lnTo>
                  <a:pt x="35052" y="102108"/>
                </a:lnTo>
                <a:lnTo>
                  <a:pt x="35052" y="99060"/>
                </a:lnTo>
                <a:lnTo>
                  <a:pt x="22860" y="97536"/>
                </a:lnTo>
                <a:lnTo>
                  <a:pt x="19812" y="94488"/>
                </a:lnTo>
                <a:lnTo>
                  <a:pt x="19812" y="12192"/>
                </a:lnTo>
                <a:lnTo>
                  <a:pt x="57912" y="102108"/>
                </a:lnTo>
                <a:lnTo>
                  <a:pt x="62484" y="102108"/>
                </a:lnTo>
                <a:lnTo>
                  <a:pt x="100584" y="9144"/>
                </a:lnTo>
                <a:lnTo>
                  <a:pt x="100584" y="96012"/>
                </a:lnTo>
                <a:lnTo>
                  <a:pt x="97536" y="97536"/>
                </a:lnTo>
                <a:lnTo>
                  <a:pt x="86868" y="99060"/>
                </a:lnTo>
                <a:lnTo>
                  <a:pt x="86868" y="102108"/>
                </a:lnTo>
                <a:lnTo>
                  <a:pt x="135636" y="102108"/>
                </a:lnTo>
                <a:lnTo>
                  <a:pt x="135636" y="99060"/>
                </a:lnTo>
                <a:lnTo>
                  <a:pt x="124968" y="97536"/>
                </a:lnTo>
                <a:lnTo>
                  <a:pt x="123444" y="96012"/>
                </a:lnTo>
                <a:lnTo>
                  <a:pt x="123444" y="6096"/>
                </a:lnTo>
                <a:lnTo>
                  <a:pt x="124968" y="4572"/>
                </a:lnTo>
                <a:lnTo>
                  <a:pt x="135636" y="3048"/>
                </a:lnTo>
                <a:lnTo>
                  <a:pt x="135636" y="0"/>
                </a:lnTo>
                <a:close/>
              </a:path>
              <a:path w="216535" h="127000">
                <a:moveTo>
                  <a:pt x="216408" y="77736"/>
                </a:moveTo>
                <a:lnTo>
                  <a:pt x="214503" y="67259"/>
                </a:lnTo>
                <a:lnTo>
                  <a:pt x="209169" y="59067"/>
                </a:lnTo>
                <a:lnTo>
                  <a:pt x="204216" y="55854"/>
                </a:lnTo>
                <a:lnTo>
                  <a:pt x="204216" y="60972"/>
                </a:lnTo>
                <a:lnTo>
                  <a:pt x="204216" y="71640"/>
                </a:lnTo>
                <a:lnTo>
                  <a:pt x="192024" y="109740"/>
                </a:lnTo>
                <a:lnTo>
                  <a:pt x="179832" y="123456"/>
                </a:lnTo>
                <a:lnTo>
                  <a:pt x="161544" y="123456"/>
                </a:lnTo>
                <a:lnTo>
                  <a:pt x="156972" y="115836"/>
                </a:lnTo>
                <a:lnTo>
                  <a:pt x="156972" y="105168"/>
                </a:lnTo>
                <a:lnTo>
                  <a:pt x="169164" y="68592"/>
                </a:lnTo>
                <a:lnTo>
                  <a:pt x="181356" y="54876"/>
                </a:lnTo>
                <a:lnTo>
                  <a:pt x="199644" y="54876"/>
                </a:lnTo>
                <a:lnTo>
                  <a:pt x="204216" y="60972"/>
                </a:lnTo>
                <a:lnTo>
                  <a:pt x="204216" y="55854"/>
                </a:lnTo>
                <a:lnTo>
                  <a:pt x="202730" y="54876"/>
                </a:lnTo>
                <a:lnTo>
                  <a:pt x="200977" y="53733"/>
                </a:lnTo>
                <a:lnTo>
                  <a:pt x="190500" y="51828"/>
                </a:lnTo>
                <a:lnTo>
                  <a:pt x="184518" y="52412"/>
                </a:lnTo>
                <a:lnTo>
                  <a:pt x="150114" y="80403"/>
                </a:lnTo>
                <a:lnTo>
                  <a:pt x="146037" y="91262"/>
                </a:lnTo>
                <a:lnTo>
                  <a:pt x="144780" y="100596"/>
                </a:lnTo>
                <a:lnTo>
                  <a:pt x="169164" y="126504"/>
                </a:lnTo>
                <a:lnTo>
                  <a:pt x="182118" y="123456"/>
                </a:lnTo>
                <a:lnTo>
                  <a:pt x="185966" y="122542"/>
                </a:lnTo>
                <a:lnTo>
                  <a:pt x="200787" y="112026"/>
                </a:lnTo>
                <a:lnTo>
                  <a:pt x="211594" y="96926"/>
                </a:lnTo>
                <a:lnTo>
                  <a:pt x="216408" y="79260"/>
                </a:lnTo>
                <a:lnTo>
                  <a:pt x="216408" y="77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4447032" y="1379232"/>
            <a:ext cx="36830" cy="547370"/>
          </a:xfrm>
          <a:custGeom>
            <a:avLst/>
            <a:gdLst/>
            <a:ahLst/>
            <a:cxnLst/>
            <a:rect l="l" t="t" r="r" b="b"/>
            <a:pathLst>
              <a:path w="36829" h="547369">
                <a:moveTo>
                  <a:pt x="36576" y="0"/>
                </a:moveTo>
                <a:lnTo>
                  <a:pt x="0" y="0"/>
                </a:lnTo>
                <a:lnTo>
                  <a:pt x="0" y="7620"/>
                </a:lnTo>
                <a:lnTo>
                  <a:pt x="21336" y="7620"/>
                </a:lnTo>
                <a:lnTo>
                  <a:pt x="24384" y="10668"/>
                </a:lnTo>
                <a:lnTo>
                  <a:pt x="24384" y="536448"/>
                </a:lnTo>
                <a:lnTo>
                  <a:pt x="21336" y="539496"/>
                </a:lnTo>
                <a:lnTo>
                  <a:pt x="0" y="539496"/>
                </a:lnTo>
                <a:lnTo>
                  <a:pt x="0" y="547116"/>
                </a:lnTo>
                <a:lnTo>
                  <a:pt x="36576" y="547116"/>
                </a:lnTo>
                <a:lnTo>
                  <a:pt x="36576" y="458711"/>
                </a:lnTo>
                <a:lnTo>
                  <a:pt x="36576" y="452628"/>
                </a:lnTo>
                <a:lnTo>
                  <a:pt x="36576" y="94488"/>
                </a:lnTo>
                <a:lnTo>
                  <a:pt x="36576" y="85331"/>
                </a:lnTo>
                <a:lnTo>
                  <a:pt x="365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50664" y="1583436"/>
            <a:ext cx="129539" cy="138683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725923" y="1613916"/>
            <a:ext cx="77724" cy="77724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50891" y="1583436"/>
            <a:ext cx="220980" cy="138683"/>
          </a:xfrm>
          <a:prstGeom prst="rect">
            <a:avLst/>
          </a:prstGeom>
        </p:spPr>
      </p:pic>
      <p:sp>
        <p:nvSpPr>
          <p:cNvPr id="23" name="object 23" descr=""/>
          <p:cNvSpPr/>
          <p:nvPr/>
        </p:nvSpPr>
        <p:spPr>
          <a:xfrm>
            <a:off x="5138928" y="1624583"/>
            <a:ext cx="79375" cy="55244"/>
          </a:xfrm>
          <a:custGeom>
            <a:avLst/>
            <a:gdLst/>
            <a:ahLst/>
            <a:cxnLst/>
            <a:rect l="l" t="t" r="r" b="b"/>
            <a:pathLst>
              <a:path w="79375" h="55244">
                <a:moveTo>
                  <a:pt x="3048" y="21336"/>
                </a:moveTo>
                <a:lnTo>
                  <a:pt x="22860" y="0"/>
                </a:lnTo>
                <a:lnTo>
                  <a:pt x="32646" y="2619"/>
                </a:lnTo>
                <a:lnTo>
                  <a:pt x="40519" y="7620"/>
                </a:lnTo>
                <a:lnTo>
                  <a:pt x="12192" y="7620"/>
                </a:lnTo>
                <a:lnTo>
                  <a:pt x="6096" y="13716"/>
                </a:lnTo>
                <a:lnTo>
                  <a:pt x="3048" y="21336"/>
                </a:lnTo>
                <a:close/>
              </a:path>
              <a:path w="79375" h="55244">
                <a:moveTo>
                  <a:pt x="73234" y="16764"/>
                </a:moveTo>
                <a:lnTo>
                  <a:pt x="68580" y="16764"/>
                </a:lnTo>
                <a:lnTo>
                  <a:pt x="73152" y="9144"/>
                </a:lnTo>
                <a:lnTo>
                  <a:pt x="76200" y="0"/>
                </a:lnTo>
                <a:lnTo>
                  <a:pt x="79248" y="1524"/>
                </a:lnTo>
                <a:lnTo>
                  <a:pt x="76962" y="10882"/>
                </a:lnTo>
                <a:lnTo>
                  <a:pt x="73234" y="16764"/>
                </a:lnTo>
                <a:close/>
              </a:path>
              <a:path w="79375" h="55244">
                <a:moveTo>
                  <a:pt x="56388" y="24384"/>
                </a:moveTo>
                <a:lnTo>
                  <a:pt x="45958" y="21764"/>
                </a:lnTo>
                <a:lnTo>
                  <a:pt x="36957" y="16002"/>
                </a:lnTo>
                <a:lnTo>
                  <a:pt x="28527" y="10239"/>
                </a:lnTo>
                <a:lnTo>
                  <a:pt x="19812" y="7620"/>
                </a:lnTo>
                <a:lnTo>
                  <a:pt x="40519" y="7620"/>
                </a:lnTo>
                <a:lnTo>
                  <a:pt x="41719" y="8382"/>
                </a:lnTo>
                <a:lnTo>
                  <a:pt x="50506" y="14144"/>
                </a:lnTo>
                <a:lnTo>
                  <a:pt x="59436" y="16764"/>
                </a:lnTo>
                <a:lnTo>
                  <a:pt x="73234" y="16764"/>
                </a:lnTo>
                <a:lnTo>
                  <a:pt x="72390" y="18097"/>
                </a:lnTo>
                <a:lnTo>
                  <a:pt x="65532" y="22740"/>
                </a:lnTo>
                <a:lnTo>
                  <a:pt x="56388" y="24384"/>
                </a:lnTo>
                <a:close/>
              </a:path>
              <a:path w="79375" h="55244">
                <a:moveTo>
                  <a:pt x="3048" y="51816"/>
                </a:moveTo>
                <a:lnTo>
                  <a:pt x="22860" y="32004"/>
                </a:lnTo>
                <a:lnTo>
                  <a:pt x="32646" y="34385"/>
                </a:lnTo>
                <a:lnTo>
                  <a:pt x="41719" y="39624"/>
                </a:lnTo>
                <a:lnTo>
                  <a:pt x="10668" y="39624"/>
                </a:lnTo>
                <a:lnTo>
                  <a:pt x="6096" y="44196"/>
                </a:lnTo>
                <a:lnTo>
                  <a:pt x="3048" y="51816"/>
                </a:lnTo>
                <a:close/>
              </a:path>
              <a:path w="79375" h="55244">
                <a:moveTo>
                  <a:pt x="72832" y="47244"/>
                </a:moveTo>
                <a:lnTo>
                  <a:pt x="68580" y="47244"/>
                </a:lnTo>
                <a:lnTo>
                  <a:pt x="73152" y="41148"/>
                </a:lnTo>
                <a:lnTo>
                  <a:pt x="76200" y="32004"/>
                </a:lnTo>
                <a:lnTo>
                  <a:pt x="79248" y="33528"/>
                </a:lnTo>
                <a:lnTo>
                  <a:pt x="76319" y="42005"/>
                </a:lnTo>
                <a:lnTo>
                  <a:pt x="72832" y="47244"/>
                </a:lnTo>
                <a:close/>
              </a:path>
              <a:path w="79375" h="55244">
                <a:moveTo>
                  <a:pt x="56388" y="54864"/>
                </a:moveTo>
                <a:lnTo>
                  <a:pt x="45958" y="52482"/>
                </a:lnTo>
                <a:lnTo>
                  <a:pt x="36957" y="47244"/>
                </a:lnTo>
                <a:lnTo>
                  <a:pt x="28527" y="42005"/>
                </a:lnTo>
                <a:lnTo>
                  <a:pt x="19812" y="39624"/>
                </a:lnTo>
                <a:lnTo>
                  <a:pt x="41719" y="39624"/>
                </a:lnTo>
                <a:lnTo>
                  <a:pt x="50506" y="44862"/>
                </a:lnTo>
                <a:lnTo>
                  <a:pt x="59436" y="47244"/>
                </a:lnTo>
                <a:lnTo>
                  <a:pt x="72832" y="47244"/>
                </a:lnTo>
                <a:lnTo>
                  <a:pt x="71818" y="48768"/>
                </a:lnTo>
                <a:lnTo>
                  <a:pt x="65317" y="53244"/>
                </a:lnTo>
                <a:lnTo>
                  <a:pt x="56388" y="54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5295900" y="1379232"/>
            <a:ext cx="36830" cy="547370"/>
          </a:xfrm>
          <a:custGeom>
            <a:avLst/>
            <a:gdLst/>
            <a:ahLst/>
            <a:cxnLst/>
            <a:rect l="l" t="t" r="r" b="b"/>
            <a:pathLst>
              <a:path w="36829" h="547369">
                <a:moveTo>
                  <a:pt x="36576" y="0"/>
                </a:moveTo>
                <a:lnTo>
                  <a:pt x="0" y="0"/>
                </a:lnTo>
                <a:lnTo>
                  <a:pt x="0" y="7620"/>
                </a:lnTo>
                <a:lnTo>
                  <a:pt x="0" y="10160"/>
                </a:lnTo>
                <a:lnTo>
                  <a:pt x="0" y="547116"/>
                </a:lnTo>
                <a:lnTo>
                  <a:pt x="36576" y="547116"/>
                </a:lnTo>
                <a:lnTo>
                  <a:pt x="36576" y="539496"/>
                </a:lnTo>
                <a:lnTo>
                  <a:pt x="13970" y="539496"/>
                </a:lnTo>
                <a:lnTo>
                  <a:pt x="13970" y="536956"/>
                </a:lnTo>
                <a:lnTo>
                  <a:pt x="12192" y="536956"/>
                </a:lnTo>
                <a:lnTo>
                  <a:pt x="12192" y="458711"/>
                </a:lnTo>
                <a:lnTo>
                  <a:pt x="12192" y="453136"/>
                </a:lnTo>
                <a:lnTo>
                  <a:pt x="12192" y="93980"/>
                </a:lnTo>
                <a:lnTo>
                  <a:pt x="12192" y="85331"/>
                </a:lnTo>
                <a:lnTo>
                  <a:pt x="12192" y="10160"/>
                </a:lnTo>
                <a:lnTo>
                  <a:pt x="13970" y="10160"/>
                </a:lnTo>
                <a:lnTo>
                  <a:pt x="13970" y="7620"/>
                </a:lnTo>
                <a:lnTo>
                  <a:pt x="36576" y="7620"/>
                </a:lnTo>
                <a:lnTo>
                  <a:pt x="365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404104" y="1469136"/>
            <a:ext cx="105156" cy="100584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5340083" y="1743455"/>
            <a:ext cx="216535" cy="127000"/>
          </a:xfrm>
          <a:custGeom>
            <a:avLst/>
            <a:gdLst/>
            <a:ahLst/>
            <a:cxnLst/>
            <a:rect l="l" t="t" r="r" b="b"/>
            <a:pathLst>
              <a:path w="216535" h="127000">
                <a:moveTo>
                  <a:pt x="137160" y="0"/>
                </a:moveTo>
                <a:lnTo>
                  <a:pt x="99060" y="0"/>
                </a:lnTo>
                <a:lnTo>
                  <a:pt x="68580" y="71628"/>
                </a:lnTo>
                <a:lnTo>
                  <a:pt x="38100" y="0"/>
                </a:lnTo>
                <a:lnTo>
                  <a:pt x="0" y="0"/>
                </a:lnTo>
                <a:lnTo>
                  <a:pt x="0" y="3048"/>
                </a:lnTo>
                <a:lnTo>
                  <a:pt x="12192" y="4572"/>
                </a:lnTo>
                <a:lnTo>
                  <a:pt x="13716" y="6096"/>
                </a:lnTo>
                <a:lnTo>
                  <a:pt x="13716" y="96012"/>
                </a:lnTo>
                <a:lnTo>
                  <a:pt x="12192" y="97536"/>
                </a:lnTo>
                <a:lnTo>
                  <a:pt x="0" y="99060"/>
                </a:lnTo>
                <a:lnTo>
                  <a:pt x="0" y="102108"/>
                </a:lnTo>
                <a:lnTo>
                  <a:pt x="35052" y="102108"/>
                </a:lnTo>
                <a:lnTo>
                  <a:pt x="35052" y="99060"/>
                </a:lnTo>
                <a:lnTo>
                  <a:pt x="22860" y="97536"/>
                </a:lnTo>
                <a:lnTo>
                  <a:pt x="19812" y="94488"/>
                </a:lnTo>
                <a:lnTo>
                  <a:pt x="19812" y="12192"/>
                </a:lnTo>
                <a:lnTo>
                  <a:pt x="57912" y="102108"/>
                </a:lnTo>
                <a:lnTo>
                  <a:pt x="62484" y="102108"/>
                </a:lnTo>
                <a:lnTo>
                  <a:pt x="100584" y="9144"/>
                </a:lnTo>
                <a:lnTo>
                  <a:pt x="100584" y="96012"/>
                </a:lnTo>
                <a:lnTo>
                  <a:pt x="99060" y="97536"/>
                </a:lnTo>
                <a:lnTo>
                  <a:pt x="86868" y="99060"/>
                </a:lnTo>
                <a:lnTo>
                  <a:pt x="86868" y="102108"/>
                </a:lnTo>
                <a:lnTo>
                  <a:pt x="137160" y="102108"/>
                </a:lnTo>
                <a:lnTo>
                  <a:pt x="137160" y="99060"/>
                </a:lnTo>
                <a:lnTo>
                  <a:pt x="124968" y="97536"/>
                </a:lnTo>
                <a:lnTo>
                  <a:pt x="123444" y="96012"/>
                </a:lnTo>
                <a:lnTo>
                  <a:pt x="123444" y="6096"/>
                </a:lnTo>
                <a:lnTo>
                  <a:pt x="126492" y="4572"/>
                </a:lnTo>
                <a:lnTo>
                  <a:pt x="137160" y="3048"/>
                </a:lnTo>
                <a:lnTo>
                  <a:pt x="137160" y="0"/>
                </a:lnTo>
                <a:close/>
              </a:path>
              <a:path w="216535" h="127000">
                <a:moveTo>
                  <a:pt x="216408" y="77736"/>
                </a:moveTo>
                <a:lnTo>
                  <a:pt x="214528" y="67259"/>
                </a:lnTo>
                <a:lnTo>
                  <a:pt x="209359" y="59067"/>
                </a:lnTo>
                <a:lnTo>
                  <a:pt x="205740" y="56578"/>
                </a:lnTo>
                <a:lnTo>
                  <a:pt x="205740" y="60972"/>
                </a:lnTo>
                <a:lnTo>
                  <a:pt x="205740" y="71640"/>
                </a:lnTo>
                <a:lnTo>
                  <a:pt x="193548" y="109740"/>
                </a:lnTo>
                <a:lnTo>
                  <a:pt x="179832" y="123456"/>
                </a:lnTo>
                <a:lnTo>
                  <a:pt x="163068" y="123456"/>
                </a:lnTo>
                <a:lnTo>
                  <a:pt x="156972" y="115836"/>
                </a:lnTo>
                <a:lnTo>
                  <a:pt x="156972" y="105168"/>
                </a:lnTo>
                <a:lnTo>
                  <a:pt x="169164" y="68592"/>
                </a:lnTo>
                <a:lnTo>
                  <a:pt x="182880" y="54876"/>
                </a:lnTo>
                <a:lnTo>
                  <a:pt x="199644" y="54876"/>
                </a:lnTo>
                <a:lnTo>
                  <a:pt x="205740" y="60972"/>
                </a:lnTo>
                <a:lnTo>
                  <a:pt x="205740" y="56578"/>
                </a:lnTo>
                <a:lnTo>
                  <a:pt x="203288" y="54876"/>
                </a:lnTo>
                <a:lnTo>
                  <a:pt x="201625" y="53733"/>
                </a:lnTo>
                <a:lnTo>
                  <a:pt x="192024" y="51828"/>
                </a:lnTo>
                <a:lnTo>
                  <a:pt x="185166" y="52412"/>
                </a:lnTo>
                <a:lnTo>
                  <a:pt x="150876" y="80403"/>
                </a:lnTo>
                <a:lnTo>
                  <a:pt x="147358" y="91262"/>
                </a:lnTo>
                <a:lnTo>
                  <a:pt x="146304" y="100596"/>
                </a:lnTo>
                <a:lnTo>
                  <a:pt x="146380" y="100990"/>
                </a:lnTo>
                <a:lnTo>
                  <a:pt x="147980" y="111074"/>
                </a:lnTo>
                <a:lnTo>
                  <a:pt x="152781" y="119265"/>
                </a:lnTo>
                <a:lnTo>
                  <a:pt x="160451" y="124599"/>
                </a:lnTo>
                <a:lnTo>
                  <a:pt x="170688" y="126504"/>
                </a:lnTo>
                <a:lnTo>
                  <a:pt x="183642" y="123456"/>
                </a:lnTo>
                <a:lnTo>
                  <a:pt x="187477" y="122542"/>
                </a:lnTo>
                <a:lnTo>
                  <a:pt x="202120" y="112026"/>
                </a:lnTo>
                <a:lnTo>
                  <a:pt x="212483" y="96926"/>
                </a:lnTo>
                <a:lnTo>
                  <a:pt x="216408" y="79260"/>
                </a:lnTo>
                <a:lnTo>
                  <a:pt x="216408" y="777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5577840" y="1379232"/>
            <a:ext cx="38100" cy="547370"/>
          </a:xfrm>
          <a:custGeom>
            <a:avLst/>
            <a:gdLst/>
            <a:ahLst/>
            <a:cxnLst/>
            <a:rect l="l" t="t" r="r" b="b"/>
            <a:pathLst>
              <a:path w="38100" h="547369">
                <a:moveTo>
                  <a:pt x="38100" y="85331"/>
                </a:moveTo>
                <a:lnTo>
                  <a:pt x="36576" y="85331"/>
                </a:lnTo>
                <a:lnTo>
                  <a:pt x="36576" y="0"/>
                </a:lnTo>
                <a:lnTo>
                  <a:pt x="0" y="0"/>
                </a:lnTo>
                <a:lnTo>
                  <a:pt x="0" y="7620"/>
                </a:lnTo>
                <a:lnTo>
                  <a:pt x="21336" y="7620"/>
                </a:lnTo>
                <a:lnTo>
                  <a:pt x="25908" y="10668"/>
                </a:lnTo>
                <a:lnTo>
                  <a:pt x="25908" y="85331"/>
                </a:lnTo>
                <a:lnTo>
                  <a:pt x="24384" y="85331"/>
                </a:lnTo>
                <a:lnTo>
                  <a:pt x="24384" y="458711"/>
                </a:lnTo>
                <a:lnTo>
                  <a:pt x="25908" y="458711"/>
                </a:lnTo>
                <a:lnTo>
                  <a:pt x="25908" y="536448"/>
                </a:lnTo>
                <a:lnTo>
                  <a:pt x="21336" y="539496"/>
                </a:lnTo>
                <a:lnTo>
                  <a:pt x="0" y="539496"/>
                </a:lnTo>
                <a:lnTo>
                  <a:pt x="0" y="547116"/>
                </a:lnTo>
                <a:lnTo>
                  <a:pt x="36576" y="547116"/>
                </a:lnTo>
                <a:lnTo>
                  <a:pt x="36576" y="458711"/>
                </a:lnTo>
                <a:lnTo>
                  <a:pt x="38100" y="458711"/>
                </a:lnTo>
                <a:lnTo>
                  <a:pt x="38100" y="853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681472" y="1583436"/>
            <a:ext cx="176784" cy="138683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916167" y="1613916"/>
            <a:ext cx="77724" cy="77724"/>
          </a:xfrm>
          <a:prstGeom prst="rect">
            <a:avLst/>
          </a:prstGeom>
        </p:spPr>
      </p:pic>
      <p:grpSp>
        <p:nvGrpSpPr>
          <p:cNvPr id="30" name="object 30" descr=""/>
          <p:cNvGrpSpPr/>
          <p:nvPr/>
        </p:nvGrpSpPr>
        <p:grpSpPr>
          <a:xfrm>
            <a:off x="6041136" y="1588008"/>
            <a:ext cx="314325" cy="134620"/>
            <a:chOff x="6041136" y="1588008"/>
            <a:chExt cx="314325" cy="134620"/>
          </a:xfrm>
        </p:grpSpPr>
        <p:pic>
          <p:nvPicPr>
            <p:cNvPr id="31" name="object 3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41136" y="1592580"/>
              <a:ext cx="74675" cy="102107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147816" y="1588008"/>
              <a:ext cx="207264" cy="134112"/>
            </a:xfrm>
            <a:prstGeom prst="rect">
              <a:avLst/>
            </a:prstGeom>
          </p:spPr>
        </p:pic>
      </p:grpSp>
      <p:grpSp>
        <p:nvGrpSpPr>
          <p:cNvPr id="33" name="object 33" descr=""/>
          <p:cNvGrpSpPr/>
          <p:nvPr/>
        </p:nvGrpSpPr>
        <p:grpSpPr>
          <a:xfrm>
            <a:off x="917447" y="2202179"/>
            <a:ext cx="1205865" cy="106680"/>
            <a:chOff x="917447" y="2202179"/>
            <a:chExt cx="1205865" cy="106680"/>
          </a:xfrm>
        </p:grpSpPr>
        <p:pic>
          <p:nvPicPr>
            <p:cNvPr id="34" name="object 3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7447" y="2202179"/>
              <a:ext cx="1176527" cy="106679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2106168" y="2290571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4">
                  <a:moveTo>
                    <a:pt x="13715" y="16764"/>
                  </a:moveTo>
                  <a:lnTo>
                    <a:pt x="4571" y="16764"/>
                  </a:lnTo>
                  <a:lnTo>
                    <a:pt x="0" y="13716"/>
                  </a:lnTo>
                  <a:lnTo>
                    <a:pt x="0" y="4572"/>
                  </a:lnTo>
                  <a:lnTo>
                    <a:pt x="4571" y="0"/>
                  </a:lnTo>
                  <a:lnTo>
                    <a:pt x="13715" y="0"/>
                  </a:lnTo>
                  <a:lnTo>
                    <a:pt x="16763" y="4572"/>
                  </a:lnTo>
                  <a:lnTo>
                    <a:pt x="16763" y="9144"/>
                  </a:lnTo>
                  <a:lnTo>
                    <a:pt x="16763" y="13716"/>
                  </a:lnTo>
                  <a:lnTo>
                    <a:pt x="13715" y="1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/>
          <p:nvPr/>
        </p:nvSpPr>
        <p:spPr>
          <a:xfrm>
            <a:off x="922007" y="2811779"/>
            <a:ext cx="1216660" cy="195580"/>
          </a:xfrm>
          <a:custGeom>
            <a:avLst/>
            <a:gdLst/>
            <a:ahLst/>
            <a:cxnLst/>
            <a:rect l="l" t="t" r="r" b="b"/>
            <a:pathLst>
              <a:path w="1216660" h="195580">
                <a:moveTo>
                  <a:pt x="131064" y="3060"/>
                </a:moveTo>
                <a:lnTo>
                  <a:pt x="0" y="3060"/>
                </a:lnTo>
                <a:lnTo>
                  <a:pt x="0" y="47256"/>
                </a:lnTo>
                <a:lnTo>
                  <a:pt x="6096" y="47256"/>
                </a:lnTo>
                <a:lnTo>
                  <a:pt x="10172" y="30581"/>
                </a:lnTo>
                <a:lnTo>
                  <a:pt x="18097" y="19062"/>
                </a:lnTo>
                <a:lnTo>
                  <a:pt x="30314" y="12103"/>
                </a:lnTo>
                <a:lnTo>
                  <a:pt x="47244" y="9156"/>
                </a:lnTo>
                <a:lnTo>
                  <a:pt x="47244" y="124980"/>
                </a:lnTo>
                <a:lnTo>
                  <a:pt x="46697" y="135166"/>
                </a:lnTo>
                <a:lnTo>
                  <a:pt x="44005" y="141363"/>
                </a:lnTo>
                <a:lnTo>
                  <a:pt x="37604" y="144691"/>
                </a:lnTo>
                <a:lnTo>
                  <a:pt x="25908" y="146316"/>
                </a:lnTo>
                <a:lnTo>
                  <a:pt x="25908" y="150888"/>
                </a:lnTo>
                <a:lnTo>
                  <a:pt x="103632" y="150888"/>
                </a:lnTo>
                <a:lnTo>
                  <a:pt x="103632" y="146316"/>
                </a:lnTo>
                <a:lnTo>
                  <a:pt x="92583" y="144691"/>
                </a:lnTo>
                <a:lnTo>
                  <a:pt x="86106" y="141363"/>
                </a:lnTo>
                <a:lnTo>
                  <a:pt x="83058" y="135166"/>
                </a:lnTo>
                <a:lnTo>
                  <a:pt x="82296" y="124980"/>
                </a:lnTo>
                <a:lnTo>
                  <a:pt x="82296" y="9156"/>
                </a:lnTo>
                <a:lnTo>
                  <a:pt x="100114" y="12103"/>
                </a:lnTo>
                <a:lnTo>
                  <a:pt x="112776" y="19062"/>
                </a:lnTo>
                <a:lnTo>
                  <a:pt x="120878" y="30581"/>
                </a:lnTo>
                <a:lnTo>
                  <a:pt x="124968" y="47256"/>
                </a:lnTo>
                <a:lnTo>
                  <a:pt x="131064" y="47256"/>
                </a:lnTo>
                <a:lnTo>
                  <a:pt x="131064" y="3060"/>
                </a:lnTo>
                <a:close/>
              </a:path>
              <a:path w="1216660" h="195580">
                <a:moveTo>
                  <a:pt x="230124" y="141732"/>
                </a:moveTo>
                <a:lnTo>
                  <a:pt x="229108" y="140208"/>
                </a:lnTo>
                <a:lnTo>
                  <a:pt x="227076" y="137160"/>
                </a:lnTo>
                <a:lnTo>
                  <a:pt x="225552" y="140208"/>
                </a:lnTo>
                <a:lnTo>
                  <a:pt x="219456" y="140208"/>
                </a:lnTo>
                <a:lnTo>
                  <a:pt x="217932" y="138684"/>
                </a:lnTo>
                <a:lnTo>
                  <a:pt x="217932" y="97536"/>
                </a:lnTo>
                <a:lnTo>
                  <a:pt x="217932" y="77724"/>
                </a:lnTo>
                <a:lnTo>
                  <a:pt x="214909" y="64604"/>
                </a:lnTo>
                <a:lnTo>
                  <a:pt x="206311" y="55054"/>
                </a:lnTo>
                <a:lnTo>
                  <a:pt x="202361" y="53340"/>
                </a:lnTo>
                <a:lnTo>
                  <a:pt x="192747" y="49174"/>
                </a:lnTo>
                <a:lnTo>
                  <a:pt x="192443" y="49174"/>
                </a:lnTo>
                <a:lnTo>
                  <a:pt x="175260" y="47244"/>
                </a:lnTo>
                <a:lnTo>
                  <a:pt x="157670" y="49174"/>
                </a:lnTo>
                <a:lnTo>
                  <a:pt x="144208" y="54673"/>
                </a:lnTo>
                <a:lnTo>
                  <a:pt x="135623" y="63322"/>
                </a:lnTo>
                <a:lnTo>
                  <a:pt x="132588" y="74676"/>
                </a:lnTo>
                <a:lnTo>
                  <a:pt x="132588" y="85344"/>
                </a:lnTo>
                <a:lnTo>
                  <a:pt x="138684" y="89916"/>
                </a:lnTo>
                <a:lnTo>
                  <a:pt x="156972" y="89916"/>
                </a:lnTo>
                <a:lnTo>
                  <a:pt x="163068" y="85344"/>
                </a:lnTo>
                <a:lnTo>
                  <a:pt x="163068" y="73152"/>
                </a:lnTo>
                <a:lnTo>
                  <a:pt x="161544" y="70104"/>
                </a:lnTo>
                <a:lnTo>
                  <a:pt x="155448" y="64008"/>
                </a:lnTo>
                <a:lnTo>
                  <a:pt x="155448" y="57912"/>
                </a:lnTo>
                <a:lnTo>
                  <a:pt x="161544" y="53340"/>
                </a:lnTo>
                <a:lnTo>
                  <a:pt x="169164" y="53340"/>
                </a:lnTo>
                <a:lnTo>
                  <a:pt x="178054" y="54508"/>
                </a:lnTo>
                <a:lnTo>
                  <a:pt x="184213" y="58102"/>
                </a:lnTo>
                <a:lnTo>
                  <a:pt x="187820" y="64274"/>
                </a:lnTo>
                <a:lnTo>
                  <a:pt x="187858" y="64604"/>
                </a:lnTo>
                <a:lnTo>
                  <a:pt x="188976" y="73152"/>
                </a:lnTo>
                <a:lnTo>
                  <a:pt x="188976" y="89916"/>
                </a:lnTo>
                <a:lnTo>
                  <a:pt x="187452" y="90398"/>
                </a:lnTo>
                <a:lnTo>
                  <a:pt x="187452" y="97536"/>
                </a:lnTo>
                <a:lnTo>
                  <a:pt x="187452" y="129540"/>
                </a:lnTo>
                <a:lnTo>
                  <a:pt x="182880" y="135636"/>
                </a:lnTo>
                <a:lnTo>
                  <a:pt x="178308" y="138684"/>
                </a:lnTo>
                <a:lnTo>
                  <a:pt x="166116" y="138684"/>
                </a:lnTo>
                <a:lnTo>
                  <a:pt x="161544" y="132588"/>
                </a:lnTo>
                <a:lnTo>
                  <a:pt x="161544" y="123444"/>
                </a:lnTo>
                <a:lnTo>
                  <a:pt x="163245" y="114896"/>
                </a:lnTo>
                <a:lnTo>
                  <a:pt x="168211" y="107632"/>
                </a:lnTo>
                <a:lnTo>
                  <a:pt x="176339" y="101803"/>
                </a:lnTo>
                <a:lnTo>
                  <a:pt x="187452" y="97536"/>
                </a:lnTo>
                <a:lnTo>
                  <a:pt x="187452" y="90398"/>
                </a:lnTo>
                <a:lnTo>
                  <a:pt x="150622" y="103212"/>
                </a:lnTo>
                <a:lnTo>
                  <a:pt x="129540" y="131064"/>
                </a:lnTo>
                <a:lnTo>
                  <a:pt x="131432" y="140423"/>
                </a:lnTo>
                <a:lnTo>
                  <a:pt x="136588" y="147637"/>
                </a:lnTo>
                <a:lnTo>
                  <a:pt x="144335" y="152285"/>
                </a:lnTo>
                <a:lnTo>
                  <a:pt x="153924" y="153924"/>
                </a:lnTo>
                <a:lnTo>
                  <a:pt x="162839" y="153047"/>
                </a:lnTo>
                <a:lnTo>
                  <a:pt x="171450" y="150304"/>
                </a:lnTo>
                <a:lnTo>
                  <a:pt x="180073" y="145567"/>
                </a:lnTo>
                <a:lnTo>
                  <a:pt x="188976" y="138684"/>
                </a:lnTo>
                <a:lnTo>
                  <a:pt x="190500" y="149352"/>
                </a:lnTo>
                <a:lnTo>
                  <a:pt x="195072" y="153924"/>
                </a:lnTo>
                <a:lnTo>
                  <a:pt x="205740" y="153924"/>
                </a:lnTo>
                <a:lnTo>
                  <a:pt x="212979" y="153314"/>
                </a:lnTo>
                <a:lnTo>
                  <a:pt x="219075" y="151257"/>
                </a:lnTo>
                <a:lnTo>
                  <a:pt x="224599" y="147497"/>
                </a:lnTo>
                <a:lnTo>
                  <a:pt x="230124" y="141732"/>
                </a:lnTo>
                <a:close/>
              </a:path>
              <a:path w="1216660" h="195580">
                <a:moveTo>
                  <a:pt x="329196" y="50292"/>
                </a:moveTo>
                <a:lnTo>
                  <a:pt x="295668" y="50292"/>
                </a:lnTo>
                <a:lnTo>
                  <a:pt x="295668" y="56388"/>
                </a:lnTo>
                <a:lnTo>
                  <a:pt x="304812" y="56388"/>
                </a:lnTo>
                <a:lnTo>
                  <a:pt x="307860" y="57912"/>
                </a:lnTo>
                <a:lnTo>
                  <a:pt x="307860" y="67056"/>
                </a:lnTo>
                <a:lnTo>
                  <a:pt x="304812" y="73152"/>
                </a:lnTo>
                <a:lnTo>
                  <a:pt x="289572" y="114300"/>
                </a:lnTo>
                <a:lnTo>
                  <a:pt x="274332" y="74676"/>
                </a:lnTo>
                <a:lnTo>
                  <a:pt x="269760" y="64008"/>
                </a:lnTo>
                <a:lnTo>
                  <a:pt x="269760" y="59436"/>
                </a:lnTo>
                <a:lnTo>
                  <a:pt x="272808" y="56388"/>
                </a:lnTo>
                <a:lnTo>
                  <a:pt x="281952" y="56388"/>
                </a:lnTo>
                <a:lnTo>
                  <a:pt x="281952" y="50292"/>
                </a:lnTo>
                <a:lnTo>
                  <a:pt x="227088" y="50292"/>
                </a:lnTo>
                <a:lnTo>
                  <a:pt x="227088" y="56388"/>
                </a:lnTo>
                <a:lnTo>
                  <a:pt x="233184" y="56388"/>
                </a:lnTo>
                <a:lnTo>
                  <a:pt x="234708" y="57912"/>
                </a:lnTo>
                <a:lnTo>
                  <a:pt x="236423" y="61391"/>
                </a:lnTo>
                <a:lnTo>
                  <a:pt x="240423" y="69723"/>
                </a:lnTo>
                <a:lnTo>
                  <a:pt x="244995" y="79781"/>
                </a:lnTo>
                <a:lnTo>
                  <a:pt x="248424" y="88392"/>
                </a:lnTo>
                <a:lnTo>
                  <a:pt x="275856" y="153924"/>
                </a:lnTo>
                <a:lnTo>
                  <a:pt x="271284" y="164592"/>
                </a:lnTo>
                <a:lnTo>
                  <a:pt x="268236" y="176784"/>
                </a:lnTo>
                <a:lnTo>
                  <a:pt x="262140" y="182880"/>
                </a:lnTo>
                <a:lnTo>
                  <a:pt x="254520" y="182880"/>
                </a:lnTo>
                <a:lnTo>
                  <a:pt x="252996" y="181356"/>
                </a:lnTo>
                <a:lnTo>
                  <a:pt x="252996" y="176784"/>
                </a:lnTo>
                <a:lnTo>
                  <a:pt x="254520" y="176784"/>
                </a:lnTo>
                <a:lnTo>
                  <a:pt x="254520" y="169164"/>
                </a:lnTo>
                <a:lnTo>
                  <a:pt x="248424" y="164592"/>
                </a:lnTo>
                <a:lnTo>
                  <a:pt x="233184" y="164592"/>
                </a:lnTo>
                <a:lnTo>
                  <a:pt x="227088" y="170688"/>
                </a:lnTo>
                <a:lnTo>
                  <a:pt x="227088" y="178308"/>
                </a:lnTo>
                <a:lnTo>
                  <a:pt x="228701" y="185432"/>
                </a:lnTo>
                <a:lnTo>
                  <a:pt x="233184" y="190690"/>
                </a:lnTo>
                <a:lnTo>
                  <a:pt x="239941" y="193954"/>
                </a:lnTo>
                <a:lnTo>
                  <a:pt x="248424" y="195072"/>
                </a:lnTo>
                <a:lnTo>
                  <a:pt x="256044" y="195072"/>
                </a:lnTo>
                <a:lnTo>
                  <a:pt x="262140" y="192024"/>
                </a:lnTo>
                <a:lnTo>
                  <a:pt x="266712" y="188976"/>
                </a:lnTo>
                <a:lnTo>
                  <a:pt x="270179" y="183934"/>
                </a:lnTo>
                <a:lnTo>
                  <a:pt x="270764" y="182880"/>
                </a:lnTo>
                <a:lnTo>
                  <a:pt x="273951" y="177165"/>
                </a:lnTo>
                <a:lnTo>
                  <a:pt x="278282" y="167551"/>
                </a:lnTo>
                <a:lnTo>
                  <a:pt x="283476" y="153924"/>
                </a:lnTo>
                <a:lnTo>
                  <a:pt x="298069" y="114300"/>
                </a:lnTo>
                <a:lnTo>
                  <a:pt x="315480" y="67056"/>
                </a:lnTo>
                <a:lnTo>
                  <a:pt x="320052" y="57912"/>
                </a:lnTo>
                <a:lnTo>
                  <a:pt x="321576" y="56388"/>
                </a:lnTo>
                <a:lnTo>
                  <a:pt x="329196" y="54864"/>
                </a:lnTo>
                <a:lnTo>
                  <a:pt x="329196" y="50292"/>
                </a:lnTo>
                <a:close/>
              </a:path>
              <a:path w="1216660" h="195580">
                <a:moveTo>
                  <a:pt x="384048" y="146316"/>
                </a:moveTo>
                <a:lnTo>
                  <a:pt x="377952" y="144792"/>
                </a:lnTo>
                <a:lnTo>
                  <a:pt x="373380" y="141744"/>
                </a:lnTo>
                <a:lnTo>
                  <a:pt x="373380" y="3060"/>
                </a:lnTo>
                <a:lnTo>
                  <a:pt x="332232" y="3060"/>
                </a:lnTo>
                <a:lnTo>
                  <a:pt x="332232" y="9156"/>
                </a:lnTo>
                <a:lnTo>
                  <a:pt x="339852" y="9156"/>
                </a:lnTo>
                <a:lnTo>
                  <a:pt x="344424" y="13728"/>
                </a:lnTo>
                <a:lnTo>
                  <a:pt x="344424" y="140220"/>
                </a:lnTo>
                <a:lnTo>
                  <a:pt x="339852" y="144792"/>
                </a:lnTo>
                <a:lnTo>
                  <a:pt x="332232" y="146316"/>
                </a:lnTo>
                <a:lnTo>
                  <a:pt x="332232" y="150888"/>
                </a:lnTo>
                <a:lnTo>
                  <a:pt x="384048" y="150888"/>
                </a:lnTo>
                <a:lnTo>
                  <a:pt x="384048" y="146316"/>
                </a:lnTo>
                <a:close/>
              </a:path>
              <a:path w="1216660" h="195580">
                <a:moveTo>
                  <a:pt x="492252" y="100596"/>
                </a:moveTo>
                <a:lnTo>
                  <a:pt x="488708" y="79400"/>
                </a:lnTo>
                <a:lnTo>
                  <a:pt x="478726" y="62496"/>
                </a:lnTo>
                <a:lnTo>
                  <a:pt x="466140" y="53352"/>
                </a:lnTo>
                <a:lnTo>
                  <a:pt x="463321" y="51295"/>
                </a:lnTo>
                <a:lnTo>
                  <a:pt x="460209" y="50673"/>
                </a:lnTo>
                <a:lnTo>
                  <a:pt x="460209" y="100596"/>
                </a:lnTo>
                <a:lnTo>
                  <a:pt x="460209" y="103644"/>
                </a:lnTo>
                <a:lnTo>
                  <a:pt x="451891" y="145618"/>
                </a:lnTo>
                <a:lnTo>
                  <a:pt x="443484" y="147840"/>
                </a:lnTo>
                <a:lnTo>
                  <a:pt x="435711" y="145618"/>
                </a:lnTo>
                <a:lnTo>
                  <a:pt x="430530" y="138315"/>
                </a:lnTo>
                <a:lnTo>
                  <a:pt x="430491" y="138125"/>
                </a:lnTo>
                <a:lnTo>
                  <a:pt x="427634" y="124688"/>
                </a:lnTo>
                <a:lnTo>
                  <a:pt x="427507" y="121780"/>
                </a:lnTo>
                <a:lnTo>
                  <a:pt x="426720" y="103644"/>
                </a:lnTo>
                <a:lnTo>
                  <a:pt x="426847" y="100596"/>
                </a:lnTo>
                <a:lnTo>
                  <a:pt x="427659" y="79705"/>
                </a:lnTo>
                <a:lnTo>
                  <a:pt x="427710" y="79400"/>
                </a:lnTo>
                <a:lnTo>
                  <a:pt x="427786" y="79070"/>
                </a:lnTo>
                <a:lnTo>
                  <a:pt x="430720" y="64211"/>
                </a:lnTo>
                <a:lnTo>
                  <a:pt x="436448" y="55829"/>
                </a:lnTo>
                <a:lnTo>
                  <a:pt x="445008" y="53352"/>
                </a:lnTo>
                <a:lnTo>
                  <a:pt x="452539" y="55829"/>
                </a:lnTo>
                <a:lnTo>
                  <a:pt x="457200" y="64020"/>
                </a:lnTo>
                <a:lnTo>
                  <a:pt x="457238" y="64211"/>
                </a:lnTo>
                <a:lnTo>
                  <a:pt x="459587" y="79070"/>
                </a:lnTo>
                <a:lnTo>
                  <a:pt x="459600" y="79705"/>
                </a:lnTo>
                <a:lnTo>
                  <a:pt x="460209" y="100596"/>
                </a:lnTo>
                <a:lnTo>
                  <a:pt x="460209" y="50673"/>
                </a:lnTo>
                <a:lnTo>
                  <a:pt x="443484" y="47256"/>
                </a:lnTo>
                <a:lnTo>
                  <a:pt x="424942" y="51295"/>
                </a:lnTo>
                <a:lnTo>
                  <a:pt x="409384" y="62496"/>
                </a:lnTo>
                <a:lnTo>
                  <a:pt x="398703" y="79400"/>
                </a:lnTo>
                <a:lnTo>
                  <a:pt x="398640" y="79705"/>
                </a:lnTo>
                <a:lnTo>
                  <a:pt x="394716" y="100596"/>
                </a:lnTo>
                <a:lnTo>
                  <a:pt x="398487" y="122428"/>
                </a:lnTo>
                <a:lnTo>
                  <a:pt x="408813" y="139268"/>
                </a:lnTo>
                <a:lnTo>
                  <a:pt x="424294" y="150101"/>
                </a:lnTo>
                <a:lnTo>
                  <a:pt x="443484" y="153936"/>
                </a:lnTo>
                <a:lnTo>
                  <a:pt x="463321" y="149885"/>
                </a:lnTo>
                <a:lnTo>
                  <a:pt x="466140" y="147840"/>
                </a:lnTo>
                <a:lnTo>
                  <a:pt x="478726" y="138696"/>
                </a:lnTo>
                <a:lnTo>
                  <a:pt x="488708" y="121780"/>
                </a:lnTo>
                <a:lnTo>
                  <a:pt x="492252" y="100596"/>
                </a:lnTo>
                <a:close/>
              </a:path>
              <a:path w="1216660" h="195580">
                <a:moveTo>
                  <a:pt x="592836" y="54876"/>
                </a:moveTo>
                <a:lnTo>
                  <a:pt x="586740" y="47256"/>
                </a:lnTo>
                <a:lnTo>
                  <a:pt x="576072" y="47256"/>
                </a:lnTo>
                <a:lnTo>
                  <a:pt x="568312" y="48412"/>
                </a:lnTo>
                <a:lnTo>
                  <a:pt x="560832" y="52019"/>
                </a:lnTo>
                <a:lnTo>
                  <a:pt x="553364" y="58178"/>
                </a:lnTo>
                <a:lnTo>
                  <a:pt x="545592" y="67068"/>
                </a:lnTo>
                <a:lnTo>
                  <a:pt x="545592" y="50304"/>
                </a:lnTo>
                <a:lnTo>
                  <a:pt x="504444" y="50304"/>
                </a:lnTo>
                <a:lnTo>
                  <a:pt x="504444" y="56400"/>
                </a:lnTo>
                <a:lnTo>
                  <a:pt x="515112" y="57924"/>
                </a:lnTo>
                <a:lnTo>
                  <a:pt x="516636" y="60972"/>
                </a:lnTo>
                <a:lnTo>
                  <a:pt x="516636" y="141744"/>
                </a:lnTo>
                <a:lnTo>
                  <a:pt x="515112" y="143268"/>
                </a:lnTo>
                <a:lnTo>
                  <a:pt x="504444" y="146316"/>
                </a:lnTo>
                <a:lnTo>
                  <a:pt x="504444" y="150888"/>
                </a:lnTo>
                <a:lnTo>
                  <a:pt x="563880" y="150888"/>
                </a:lnTo>
                <a:lnTo>
                  <a:pt x="563880" y="146316"/>
                </a:lnTo>
                <a:lnTo>
                  <a:pt x="550164" y="144792"/>
                </a:lnTo>
                <a:lnTo>
                  <a:pt x="547116" y="141744"/>
                </a:lnTo>
                <a:lnTo>
                  <a:pt x="547116" y="74688"/>
                </a:lnTo>
                <a:lnTo>
                  <a:pt x="553212" y="65544"/>
                </a:lnTo>
                <a:lnTo>
                  <a:pt x="562356" y="65544"/>
                </a:lnTo>
                <a:lnTo>
                  <a:pt x="563880" y="67068"/>
                </a:lnTo>
                <a:lnTo>
                  <a:pt x="566928" y="71640"/>
                </a:lnTo>
                <a:lnTo>
                  <a:pt x="571500" y="77736"/>
                </a:lnTo>
                <a:lnTo>
                  <a:pt x="574548" y="79260"/>
                </a:lnTo>
                <a:lnTo>
                  <a:pt x="588264" y="79260"/>
                </a:lnTo>
                <a:lnTo>
                  <a:pt x="592836" y="73164"/>
                </a:lnTo>
                <a:lnTo>
                  <a:pt x="592836" y="64020"/>
                </a:lnTo>
                <a:lnTo>
                  <a:pt x="592836" y="54876"/>
                </a:lnTo>
                <a:close/>
              </a:path>
              <a:path w="1216660" h="195580">
                <a:moveTo>
                  <a:pt x="653808" y="88392"/>
                </a:moveTo>
                <a:lnTo>
                  <a:pt x="600468" y="88392"/>
                </a:lnTo>
                <a:lnTo>
                  <a:pt x="600468" y="115824"/>
                </a:lnTo>
                <a:lnTo>
                  <a:pt x="653808" y="115824"/>
                </a:lnTo>
                <a:lnTo>
                  <a:pt x="653808" y="88392"/>
                </a:lnTo>
                <a:close/>
              </a:path>
              <a:path w="1216660" h="195580">
                <a:moveTo>
                  <a:pt x="777240" y="108204"/>
                </a:moveTo>
                <a:lnTo>
                  <a:pt x="752856" y="68580"/>
                </a:lnTo>
                <a:lnTo>
                  <a:pt x="720852" y="53340"/>
                </a:lnTo>
                <a:lnTo>
                  <a:pt x="709574" y="47180"/>
                </a:lnTo>
                <a:lnTo>
                  <a:pt x="702564" y="41719"/>
                </a:lnTo>
                <a:lnTo>
                  <a:pt x="698995" y="35991"/>
                </a:lnTo>
                <a:lnTo>
                  <a:pt x="697992" y="28956"/>
                </a:lnTo>
                <a:lnTo>
                  <a:pt x="699668" y="19608"/>
                </a:lnTo>
                <a:lnTo>
                  <a:pt x="704469" y="12382"/>
                </a:lnTo>
                <a:lnTo>
                  <a:pt x="712139" y="7747"/>
                </a:lnTo>
                <a:lnTo>
                  <a:pt x="722376" y="6096"/>
                </a:lnTo>
                <a:lnTo>
                  <a:pt x="729234" y="6934"/>
                </a:lnTo>
                <a:lnTo>
                  <a:pt x="760310" y="38011"/>
                </a:lnTo>
                <a:lnTo>
                  <a:pt x="763524" y="47244"/>
                </a:lnTo>
                <a:lnTo>
                  <a:pt x="769620" y="47244"/>
                </a:lnTo>
                <a:lnTo>
                  <a:pt x="769620" y="0"/>
                </a:lnTo>
                <a:lnTo>
                  <a:pt x="762000" y="0"/>
                </a:lnTo>
                <a:lnTo>
                  <a:pt x="760476" y="6096"/>
                </a:lnTo>
                <a:lnTo>
                  <a:pt x="758952" y="7620"/>
                </a:lnTo>
                <a:lnTo>
                  <a:pt x="754380" y="7620"/>
                </a:lnTo>
                <a:lnTo>
                  <a:pt x="751332" y="6096"/>
                </a:lnTo>
                <a:lnTo>
                  <a:pt x="746760" y="4572"/>
                </a:lnTo>
                <a:lnTo>
                  <a:pt x="739508" y="2578"/>
                </a:lnTo>
                <a:lnTo>
                  <a:pt x="733234" y="1143"/>
                </a:lnTo>
                <a:lnTo>
                  <a:pt x="727265" y="292"/>
                </a:lnTo>
                <a:lnTo>
                  <a:pt x="720852" y="0"/>
                </a:lnTo>
                <a:lnTo>
                  <a:pt x="701255" y="3048"/>
                </a:lnTo>
                <a:lnTo>
                  <a:pt x="686371" y="11811"/>
                </a:lnTo>
                <a:lnTo>
                  <a:pt x="676922" y="25717"/>
                </a:lnTo>
                <a:lnTo>
                  <a:pt x="673608" y="44196"/>
                </a:lnTo>
                <a:lnTo>
                  <a:pt x="673608" y="54864"/>
                </a:lnTo>
                <a:lnTo>
                  <a:pt x="710184" y="89916"/>
                </a:lnTo>
                <a:lnTo>
                  <a:pt x="725424" y="96012"/>
                </a:lnTo>
                <a:lnTo>
                  <a:pt x="737831" y="102425"/>
                </a:lnTo>
                <a:lnTo>
                  <a:pt x="745807" y="108394"/>
                </a:lnTo>
                <a:lnTo>
                  <a:pt x="750074" y="114668"/>
                </a:lnTo>
                <a:lnTo>
                  <a:pt x="751332" y="121920"/>
                </a:lnTo>
                <a:lnTo>
                  <a:pt x="749388" y="132168"/>
                </a:lnTo>
                <a:lnTo>
                  <a:pt x="743712" y="139827"/>
                </a:lnTo>
                <a:lnTo>
                  <a:pt x="734618" y="144640"/>
                </a:lnTo>
                <a:lnTo>
                  <a:pt x="722376" y="146304"/>
                </a:lnTo>
                <a:lnTo>
                  <a:pt x="713524" y="145427"/>
                </a:lnTo>
                <a:lnTo>
                  <a:pt x="683133" y="118681"/>
                </a:lnTo>
                <a:lnTo>
                  <a:pt x="678180" y="100584"/>
                </a:lnTo>
                <a:lnTo>
                  <a:pt x="672084" y="100584"/>
                </a:lnTo>
                <a:lnTo>
                  <a:pt x="672084" y="153924"/>
                </a:lnTo>
                <a:lnTo>
                  <a:pt x="678180" y="153924"/>
                </a:lnTo>
                <a:lnTo>
                  <a:pt x="679704" y="147828"/>
                </a:lnTo>
                <a:lnTo>
                  <a:pt x="681228" y="146304"/>
                </a:lnTo>
                <a:lnTo>
                  <a:pt x="685800" y="146304"/>
                </a:lnTo>
                <a:lnTo>
                  <a:pt x="688848" y="147828"/>
                </a:lnTo>
                <a:lnTo>
                  <a:pt x="693420" y="149352"/>
                </a:lnTo>
                <a:lnTo>
                  <a:pt x="701167" y="151358"/>
                </a:lnTo>
                <a:lnTo>
                  <a:pt x="708469" y="152781"/>
                </a:lnTo>
                <a:lnTo>
                  <a:pt x="715505" y="153644"/>
                </a:lnTo>
                <a:lnTo>
                  <a:pt x="722376" y="153924"/>
                </a:lnTo>
                <a:lnTo>
                  <a:pt x="744461" y="150647"/>
                </a:lnTo>
                <a:lnTo>
                  <a:pt x="761809" y="141351"/>
                </a:lnTo>
                <a:lnTo>
                  <a:pt x="773176" y="126923"/>
                </a:lnTo>
                <a:lnTo>
                  <a:pt x="777240" y="108204"/>
                </a:lnTo>
                <a:close/>
              </a:path>
              <a:path w="1216660" h="195580">
                <a:moveTo>
                  <a:pt x="877836" y="126504"/>
                </a:moveTo>
                <a:lnTo>
                  <a:pt x="873264" y="123456"/>
                </a:lnTo>
                <a:lnTo>
                  <a:pt x="866851" y="130975"/>
                </a:lnTo>
                <a:lnTo>
                  <a:pt x="860882" y="135648"/>
                </a:lnTo>
                <a:lnTo>
                  <a:pt x="854608" y="138023"/>
                </a:lnTo>
                <a:lnTo>
                  <a:pt x="847356" y="138696"/>
                </a:lnTo>
                <a:lnTo>
                  <a:pt x="839736" y="138696"/>
                </a:lnTo>
                <a:lnTo>
                  <a:pt x="821448" y="97548"/>
                </a:lnTo>
                <a:lnTo>
                  <a:pt x="876312" y="97548"/>
                </a:lnTo>
                <a:lnTo>
                  <a:pt x="875804" y="89928"/>
                </a:lnTo>
                <a:lnTo>
                  <a:pt x="859612" y="54965"/>
                </a:lnTo>
                <a:lnTo>
                  <a:pt x="857072" y="53352"/>
                </a:lnTo>
                <a:lnTo>
                  <a:pt x="852881" y="50685"/>
                </a:lnTo>
                <a:lnTo>
                  <a:pt x="850404" y="49847"/>
                </a:lnTo>
                <a:lnTo>
                  <a:pt x="850404" y="74688"/>
                </a:lnTo>
                <a:lnTo>
                  <a:pt x="850404" y="89928"/>
                </a:lnTo>
                <a:lnTo>
                  <a:pt x="821448" y="89928"/>
                </a:lnTo>
                <a:lnTo>
                  <a:pt x="822325" y="72631"/>
                </a:lnTo>
                <a:lnTo>
                  <a:pt x="825068" y="61353"/>
                </a:lnTo>
                <a:lnTo>
                  <a:pt x="829805" y="55206"/>
                </a:lnTo>
                <a:lnTo>
                  <a:pt x="836688" y="53352"/>
                </a:lnTo>
                <a:lnTo>
                  <a:pt x="842784" y="53352"/>
                </a:lnTo>
                <a:lnTo>
                  <a:pt x="845832" y="57924"/>
                </a:lnTo>
                <a:lnTo>
                  <a:pt x="848880" y="64020"/>
                </a:lnTo>
                <a:lnTo>
                  <a:pt x="848880" y="68592"/>
                </a:lnTo>
                <a:lnTo>
                  <a:pt x="850404" y="74688"/>
                </a:lnTo>
                <a:lnTo>
                  <a:pt x="850404" y="49847"/>
                </a:lnTo>
                <a:lnTo>
                  <a:pt x="845273" y="48107"/>
                </a:lnTo>
                <a:lnTo>
                  <a:pt x="836688" y="47256"/>
                </a:lnTo>
                <a:lnTo>
                  <a:pt x="817968" y="51104"/>
                </a:lnTo>
                <a:lnTo>
                  <a:pt x="803541" y="62115"/>
                </a:lnTo>
                <a:lnTo>
                  <a:pt x="794245" y="79400"/>
                </a:lnTo>
                <a:lnTo>
                  <a:pt x="790968" y="102120"/>
                </a:lnTo>
                <a:lnTo>
                  <a:pt x="794016" y="123710"/>
                </a:lnTo>
                <a:lnTo>
                  <a:pt x="802779" y="140030"/>
                </a:lnTo>
                <a:lnTo>
                  <a:pt x="816686" y="150329"/>
                </a:lnTo>
                <a:lnTo>
                  <a:pt x="835164" y="153936"/>
                </a:lnTo>
                <a:lnTo>
                  <a:pt x="847610" y="152641"/>
                </a:lnTo>
                <a:lnTo>
                  <a:pt x="858215" y="148221"/>
                </a:lnTo>
                <a:lnTo>
                  <a:pt x="867943" y="139788"/>
                </a:lnTo>
                <a:lnTo>
                  <a:pt x="868768" y="138696"/>
                </a:lnTo>
                <a:lnTo>
                  <a:pt x="877836" y="126504"/>
                </a:lnTo>
                <a:close/>
              </a:path>
              <a:path w="1216660" h="195580">
                <a:moveTo>
                  <a:pt x="978420" y="54876"/>
                </a:moveTo>
                <a:lnTo>
                  <a:pt x="970800" y="47256"/>
                </a:lnTo>
                <a:lnTo>
                  <a:pt x="960132" y="47256"/>
                </a:lnTo>
                <a:lnTo>
                  <a:pt x="952385" y="48412"/>
                </a:lnTo>
                <a:lnTo>
                  <a:pt x="945083" y="52019"/>
                </a:lnTo>
                <a:lnTo>
                  <a:pt x="938047" y="58178"/>
                </a:lnTo>
                <a:lnTo>
                  <a:pt x="931176" y="67068"/>
                </a:lnTo>
                <a:lnTo>
                  <a:pt x="931176" y="50304"/>
                </a:lnTo>
                <a:lnTo>
                  <a:pt x="888504" y="50304"/>
                </a:lnTo>
                <a:lnTo>
                  <a:pt x="888504" y="56400"/>
                </a:lnTo>
                <a:lnTo>
                  <a:pt x="899172" y="57924"/>
                </a:lnTo>
                <a:lnTo>
                  <a:pt x="900696" y="60972"/>
                </a:lnTo>
                <a:lnTo>
                  <a:pt x="900696" y="141744"/>
                </a:lnTo>
                <a:lnTo>
                  <a:pt x="899172" y="143268"/>
                </a:lnTo>
                <a:lnTo>
                  <a:pt x="888504" y="146316"/>
                </a:lnTo>
                <a:lnTo>
                  <a:pt x="888504" y="150888"/>
                </a:lnTo>
                <a:lnTo>
                  <a:pt x="947940" y="150888"/>
                </a:lnTo>
                <a:lnTo>
                  <a:pt x="947940" y="146316"/>
                </a:lnTo>
                <a:lnTo>
                  <a:pt x="934224" y="144792"/>
                </a:lnTo>
                <a:lnTo>
                  <a:pt x="931176" y="141744"/>
                </a:lnTo>
                <a:lnTo>
                  <a:pt x="931176" y="74688"/>
                </a:lnTo>
                <a:lnTo>
                  <a:pt x="937272" y="65544"/>
                </a:lnTo>
                <a:lnTo>
                  <a:pt x="946416" y="65544"/>
                </a:lnTo>
                <a:lnTo>
                  <a:pt x="947940" y="67068"/>
                </a:lnTo>
                <a:lnTo>
                  <a:pt x="950988" y="71640"/>
                </a:lnTo>
                <a:lnTo>
                  <a:pt x="955560" y="77736"/>
                </a:lnTo>
                <a:lnTo>
                  <a:pt x="958608" y="79260"/>
                </a:lnTo>
                <a:lnTo>
                  <a:pt x="972324" y="79260"/>
                </a:lnTo>
                <a:lnTo>
                  <a:pt x="978420" y="73164"/>
                </a:lnTo>
                <a:lnTo>
                  <a:pt x="978420" y="64020"/>
                </a:lnTo>
                <a:lnTo>
                  <a:pt x="978420" y="54876"/>
                </a:lnTo>
                <a:close/>
              </a:path>
              <a:path w="1216660" h="195580">
                <a:moveTo>
                  <a:pt x="1027188" y="6108"/>
                </a:moveTo>
                <a:lnTo>
                  <a:pt x="1019568" y="12"/>
                </a:lnTo>
                <a:lnTo>
                  <a:pt x="1001280" y="12"/>
                </a:lnTo>
                <a:lnTo>
                  <a:pt x="993660" y="6108"/>
                </a:lnTo>
                <a:lnTo>
                  <a:pt x="993660" y="25920"/>
                </a:lnTo>
                <a:lnTo>
                  <a:pt x="1001280" y="33540"/>
                </a:lnTo>
                <a:lnTo>
                  <a:pt x="1019568" y="33540"/>
                </a:lnTo>
                <a:lnTo>
                  <a:pt x="1027188" y="25920"/>
                </a:lnTo>
                <a:lnTo>
                  <a:pt x="1027188" y="6108"/>
                </a:lnTo>
                <a:close/>
              </a:path>
              <a:path w="1216660" h="195580">
                <a:moveTo>
                  <a:pt x="1036332" y="146316"/>
                </a:moveTo>
                <a:lnTo>
                  <a:pt x="1028712" y="144792"/>
                </a:lnTo>
                <a:lnTo>
                  <a:pt x="1025664" y="141744"/>
                </a:lnTo>
                <a:lnTo>
                  <a:pt x="1025664" y="50304"/>
                </a:lnTo>
                <a:lnTo>
                  <a:pt x="982992" y="50304"/>
                </a:lnTo>
                <a:lnTo>
                  <a:pt x="982992" y="56400"/>
                </a:lnTo>
                <a:lnTo>
                  <a:pt x="993660" y="57924"/>
                </a:lnTo>
                <a:lnTo>
                  <a:pt x="995184" y="59448"/>
                </a:lnTo>
                <a:lnTo>
                  <a:pt x="995184" y="141744"/>
                </a:lnTo>
                <a:lnTo>
                  <a:pt x="993660" y="143268"/>
                </a:lnTo>
                <a:lnTo>
                  <a:pt x="982992" y="146316"/>
                </a:lnTo>
                <a:lnTo>
                  <a:pt x="982992" y="150888"/>
                </a:lnTo>
                <a:lnTo>
                  <a:pt x="1036332" y="150888"/>
                </a:lnTo>
                <a:lnTo>
                  <a:pt x="1036332" y="146316"/>
                </a:lnTo>
                <a:close/>
              </a:path>
              <a:path w="1216660" h="195580">
                <a:moveTo>
                  <a:pt x="1132332" y="97548"/>
                </a:moveTo>
                <a:lnTo>
                  <a:pt x="1120140" y="60972"/>
                </a:lnTo>
                <a:lnTo>
                  <a:pt x="1112189" y="53352"/>
                </a:lnTo>
                <a:lnTo>
                  <a:pt x="1107948" y="50685"/>
                </a:lnTo>
                <a:lnTo>
                  <a:pt x="1104900" y="49707"/>
                </a:lnTo>
                <a:lnTo>
                  <a:pt x="1104900" y="68592"/>
                </a:lnTo>
                <a:lnTo>
                  <a:pt x="1104900" y="89928"/>
                </a:lnTo>
                <a:lnTo>
                  <a:pt x="1075944" y="89928"/>
                </a:lnTo>
                <a:lnTo>
                  <a:pt x="1076833" y="72631"/>
                </a:lnTo>
                <a:lnTo>
                  <a:pt x="1079563" y="61353"/>
                </a:lnTo>
                <a:lnTo>
                  <a:pt x="1084313" y="55206"/>
                </a:lnTo>
                <a:lnTo>
                  <a:pt x="1091184" y="53352"/>
                </a:lnTo>
                <a:lnTo>
                  <a:pt x="1097280" y="53352"/>
                </a:lnTo>
                <a:lnTo>
                  <a:pt x="1101852" y="57924"/>
                </a:lnTo>
                <a:lnTo>
                  <a:pt x="1103376" y="64020"/>
                </a:lnTo>
                <a:lnTo>
                  <a:pt x="1104900" y="68592"/>
                </a:lnTo>
                <a:lnTo>
                  <a:pt x="1104900" y="49707"/>
                </a:lnTo>
                <a:lnTo>
                  <a:pt x="1099997" y="48107"/>
                </a:lnTo>
                <a:lnTo>
                  <a:pt x="1091184" y="47256"/>
                </a:lnTo>
                <a:lnTo>
                  <a:pt x="1072476" y="51104"/>
                </a:lnTo>
                <a:lnTo>
                  <a:pt x="1058037" y="62115"/>
                </a:lnTo>
                <a:lnTo>
                  <a:pt x="1048753" y="79400"/>
                </a:lnTo>
                <a:lnTo>
                  <a:pt x="1045464" y="102120"/>
                </a:lnTo>
                <a:lnTo>
                  <a:pt x="1048727" y="123710"/>
                </a:lnTo>
                <a:lnTo>
                  <a:pt x="1057846" y="140030"/>
                </a:lnTo>
                <a:lnTo>
                  <a:pt x="1071829" y="150329"/>
                </a:lnTo>
                <a:lnTo>
                  <a:pt x="1089660" y="153936"/>
                </a:lnTo>
                <a:lnTo>
                  <a:pt x="1102118" y="152641"/>
                </a:lnTo>
                <a:lnTo>
                  <a:pt x="1112710" y="148221"/>
                </a:lnTo>
                <a:lnTo>
                  <a:pt x="1122451" y="139788"/>
                </a:lnTo>
                <a:lnTo>
                  <a:pt x="1123276" y="138696"/>
                </a:lnTo>
                <a:lnTo>
                  <a:pt x="1132332" y="126504"/>
                </a:lnTo>
                <a:lnTo>
                  <a:pt x="1127760" y="123456"/>
                </a:lnTo>
                <a:lnTo>
                  <a:pt x="1121384" y="130975"/>
                </a:lnTo>
                <a:lnTo>
                  <a:pt x="1115568" y="135648"/>
                </a:lnTo>
                <a:lnTo>
                  <a:pt x="1109764" y="138023"/>
                </a:lnTo>
                <a:lnTo>
                  <a:pt x="1103376" y="138696"/>
                </a:lnTo>
                <a:lnTo>
                  <a:pt x="1094232" y="138696"/>
                </a:lnTo>
                <a:lnTo>
                  <a:pt x="1077468" y="97548"/>
                </a:lnTo>
                <a:lnTo>
                  <a:pt x="1132332" y="97548"/>
                </a:lnTo>
                <a:close/>
              </a:path>
              <a:path w="1216660" h="195580">
                <a:moveTo>
                  <a:pt x="1216152" y="120396"/>
                </a:moveTo>
                <a:lnTo>
                  <a:pt x="1214615" y="110020"/>
                </a:lnTo>
                <a:lnTo>
                  <a:pt x="1209484" y="101346"/>
                </a:lnTo>
                <a:lnTo>
                  <a:pt x="1200086" y="93827"/>
                </a:lnTo>
                <a:lnTo>
                  <a:pt x="1175918" y="82283"/>
                </a:lnTo>
                <a:lnTo>
                  <a:pt x="1169289" y="77533"/>
                </a:lnTo>
                <a:lnTo>
                  <a:pt x="1165529" y="72517"/>
                </a:lnTo>
                <a:lnTo>
                  <a:pt x="1164336" y="67056"/>
                </a:lnTo>
                <a:lnTo>
                  <a:pt x="1164336" y="60960"/>
                </a:lnTo>
                <a:lnTo>
                  <a:pt x="1170432" y="54864"/>
                </a:lnTo>
                <a:lnTo>
                  <a:pt x="1185672" y="54864"/>
                </a:lnTo>
                <a:lnTo>
                  <a:pt x="1191768" y="57912"/>
                </a:lnTo>
                <a:lnTo>
                  <a:pt x="1196340" y="62484"/>
                </a:lnTo>
                <a:lnTo>
                  <a:pt x="1200912" y="65532"/>
                </a:lnTo>
                <a:lnTo>
                  <a:pt x="1202436" y="70104"/>
                </a:lnTo>
                <a:lnTo>
                  <a:pt x="1207008" y="79248"/>
                </a:lnTo>
                <a:lnTo>
                  <a:pt x="1211580" y="79248"/>
                </a:lnTo>
                <a:lnTo>
                  <a:pt x="1211580" y="47244"/>
                </a:lnTo>
                <a:lnTo>
                  <a:pt x="1207008" y="47244"/>
                </a:lnTo>
                <a:lnTo>
                  <a:pt x="1205484" y="51816"/>
                </a:lnTo>
                <a:lnTo>
                  <a:pt x="1197864" y="51816"/>
                </a:lnTo>
                <a:lnTo>
                  <a:pt x="1194816" y="50292"/>
                </a:lnTo>
                <a:lnTo>
                  <a:pt x="1187196" y="48768"/>
                </a:lnTo>
                <a:lnTo>
                  <a:pt x="1182624" y="47244"/>
                </a:lnTo>
                <a:lnTo>
                  <a:pt x="1178052" y="47244"/>
                </a:lnTo>
                <a:lnTo>
                  <a:pt x="1164463" y="49682"/>
                </a:lnTo>
                <a:lnTo>
                  <a:pt x="1153858" y="56388"/>
                </a:lnTo>
                <a:lnTo>
                  <a:pt x="1146987" y="66535"/>
                </a:lnTo>
                <a:lnTo>
                  <a:pt x="1144524" y="79248"/>
                </a:lnTo>
                <a:lnTo>
                  <a:pt x="1146048" y="89662"/>
                </a:lnTo>
                <a:lnTo>
                  <a:pt x="1151001" y="98488"/>
                </a:lnTo>
                <a:lnTo>
                  <a:pt x="1159954" y="106476"/>
                </a:lnTo>
                <a:lnTo>
                  <a:pt x="1173480" y="114300"/>
                </a:lnTo>
                <a:lnTo>
                  <a:pt x="1184135" y="118668"/>
                </a:lnTo>
                <a:lnTo>
                  <a:pt x="1191196" y="122872"/>
                </a:lnTo>
                <a:lnTo>
                  <a:pt x="1195133" y="127381"/>
                </a:lnTo>
                <a:lnTo>
                  <a:pt x="1196340" y="132588"/>
                </a:lnTo>
                <a:lnTo>
                  <a:pt x="1196340" y="141732"/>
                </a:lnTo>
                <a:lnTo>
                  <a:pt x="1188720" y="146304"/>
                </a:lnTo>
                <a:lnTo>
                  <a:pt x="1179576" y="146304"/>
                </a:lnTo>
                <a:lnTo>
                  <a:pt x="1169035" y="144576"/>
                </a:lnTo>
                <a:lnTo>
                  <a:pt x="1160335" y="139255"/>
                </a:lnTo>
                <a:lnTo>
                  <a:pt x="1153655" y="130238"/>
                </a:lnTo>
                <a:lnTo>
                  <a:pt x="1149096" y="117348"/>
                </a:lnTo>
                <a:lnTo>
                  <a:pt x="1144524" y="117348"/>
                </a:lnTo>
                <a:lnTo>
                  <a:pt x="1144524" y="153924"/>
                </a:lnTo>
                <a:lnTo>
                  <a:pt x="1149096" y="153924"/>
                </a:lnTo>
                <a:lnTo>
                  <a:pt x="1152144" y="149352"/>
                </a:lnTo>
                <a:lnTo>
                  <a:pt x="1152144" y="147828"/>
                </a:lnTo>
                <a:lnTo>
                  <a:pt x="1158240" y="147828"/>
                </a:lnTo>
                <a:lnTo>
                  <a:pt x="1159764" y="149352"/>
                </a:lnTo>
                <a:lnTo>
                  <a:pt x="1165860" y="152400"/>
                </a:lnTo>
                <a:lnTo>
                  <a:pt x="1176528" y="153924"/>
                </a:lnTo>
                <a:lnTo>
                  <a:pt x="1182624" y="153924"/>
                </a:lnTo>
                <a:lnTo>
                  <a:pt x="1196225" y="151472"/>
                </a:lnTo>
                <a:lnTo>
                  <a:pt x="1206817" y="144589"/>
                </a:lnTo>
                <a:lnTo>
                  <a:pt x="1213700" y="133997"/>
                </a:lnTo>
                <a:lnTo>
                  <a:pt x="1216152" y="1203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202179" y="2811779"/>
            <a:ext cx="1545336" cy="195072"/>
          </a:xfrm>
          <a:prstGeom prst="rect">
            <a:avLst/>
          </a:prstGeom>
        </p:spPr>
      </p:pic>
      <p:grpSp>
        <p:nvGrpSpPr>
          <p:cNvPr id="38" name="object 38" descr=""/>
          <p:cNvGrpSpPr/>
          <p:nvPr/>
        </p:nvGrpSpPr>
        <p:grpSpPr>
          <a:xfrm>
            <a:off x="2197607" y="3285744"/>
            <a:ext cx="378460" cy="140335"/>
            <a:chOff x="2197607" y="3285744"/>
            <a:chExt cx="378460" cy="140335"/>
          </a:xfrm>
        </p:grpSpPr>
        <p:pic>
          <p:nvPicPr>
            <p:cNvPr id="39" name="object 3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97607" y="3293364"/>
              <a:ext cx="216408" cy="126492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444496" y="3285744"/>
              <a:ext cx="131063" cy="140208"/>
            </a:xfrm>
            <a:prstGeom prst="rect">
              <a:avLst/>
            </a:prstGeom>
          </p:spPr>
        </p:pic>
      </p:grpSp>
      <p:pic>
        <p:nvPicPr>
          <p:cNvPr id="41" name="object 4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21279" y="3317747"/>
            <a:ext cx="77723" cy="77724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746248" y="3285744"/>
            <a:ext cx="220979" cy="140208"/>
          </a:xfrm>
          <a:prstGeom prst="rect">
            <a:avLst/>
          </a:prstGeom>
        </p:spPr>
      </p:pic>
      <p:sp>
        <p:nvSpPr>
          <p:cNvPr id="43" name="object 43" descr=""/>
          <p:cNvSpPr/>
          <p:nvPr/>
        </p:nvSpPr>
        <p:spPr>
          <a:xfrm>
            <a:off x="3032760" y="3328416"/>
            <a:ext cx="79375" cy="55244"/>
          </a:xfrm>
          <a:custGeom>
            <a:avLst/>
            <a:gdLst/>
            <a:ahLst/>
            <a:cxnLst/>
            <a:rect l="l" t="t" r="r" b="b"/>
            <a:pathLst>
              <a:path w="79375" h="55245">
                <a:moveTo>
                  <a:pt x="3048" y="21336"/>
                </a:moveTo>
                <a:lnTo>
                  <a:pt x="24384" y="0"/>
                </a:lnTo>
                <a:lnTo>
                  <a:pt x="33932" y="2619"/>
                </a:lnTo>
                <a:lnTo>
                  <a:pt x="41351" y="7620"/>
                </a:lnTo>
                <a:lnTo>
                  <a:pt x="12192" y="7620"/>
                </a:lnTo>
                <a:lnTo>
                  <a:pt x="7620" y="13716"/>
                </a:lnTo>
                <a:lnTo>
                  <a:pt x="3048" y="21336"/>
                </a:lnTo>
                <a:close/>
              </a:path>
              <a:path w="79375" h="55245">
                <a:moveTo>
                  <a:pt x="73740" y="16764"/>
                </a:moveTo>
                <a:lnTo>
                  <a:pt x="70104" y="16764"/>
                </a:lnTo>
                <a:lnTo>
                  <a:pt x="74676" y="9144"/>
                </a:lnTo>
                <a:lnTo>
                  <a:pt x="76200" y="0"/>
                </a:lnTo>
                <a:lnTo>
                  <a:pt x="79248" y="1524"/>
                </a:lnTo>
                <a:lnTo>
                  <a:pt x="77176" y="10882"/>
                </a:lnTo>
                <a:lnTo>
                  <a:pt x="73740" y="16764"/>
                </a:lnTo>
                <a:close/>
              </a:path>
              <a:path w="79375" h="55245">
                <a:moveTo>
                  <a:pt x="56388" y="24384"/>
                </a:moveTo>
                <a:lnTo>
                  <a:pt x="46839" y="21764"/>
                </a:lnTo>
                <a:lnTo>
                  <a:pt x="38290" y="16002"/>
                </a:lnTo>
                <a:lnTo>
                  <a:pt x="30027" y="10239"/>
                </a:lnTo>
                <a:lnTo>
                  <a:pt x="21336" y="7620"/>
                </a:lnTo>
                <a:lnTo>
                  <a:pt x="41351" y="7620"/>
                </a:lnTo>
                <a:lnTo>
                  <a:pt x="42481" y="8382"/>
                </a:lnTo>
                <a:lnTo>
                  <a:pt x="50744" y="14144"/>
                </a:lnTo>
                <a:lnTo>
                  <a:pt x="59436" y="16764"/>
                </a:lnTo>
                <a:lnTo>
                  <a:pt x="73740" y="16764"/>
                </a:lnTo>
                <a:lnTo>
                  <a:pt x="72961" y="18097"/>
                </a:lnTo>
                <a:lnTo>
                  <a:pt x="66174" y="22740"/>
                </a:lnTo>
                <a:lnTo>
                  <a:pt x="56388" y="24384"/>
                </a:lnTo>
                <a:close/>
              </a:path>
              <a:path w="79375" h="55245">
                <a:moveTo>
                  <a:pt x="3048" y="51816"/>
                </a:moveTo>
                <a:lnTo>
                  <a:pt x="24384" y="32004"/>
                </a:lnTo>
                <a:lnTo>
                  <a:pt x="33932" y="34385"/>
                </a:lnTo>
                <a:lnTo>
                  <a:pt x="42481" y="39624"/>
                </a:lnTo>
                <a:lnTo>
                  <a:pt x="12192" y="39624"/>
                </a:lnTo>
                <a:lnTo>
                  <a:pt x="6096" y="44196"/>
                </a:lnTo>
                <a:lnTo>
                  <a:pt x="3048" y="51816"/>
                </a:lnTo>
                <a:close/>
              </a:path>
              <a:path w="79375" h="55245">
                <a:moveTo>
                  <a:pt x="73911" y="47244"/>
                </a:moveTo>
                <a:lnTo>
                  <a:pt x="70104" y="47244"/>
                </a:lnTo>
                <a:lnTo>
                  <a:pt x="74676" y="39624"/>
                </a:lnTo>
                <a:lnTo>
                  <a:pt x="76200" y="32004"/>
                </a:lnTo>
                <a:lnTo>
                  <a:pt x="79248" y="33528"/>
                </a:lnTo>
                <a:lnTo>
                  <a:pt x="77176" y="42005"/>
                </a:lnTo>
                <a:lnTo>
                  <a:pt x="73911" y="47244"/>
                </a:lnTo>
                <a:close/>
              </a:path>
              <a:path w="79375" h="55245">
                <a:moveTo>
                  <a:pt x="56388" y="54864"/>
                </a:moveTo>
                <a:lnTo>
                  <a:pt x="46196" y="52482"/>
                </a:lnTo>
                <a:lnTo>
                  <a:pt x="37719" y="47244"/>
                </a:lnTo>
                <a:lnTo>
                  <a:pt x="29813" y="42005"/>
                </a:lnTo>
                <a:lnTo>
                  <a:pt x="21336" y="39624"/>
                </a:lnTo>
                <a:lnTo>
                  <a:pt x="42481" y="39624"/>
                </a:lnTo>
                <a:lnTo>
                  <a:pt x="50744" y="44862"/>
                </a:lnTo>
                <a:lnTo>
                  <a:pt x="59436" y="47244"/>
                </a:lnTo>
                <a:lnTo>
                  <a:pt x="73911" y="47244"/>
                </a:lnTo>
                <a:lnTo>
                  <a:pt x="72961" y="48768"/>
                </a:lnTo>
                <a:lnTo>
                  <a:pt x="66174" y="53244"/>
                </a:lnTo>
                <a:lnTo>
                  <a:pt x="56388" y="548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" name="object 44" descr=""/>
          <p:cNvGrpSpPr/>
          <p:nvPr/>
        </p:nvGrpSpPr>
        <p:grpSpPr>
          <a:xfrm>
            <a:off x="3166872" y="3285744"/>
            <a:ext cx="422275" cy="140335"/>
            <a:chOff x="3166872" y="3285744"/>
            <a:chExt cx="422275" cy="140335"/>
          </a:xfrm>
        </p:grpSpPr>
        <p:pic>
          <p:nvPicPr>
            <p:cNvPr id="45" name="object 4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66872" y="3293364"/>
              <a:ext cx="216408" cy="126492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13759" y="3285744"/>
              <a:ext cx="175260" cy="140208"/>
            </a:xfrm>
            <a:prstGeom prst="rect">
              <a:avLst/>
            </a:prstGeom>
          </p:spPr>
        </p:pic>
      </p:grpSp>
      <p:pic>
        <p:nvPicPr>
          <p:cNvPr id="47" name="object 47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648455" y="3317747"/>
            <a:ext cx="77724" cy="77724"/>
          </a:xfrm>
          <a:prstGeom prst="rect">
            <a:avLst/>
          </a:prstGeom>
        </p:spPr>
      </p:pic>
      <p:grpSp>
        <p:nvGrpSpPr>
          <p:cNvPr id="48" name="object 48" descr=""/>
          <p:cNvGrpSpPr/>
          <p:nvPr/>
        </p:nvGrpSpPr>
        <p:grpSpPr>
          <a:xfrm>
            <a:off x="3784091" y="3188208"/>
            <a:ext cx="1780539" cy="341630"/>
            <a:chOff x="3784091" y="3188208"/>
            <a:chExt cx="1780539" cy="341630"/>
          </a:xfrm>
        </p:grpSpPr>
        <p:pic>
          <p:nvPicPr>
            <p:cNvPr id="49" name="object 4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784091" y="3188208"/>
              <a:ext cx="1748027" cy="341375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5547359" y="3380232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5" h="17145">
                  <a:moveTo>
                    <a:pt x="12191" y="16764"/>
                  </a:moveTo>
                  <a:lnTo>
                    <a:pt x="6095" y="16764"/>
                  </a:lnTo>
                  <a:lnTo>
                    <a:pt x="0" y="13716"/>
                  </a:lnTo>
                  <a:lnTo>
                    <a:pt x="0" y="3048"/>
                  </a:lnTo>
                  <a:lnTo>
                    <a:pt x="4571" y="0"/>
                  </a:lnTo>
                  <a:lnTo>
                    <a:pt x="13715" y="0"/>
                  </a:lnTo>
                  <a:lnTo>
                    <a:pt x="16763" y="3048"/>
                  </a:lnTo>
                  <a:lnTo>
                    <a:pt x="16763" y="9144"/>
                  </a:lnTo>
                  <a:lnTo>
                    <a:pt x="16763" y="13716"/>
                  </a:lnTo>
                  <a:lnTo>
                    <a:pt x="12191" y="1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1" name="object 51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17448" y="3899915"/>
            <a:ext cx="3130295" cy="155448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2497835" y="4349496"/>
            <a:ext cx="105156" cy="134112"/>
          </a:xfrm>
          <a:prstGeom prst="rect">
            <a:avLst/>
          </a:prstGeom>
        </p:spPr>
      </p:pic>
      <p:sp>
        <p:nvSpPr>
          <p:cNvPr id="53" name="object 53" descr=""/>
          <p:cNvSpPr/>
          <p:nvPr/>
        </p:nvSpPr>
        <p:spPr>
          <a:xfrm>
            <a:off x="2654808" y="4425696"/>
            <a:ext cx="78105" cy="40005"/>
          </a:xfrm>
          <a:custGeom>
            <a:avLst/>
            <a:gdLst/>
            <a:ahLst/>
            <a:cxnLst/>
            <a:rect l="l" t="t" r="r" b="b"/>
            <a:pathLst>
              <a:path w="78105" h="40004">
                <a:moveTo>
                  <a:pt x="77724" y="7620"/>
                </a:moveTo>
                <a:lnTo>
                  <a:pt x="0" y="7620"/>
                </a:lnTo>
                <a:lnTo>
                  <a:pt x="0" y="0"/>
                </a:lnTo>
                <a:lnTo>
                  <a:pt x="77724" y="0"/>
                </a:lnTo>
                <a:lnTo>
                  <a:pt x="77724" y="7620"/>
                </a:lnTo>
                <a:close/>
              </a:path>
              <a:path w="78105" h="40004">
                <a:moveTo>
                  <a:pt x="77724" y="39624"/>
                </a:moveTo>
                <a:lnTo>
                  <a:pt x="0" y="39624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39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140963" y="4279391"/>
            <a:ext cx="105156" cy="102108"/>
          </a:xfrm>
          <a:prstGeom prst="rect">
            <a:avLst/>
          </a:prstGeom>
        </p:spPr>
      </p:pic>
      <p:sp>
        <p:nvSpPr>
          <p:cNvPr id="55" name="object 55" descr=""/>
          <p:cNvSpPr/>
          <p:nvPr/>
        </p:nvSpPr>
        <p:spPr>
          <a:xfrm>
            <a:off x="2799588" y="4440935"/>
            <a:ext cx="786765" cy="9525"/>
          </a:xfrm>
          <a:custGeom>
            <a:avLst/>
            <a:gdLst/>
            <a:ahLst/>
            <a:cxnLst/>
            <a:rect l="l" t="t" r="r" b="b"/>
            <a:pathLst>
              <a:path w="786764" h="9525">
                <a:moveTo>
                  <a:pt x="786384" y="9144"/>
                </a:moveTo>
                <a:lnTo>
                  <a:pt x="0" y="9144"/>
                </a:lnTo>
                <a:lnTo>
                  <a:pt x="0" y="0"/>
                </a:lnTo>
                <a:lnTo>
                  <a:pt x="786384" y="0"/>
                </a:lnTo>
                <a:lnTo>
                  <a:pt x="786384" y="9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6" name="object 56" descr=""/>
          <p:cNvGrpSpPr/>
          <p:nvPr/>
        </p:nvGrpSpPr>
        <p:grpSpPr>
          <a:xfrm>
            <a:off x="2802635" y="4479035"/>
            <a:ext cx="311150" cy="140335"/>
            <a:chOff x="2802635" y="4479035"/>
            <a:chExt cx="311150" cy="140335"/>
          </a:xfrm>
        </p:grpSpPr>
        <p:pic>
          <p:nvPicPr>
            <p:cNvPr id="57" name="object 5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802635" y="4518659"/>
              <a:ext cx="254508" cy="71628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3076956" y="4479035"/>
              <a:ext cx="36830" cy="140335"/>
            </a:xfrm>
            <a:custGeom>
              <a:avLst/>
              <a:gdLst/>
              <a:ahLst/>
              <a:cxnLst/>
              <a:rect l="l" t="t" r="r" b="b"/>
              <a:pathLst>
                <a:path w="36830" h="140335">
                  <a:moveTo>
                    <a:pt x="35051" y="140208"/>
                  </a:moveTo>
                  <a:lnTo>
                    <a:pt x="20573" y="127539"/>
                  </a:lnTo>
                  <a:lnTo>
                    <a:pt x="9524" y="110870"/>
                  </a:lnTo>
                  <a:lnTo>
                    <a:pt x="2476" y="91344"/>
                  </a:lnTo>
                  <a:lnTo>
                    <a:pt x="0" y="70104"/>
                  </a:lnTo>
                  <a:lnTo>
                    <a:pt x="2500" y="48434"/>
                  </a:lnTo>
                  <a:lnTo>
                    <a:pt x="9715" y="29337"/>
                  </a:lnTo>
                  <a:lnTo>
                    <a:pt x="21216" y="13096"/>
                  </a:lnTo>
                  <a:lnTo>
                    <a:pt x="36575" y="0"/>
                  </a:lnTo>
                  <a:lnTo>
                    <a:pt x="36575" y="3048"/>
                  </a:lnTo>
                  <a:lnTo>
                    <a:pt x="24812" y="15240"/>
                  </a:lnTo>
                  <a:lnTo>
                    <a:pt x="16763" y="29718"/>
                  </a:lnTo>
                  <a:lnTo>
                    <a:pt x="12144" y="47625"/>
                  </a:lnTo>
                  <a:lnTo>
                    <a:pt x="10667" y="70104"/>
                  </a:lnTo>
                  <a:lnTo>
                    <a:pt x="11930" y="92583"/>
                  </a:lnTo>
                  <a:lnTo>
                    <a:pt x="16192" y="110490"/>
                  </a:lnTo>
                  <a:lnTo>
                    <a:pt x="24169" y="124968"/>
                  </a:lnTo>
                  <a:lnTo>
                    <a:pt x="36575" y="137160"/>
                  </a:lnTo>
                  <a:lnTo>
                    <a:pt x="35051" y="1402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"/>
          <p:cNvSpPr/>
          <p:nvPr/>
        </p:nvSpPr>
        <p:spPr>
          <a:xfrm>
            <a:off x="3143999" y="4480559"/>
            <a:ext cx="166370" cy="137160"/>
          </a:xfrm>
          <a:custGeom>
            <a:avLst/>
            <a:gdLst/>
            <a:ahLst/>
            <a:cxnLst/>
            <a:rect l="l" t="t" r="r" b="b"/>
            <a:pathLst>
              <a:path w="166370" h="13716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  <a:path w="166370" h="137160">
                <a:moveTo>
                  <a:pt x="38100" y="0"/>
                </a:moveTo>
                <a:lnTo>
                  <a:pt x="30480" y="0"/>
                </a:lnTo>
                <a:lnTo>
                  <a:pt x="30480" y="137160"/>
                </a:lnTo>
                <a:lnTo>
                  <a:pt x="38100" y="137160"/>
                </a:lnTo>
                <a:lnTo>
                  <a:pt x="38100" y="0"/>
                </a:lnTo>
                <a:close/>
              </a:path>
              <a:path w="166370" h="137160">
                <a:moveTo>
                  <a:pt x="166116" y="105168"/>
                </a:moveTo>
                <a:lnTo>
                  <a:pt x="163068" y="105168"/>
                </a:lnTo>
                <a:lnTo>
                  <a:pt x="160020" y="102120"/>
                </a:lnTo>
                <a:lnTo>
                  <a:pt x="131648" y="60972"/>
                </a:lnTo>
                <a:lnTo>
                  <a:pt x="129540" y="57924"/>
                </a:lnTo>
                <a:lnTo>
                  <a:pt x="138684" y="56400"/>
                </a:lnTo>
                <a:lnTo>
                  <a:pt x="141732" y="53352"/>
                </a:lnTo>
                <a:lnTo>
                  <a:pt x="146304" y="50304"/>
                </a:lnTo>
                <a:lnTo>
                  <a:pt x="150876" y="45732"/>
                </a:lnTo>
                <a:lnTo>
                  <a:pt x="152400" y="39636"/>
                </a:lnTo>
                <a:lnTo>
                  <a:pt x="152400" y="32016"/>
                </a:lnTo>
                <a:lnTo>
                  <a:pt x="128016" y="7747"/>
                </a:lnTo>
                <a:lnTo>
                  <a:pt x="128016" y="33540"/>
                </a:lnTo>
                <a:lnTo>
                  <a:pt x="128016" y="42684"/>
                </a:lnTo>
                <a:lnTo>
                  <a:pt x="124968" y="48780"/>
                </a:lnTo>
                <a:lnTo>
                  <a:pt x="115824" y="54876"/>
                </a:lnTo>
                <a:lnTo>
                  <a:pt x="109728" y="56400"/>
                </a:lnTo>
                <a:lnTo>
                  <a:pt x="97536" y="56400"/>
                </a:lnTo>
                <a:lnTo>
                  <a:pt x="97536" y="16776"/>
                </a:lnTo>
                <a:lnTo>
                  <a:pt x="99060" y="13728"/>
                </a:lnTo>
                <a:lnTo>
                  <a:pt x="99060" y="12204"/>
                </a:lnTo>
                <a:lnTo>
                  <a:pt x="100584" y="10680"/>
                </a:lnTo>
                <a:lnTo>
                  <a:pt x="106680" y="10680"/>
                </a:lnTo>
                <a:lnTo>
                  <a:pt x="116446" y="11887"/>
                </a:lnTo>
                <a:lnTo>
                  <a:pt x="123063" y="15824"/>
                </a:lnTo>
                <a:lnTo>
                  <a:pt x="126834" y="22885"/>
                </a:lnTo>
                <a:lnTo>
                  <a:pt x="128016" y="33540"/>
                </a:lnTo>
                <a:lnTo>
                  <a:pt x="128016" y="7747"/>
                </a:lnTo>
                <a:lnTo>
                  <a:pt x="109728" y="6108"/>
                </a:lnTo>
                <a:lnTo>
                  <a:pt x="60960" y="6108"/>
                </a:lnTo>
                <a:lnTo>
                  <a:pt x="60960" y="9156"/>
                </a:lnTo>
                <a:lnTo>
                  <a:pt x="71628" y="9156"/>
                </a:lnTo>
                <a:lnTo>
                  <a:pt x="74676" y="12204"/>
                </a:lnTo>
                <a:lnTo>
                  <a:pt x="74676" y="102120"/>
                </a:lnTo>
                <a:lnTo>
                  <a:pt x="73152" y="103644"/>
                </a:lnTo>
                <a:lnTo>
                  <a:pt x="60960" y="105168"/>
                </a:lnTo>
                <a:lnTo>
                  <a:pt x="60960" y="106692"/>
                </a:lnTo>
                <a:lnTo>
                  <a:pt x="112776" y="106692"/>
                </a:lnTo>
                <a:lnTo>
                  <a:pt x="112776" y="105168"/>
                </a:lnTo>
                <a:lnTo>
                  <a:pt x="100584" y="103644"/>
                </a:lnTo>
                <a:lnTo>
                  <a:pt x="97536" y="102120"/>
                </a:lnTo>
                <a:lnTo>
                  <a:pt x="97536" y="60972"/>
                </a:lnTo>
                <a:lnTo>
                  <a:pt x="102108" y="60972"/>
                </a:lnTo>
                <a:lnTo>
                  <a:pt x="135636" y="106692"/>
                </a:lnTo>
                <a:lnTo>
                  <a:pt x="166116" y="106692"/>
                </a:lnTo>
                <a:lnTo>
                  <a:pt x="166116" y="1051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3328416" y="4480559"/>
            <a:ext cx="86995" cy="137160"/>
          </a:xfrm>
          <a:custGeom>
            <a:avLst/>
            <a:gdLst/>
            <a:ahLst/>
            <a:cxnLst/>
            <a:rect l="l" t="t" r="r" b="b"/>
            <a:pathLst>
              <a:path w="86995" h="13716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  <a:path w="86995" h="137160">
                <a:moveTo>
                  <a:pt x="38100" y="0"/>
                </a:moveTo>
                <a:lnTo>
                  <a:pt x="30480" y="0"/>
                </a:lnTo>
                <a:lnTo>
                  <a:pt x="30480" y="137160"/>
                </a:lnTo>
                <a:lnTo>
                  <a:pt x="38100" y="137160"/>
                </a:lnTo>
                <a:lnTo>
                  <a:pt x="38100" y="0"/>
                </a:lnTo>
                <a:close/>
              </a:path>
              <a:path w="86995" h="137160">
                <a:moveTo>
                  <a:pt x="86855" y="94500"/>
                </a:moveTo>
                <a:lnTo>
                  <a:pt x="77711" y="92976"/>
                </a:lnTo>
                <a:lnTo>
                  <a:pt x="71615" y="92976"/>
                </a:lnTo>
                <a:lnTo>
                  <a:pt x="65519" y="96024"/>
                </a:lnTo>
                <a:lnTo>
                  <a:pt x="65519" y="108216"/>
                </a:lnTo>
                <a:lnTo>
                  <a:pt x="71615" y="109740"/>
                </a:lnTo>
                <a:lnTo>
                  <a:pt x="77711" y="109740"/>
                </a:lnTo>
                <a:lnTo>
                  <a:pt x="79235" y="108216"/>
                </a:lnTo>
                <a:lnTo>
                  <a:pt x="80759" y="108216"/>
                </a:lnTo>
                <a:lnTo>
                  <a:pt x="80759" y="114312"/>
                </a:lnTo>
                <a:lnTo>
                  <a:pt x="79235" y="120408"/>
                </a:lnTo>
                <a:lnTo>
                  <a:pt x="68567" y="126504"/>
                </a:lnTo>
                <a:lnTo>
                  <a:pt x="70091" y="129552"/>
                </a:lnTo>
                <a:lnTo>
                  <a:pt x="74650" y="127076"/>
                </a:lnTo>
                <a:lnTo>
                  <a:pt x="80187" y="122313"/>
                </a:lnTo>
                <a:lnTo>
                  <a:pt x="84886" y="115836"/>
                </a:lnTo>
                <a:lnTo>
                  <a:pt x="86855" y="108216"/>
                </a:lnTo>
                <a:lnTo>
                  <a:pt x="86855" y="94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3468624" y="4469904"/>
            <a:ext cx="161925" cy="149860"/>
          </a:xfrm>
          <a:custGeom>
            <a:avLst/>
            <a:gdLst/>
            <a:ahLst/>
            <a:cxnLst/>
            <a:rect l="l" t="t" r="r" b="b"/>
            <a:pathLst>
              <a:path w="161925" h="149860">
                <a:moveTo>
                  <a:pt x="42672" y="117348"/>
                </a:moveTo>
                <a:lnTo>
                  <a:pt x="30480" y="117348"/>
                </a:lnTo>
                <a:lnTo>
                  <a:pt x="28956" y="115824"/>
                </a:lnTo>
                <a:lnTo>
                  <a:pt x="28956" y="16764"/>
                </a:lnTo>
                <a:lnTo>
                  <a:pt x="27432" y="16764"/>
                </a:lnTo>
                <a:lnTo>
                  <a:pt x="0" y="30480"/>
                </a:lnTo>
                <a:lnTo>
                  <a:pt x="0" y="32004"/>
                </a:lnTo>
                <a:lnTo>
                  <a:pt x="1524" y="32004"/>
                </a:lnTo>
                <a:lnTo>
                  <a:pt x="3048" y="30480"/>
                </a:lnTo>
                <a:lnTo>
                  <a:pt x="6096" y="30480"/>
                </a:lnTo>
                <a:lnTo>
                  <a:pt x="9144" y="28956"/>
                </a:lnTo>
                <a:lnTo>
                  <a:pt x="13716" y="28956"/>
                </a:lnTo>
                <a:lnTo>
                  <a:pt x="15240" y="32004"/>
                </a:lnTo>
                <a:lnTo>
                  <a:pt x="15240" y="109728"/>
                </a:lnTo>
                <a:lnTo>
                  <a:pt x="13716" y="112776"/>
                </a:lnTo>
                <a:lnTo>
                  <a:pt x="12192" y="114300"/>
                </a:lnTo>
                <a:lnTo>
                  <a:pt x="9144" y="115824"/>
                </a:lnTo>
                <a:lnTo>
                  <a:pt x="7620" y="117348"/>
                </a:lnTo>
                <a:lnTo>
                  <a:pt x="1524" y="117348"/>
                </a:lnTo>
                <a:lnTo>
                  <a:pt x="1524" y="118872"/>
                </a:lnTo>
                <a:lnTo>
                  <a:pt x="42672" y="118872"/>
                </a:lnTo>
                <a:lnTo>
                  <a:pt x="42672" y="117348"/>
                </a:lnTo>
                <a:close/>
              </a:path>
              <a:path w="161925" h="149860">
                <a:moveTo>
                  <a:pt x="102108" y="79235"/>
                </a:moveTo>
                <a:lnTo>
                  <a:pt x="99390" y="57569"/>
                </a:lnTo>
                <a:lnTo>
                  <a:pt x="91821" y="38468"/>
                </a:lnTo>
                <a:lnTo>
                  <a:pt x="80238" y="22237"/>
                </a:lnTo>
                <a:lnTo>
                  <a:pt x="65532" y="9131"/>
                </a:lnTo>
                <a:lnTo>
                  <a:pt x="64008" y="12179"/>
                </a:lnTo>
                <a:lnTo>
                  <a:pt x="76403" y="24371"/>
                </a:lnTo>
                <a:lnTo>
                  <a:pt x="84391" y="38849"/>
                </a:lnTo>
                <a:lnTo>
                  <a:pt x="88646" y="56756"/>
                </a:lnTo>
                <a:lnTo>
                  <a:pt x="89916" y="79235"/>
                </a:lnTo>
                <a:lnTo>
                  <a:pt x="88646" y="101714"/>
                </a:lnTo>
                <a:lnTo>
                  <a:pt x="84391" y="119621"/>
                </a:lnTo>
                <a:lnTo>
                  <a:pt x="76403" y="134099"/>
                </a:lnTo>
                <a:lnTo>
                  <a:pt x="64008" y="146291"/>
                </a:lnTo>
                <a:lnTo>
                  <a:pt x="65532" y="149339"/>
                </a:lnTo>
                <a:lnTo>
                  <a:pt x="80238" y="136677"/>
                </a:lnTo>
                <a:lnTo>
                  <a:pt x="91821" y="120002"/>
                </a:lnTo>
                <a:lnTo>
                  <a:pt x="99390" y="100482"/>
                </a:lnTo>
                <a:lnTo>
                  <a:pt x="102108" y="79235"/>
                </a:lnTo>
                <a:close/>
              </a:path>
              <a:path w="161925" h="149860">
                <a:moveTo>
                  <a:pt x="161531" y="1524"/>
                </a:moveTo>
                <a:lnTo>
                  <a:pt x="152387" y="0"/>
                </a:lnTo>
                <a:lnTo>
                  <a:pt x="144767" y="0"/>
                </a:lnTo>
                <a:lnTo>
                  <a:pt x="140195" y="1524"/>
                </a:lnTo>
                <a:lnTo>
                  <a:pt x="140195" y="13716"/>
                </a:lnTo>
                <a:lnTo>
                  <a:pt x="144767" y="15240"/>
                </a:lnTo>
                <a:lnTo>
                  <a:pt x="153911" y="15240"/>
                </a:lnTo>
                <a:lnTo>
                  <a:pt x="155435" y="16764"/>
                </a:lnTo>
                <a:lnTo>
                  <a:pt x="155435" y="19812"/>
                </a:lnTo>
                <a:lnTo>
                  <a:pt x="152387" y="27432"/>
                </a:lnTo>
                <a:lnTo>
                  <a:pt x="143243" y="33528"/>
                </a:lnTo>
                <a:lnTo>
                  <a:pt x="144767" y="36576"/>
                </a:lnTo>
                <a:lnTo>
                  <a:pt x="149326" y="33858"/>
                </a:lnTo>
                <a:lnTo>
                  <a:pt x="154863" y="28575"/>
                </a:lnTo>
                <a:lnTo>
                  <a:pt x="159562" y="21564"/>
                </a:lnTo>
                <a:lnTo>
                  <a:pt x="161531" y="13716"/>
                </a:lnTo>
                <a:lnTo>
                  <a:pt x="161531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2" name="object 62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973067" y="4349496"/>
            <a:ext cx="135636" cy="134112"/>
          </a:xfrm>
          <a:prstGeom prst="rect">
            <a:avLst/>
          </a:prstGeom>
        </p:spPr>
      </p:pic>
      <p:sp>
        <p:nvSpPr>
          <p:cNvPr id="63" name="object 63" descr=""/>
          <p:cNvSpPr/>
          <p:nvPr/>
        </p:nvSpPr>
        <p:spPr>
          <a:xfrm>
            <a:off x="4165091" y="4425696"/>
            <a:ext cx="78105" cy="40005"/>
          </a:xfrm>
          <a:custGeom>
            <a:avLst/>
            <a:gdLst/>
            <a:ahLst/>
            <a:cxnLst/>
            <a:rect l="l" t="t" r="r" b="b"/>
            <a:pathLst>
              <a:path w="78104" h="40004">
                <a:moveTo>
                  <a:pt x="77724" y="7620"/>
                </a:moveTo>
                <a:lnTo>
                  <a:pt x="0" y="7620"/>
                </a:lnTo>
                <a:lnTo>
                  <a:pt x="0" y="0"/>
                </a:lnTo>
                <a:lnTo>
                  <a:pt x="77724" y="0"/>
                </a:lnTo>
                <a:lnTo>
                  <a:pt x="77724" y="7620"/>
                </a:lnTo>
                <a:close/>
              </a:path>
              <a:path w="78104" h="40004">
                <a:moveTo>
                  <a:pt x="77724" y="39624"/>
                </a:moveTo>
                <a:lnTo>
                  <a:pt x="0" y="39624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39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4" name="object 64" descr=""/>
          <p:cNvGrpSpPr/>
          <p:nvPr/>
        </p:nvGrpSpPr>
        <p:grpSpPr>
          <a:xfrm>
            <a:off x="4308347" y="4279391"/>
            <a:ext cx="957580" cy="340360"/>
            <a:chOff x="4308347" y="4279391"/>
            <a:chExt cx="957580" cy="340360"/>
          </a:xfrm>
        </p:grpSpPr>
        <p:pic>
          <p:nvPicPr>
            <p:cNvPr id="65" name="object 6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649723" y="4279391"/>
              <a:ext cx="216408" cy="126492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4308347" y="4440935"/>
              <a:ext cx="913130" cy="9525"/>
            </a:xfrm>
            <a:custGeom>
              <a:avLst/>
              <a:gdLst/>
              <a:ahLst/>
              <a:cxnLst/>
              <a:rect l="l" t="t" r="r" b="b"/>
              <a:pathLst>
                <a:path w="913129" h="9525">
                  <a:moveTo>
                    <a:pt x="912876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912876" y="0"/>
                  </a:lnTo>
                  <a:lnTo>
                    <a:pt x="912876" y="9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311396" y="4479035"/>
              <a:ext cx="312419" cy="140208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4652772" y="4480559"/>
              <a:ext cx="38100" cy="137160"/>
            </a:xfrm>
            <a:custGeom>
              <a:avLst/>
              <a:gdLst/>
              <a:ahLst/>
              <a:cxnLst/>
              <a:rect l="l" t="t" r="r" b="b"/>
              <a:pathLst>
                <a:path w="38100" h="137160">
                  <a:moveTo>
                    <a:pt x="762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620" y="137160"/>
                  </a:lnTo>
                  <a:lnTo>
                    <a:pt x="7620" y="0"/>
                  </a:lnTo>
                  <a:close/>
                </a:path>
                <a:path w="38100" h="137160">
                  <a:moveTo>
                    <a:pt x="38100" y="0"/>
                  </a:moveTo>
                  <a:lnTo>
                    <a:pt x="30480" y="0"/>
                  </a:lnTo>
                  <a:lnTo>
                    <a:pt x="30480" y="137160"/>
                  </a:lnTo>
                  <a:lnTo>
                    <a:pt x="38100" y="13716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4713731" y="4486655"/>
              <a:ext cx="216407" cy="124968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4963655" y="4468367"/>
              <a:ext cx="302260" cy="151130"/>
            </a:xfrm>
            <a:custGeom>
              <a:avLst/>
              <a:gdLst/>
              <a:ahLst/>
              <a:cxnLst/>
              <a:rect l="l" t="t" r="r" b="b"/>
              <a:pathLst>
                <a:path w="302260" h="151129">
                  <a:moveTo>
                    <a:pt x="7620" y="12192"/>
                  </a:moveTo>
                  <a:lnTo>
                    <a:pt x="0" y="12192"/>
                  </a:lnTo>
                  <a:lnTo>
                    <a:pt x="0" y="149352"/>
                  </a:lnTo>
                  <a:lnTo>
                    <a:pt x="7620" y="149352"/>
                  </a:lnTo>
                  <a:lnTo>
                    <a:pt x="7620" y="12192"/>
                  </a:lnTo>
                  <a:close/>
                </a:path>
                <a:path w="302260" h="151129">
                  <a:moveTo>
                    <a:pt x="38100" y="12192"/>
                  </a:moveTo>
                  <a:lnTo>
                    <a:pt x="30480" y="12192"/>
                  </a:lnTo>
                  <a:lnTo>
                    <a:pt x="30480" y="149352"/>
                  </a:lnTo>
                  <a:lnTo>
                    <a:pt x="38100" y="149352"/>
                  </a:lnTo>
                  <a:lnTo>
                    <a:pt x="38100" y="12192"/>
                  </a:lnTo>
                  <a:close/>
                </a:path>
                <a:path w="302260" h="151129">
                  <a:moveTo>
                    <a:pt x="86868" y="106692"/>
                  </a:moveTo>
                  <a:lnTo>
                    <a:pt x="77724" y="105168"/>
                  </a:lnTo>
                  <a:lnTo>
                    <a:pt x="70104" y="105168"/>
                  </a:lnTo>
                  <a:lnTo>
                    <a:pt x="65532" y="108216"/>
                  </a:lnTo>
                  <a:lnTo>
                    <a:pt x="65532" y="120408"/>
                  </a:lnTo>
                  <a:lnTo>
                    <a:pt x="71628" y="121932"/>
                  </a:lnTo>
                  <a:lnTo>
                    <a:pt x="77724" y="121932"/>
                  </a:lnTo>
                  <a:lnTo>
                    <a:pt x="77724" y="120408"/>
                  </a:lnTo>
                  <a:lnTo>
                    <a:pt x="79248" y="120408"/>
                  </a:lnTo>
                  <a:lnTo>
                    <a:pt x="80772" y="121932"/>
                  </a:lnTo>
                  <a:lnTo>
                    <a:pt x="80772" y="126504"/>
                  </a:lnTo>
                  <a:lnTo>
                    <a:pt x="77724" y="132600"/>
                  </a:lnTo>
                  <a:lnTo>
                    <a:pt x="68580" y="138696"/>
                  </a:lnTo>
                  <a:lnTo>
                    <a:pt x="70104" y="141744"/>
                  </a:lnTo>
                  <a:lnTo>
                    <a:pt x="74663" y="139268"/>
                  </a:lnTo>
                  <a:lnTo>
                    <a:pt x="80200" y="134505"/>
                  </a:lnTo>
                  <a:lnTo>
                    <a:pt x="84899" y="128028"/>
                  </a:lnTo>
                  <a:lnTo>
                    <a:pt x="86868" y="120408"/>
                  </a:lnTo>
                  <a:lnTo>
                    <a:pt x="86868" y="106692"/>
                  </a:lnTo>
                  <a:close/>
                </a:path>
                <a:path w="302260" h="151129">
                  <a:moveTo>
                    <a:pt x="182892" y="118884"/>
                  </a:moveTo>
                  <a:lnTo>
                    <a:pt x="170700" y="118884"/>
                  </a:lnTo>
                  <a:lnTo>
                    <a:pt x="167652" y="117360"/>
                  </a:lnTo>
                  <a:lnTo>
                    <a:pt x="167652" y="30492"/>
                  </a:lnTo>
                  <a:lnTo>
                    <a:pt x="167652" y="18300"/>
                  </a:lnTo>
                  <a:lnTo>
                    <a:pt x="138696" y="32016"/>
                  </a:lnTo>
                  <a:lnTo>
                    <a:pt x="138696" y="33540"/>
                  </a:lnTo>
                  <a:lnTo>
                    <a:pt x="141744" y="33540"/>
                  </a:lnTo>
                  <a:lnTo>
                    <a:pt x="143268" y="32016"/>
                  </a:lnTo>
                  <a:lnTo>
                    <a:pt x="146316" y="32016"/>
                  </a:lnTo>
                  <a:lnTo>
                    <a:pt x="149364" y="30492"/>
                  </a:lnTo>
                  <a:lnTo>
                    <a:pt x="153936" y="30492"/>
                  </a:lnTo>
                  <a:lnTo>
                    <a:pt x="155460" y="33540"/>
                  </a:lnTo>
                  <a:lnTo>
                    <a:pt x="155460" y="111264"/>
                  </a:lnTo>
                  <a:lnTo>
                    <a:pt x="153936" y="114312"/>
                  </a:lnTo>
                  <a:lnTo>
                    <a:pt x="150888" y="115836"/>
                  </a:lnTo>
                  <a:lnTo>
                    <a:pt x="149364" y="117360"/>
                  </a:lnTo>
                  <a:lnTo>
                    <a:pt x="146316" y="118884"/>
                  </a:lnTo>
                  <a:lnTo>
                    <a:pt x="140220" y="118884"/>
                  </a:lnTo>
                  <a:lnTo>
                    <a:pt x="140220" y="120408"/>
                  </a:lnTo>
                  <a:lnTo>
                    <a:pt x="182892" y="120408"/>
                  </a:lnTo>
                  <a:lnTo>
                    <a:pt x="182892" y="118884"/>
                  </a:lnTo>
                  <a:close/>
                </a:path>
                <a:path w="302260" h="151129">
                  <a:moveTo>
                    <a:pt x="240792" y="80772"/>
                  </a:moveTo>
                  <a:lnTo>
                    <a:pt x="238302" y="59105"/>
                  </a:lnTo>
                  <a:lnTo>
                    <a:pt x="231076" y="40005"/>
                  </a:lnTo>
                  <a:lnTo>
                    <a:pt x="219583" y="23774"/>
                  </a:lnTo>
                  <a:lnTo>
                    <a:pt x="204216" y="10668"/>
                  </a:lnTo>
                  <a:lnTo>
                    <a:pt x="202692" y="13716"/>
                  </a:lnTo>
                  <a:lnTo>
                    <a:pt x="215099" y="25908"/>
                  </a:lnTo>
                  <a:lnTo>
                    <a:pt x="223075" y="40386"/>
                  </a:lnTo>
                  <a:lnTo>
                    <a:pt x="227342" y="58293"/>
                  </a:lnTo>
                  <a:lnTo>
                    <a:pt x="228600" y="80772"/>
                  </a:lnTo>
                  <a:lnTo>
                    <a:pt x="227558" y="103251"/>
                  </a:lnTo>
                  <a:lnTo>
                    <a:pt x="223647" y="121158"/>
                  </a:lnTo>
                  <a:lnTo>
                    <a:pt x="215747" y="135636"/>
                  </a:lnTo>
                  <a:lnTo>
                    <a:pt x="202692" y="147828"/>
                  </a:lnTo>
                  <a:lnTo>
                    <a:pt x="205740" y="150876"/>
                  </a:lnTo>
                  <a:lnTo>
                    <a:pt x="219583" y="138214"/>
                  </a:lnTo>
                  <a:lnTo>
                    <a:pt x="230695" y="121539"/>
                  </a:lnTo>
                  <a:lnTo>
                    <a:pt x="238112" y="102019"/>
                  </a:lnTo>
                  <a:lnTo>
                    <a:pt x="240792" y="80772"/>
                  </a:lnTo>
                  <a:close/>
                </a:path>
                <a:path w="302260" h="151129">
                  <a:moveTo>
                    <a:pt x="301752" y="4572"/>
                  </a:moveTo>
                  <a:lnTo>
                    <a:pt x="297180" y="0"/>
                  </a:lnTo>
                  <a:lnTo>
                    <a:pt x="289560" y="0"/>
                  </a:lnTo>
                  <a:lnTo>
                    <a:pt x="284988" y="4572"/>
                  </a:lnTo>
                  <a:lnTo>
                    <a:pt x="284988" y="15240"/>
                  </a:lnTo>
                  <a:lnTo>
                    <a:pt x="289560" y="16764"/>
                  </a:lnTo>
                  <a:lnTo>
                    <a:pt x="297180" y="16764"/>
                  </a:lnTo>
                  <a:lnTo>
                    <a:pt x="301752" y="15240"/>
                  </a:lnTo>
                  <a:lnTo>
                    <a:pt x="301752" y="9144"/>
                  </a:lnTo>
                  <a:lnTo>
                    <a:pt x="301752" y="45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/>
          <p:nvPr/>
        </p:nvSpPr>
        <p:spPr>
          <a:xfrm>
            <a:off x="917448" y="4989575"/>
            <a:ext cx="731520" cy="195580"/>
          </a:xfrm>
          <a:custGeom>
            <a:avLst/>
            <a:gdLst/>
            <a:ahLst/>
            <a:cxnLst/>
            <a:rect l="l" t="t" r="r" b="b"/>
            <a:pathLst>
              <a:path w="731519" h="195579">
                <a:moveTo>
                  <a:pt x="128016" y="44196"/>
                </a:moveTo>
                <a:lnTo>
                  <a:pt x="124104" y="26847"/>
                </a:lnTo>
                <a:lnTo>
                  <a:pt x="112776" y="13906"/>
                </a:lnTo>
                <a:lnTo>
                  <a:pt x="94576" y="5842"/>
                </a:lnTo>
                <a:lnTo>
                  <a:pt x="89916" y="5321"/>
                </a:lnTo>
                <a:lnTo>
                  <a:pt x="89916" y="44196"/>
                </a:lnTo>
                <a:lnTo>
                  <a:pt x="89916" y="45720"/>
                </a:lnTo>
                <a:lnTo>
                  <a:pt x="63436" y="77444"/>
                </a:lnTo>
                <a:lnTo>
                  <a:pt x="53340" y="77724"/>
                </a:lnTo>
                <a:lnTo>
                  <a:pt x="53340" y="13716"/>
                </a:lnTo>
                <a:lnTo>
                  <a:pt x="56388" y="10668"/>
                </a:lnTo>
                <a:lnTo>
                  <a:pt x="64008" y="10668"/>
                </a:lnTo>
                <a:lnTo>
                  <a:pt x="75768" y="12700"/>
                </a:lnTo>
                <a:lnTo>
                  <a:pt x="83820" y="18859"/>
                </a:lnTo>
                <a:lnTo>
                  <a:pt x="88430" y="29324"/>
                </a:lnTo>
                <a:lnTo>
                  <a:pt x="89916" y="44196"/>
                </a:lnTo>
                <a:lnTo>
                  <a:pt x="89916" y="5321"/>
                </a:lnTo>
                <a:lnTo>
                  <a:pt x="70104" y="3048"/>
                </a:lnTo>
                <a:lnTo>
                  <a:pt x="0" y="3048"/>
                </a:lnTo>
                <a:lnTo>
                  <a:pt x="0" y="9144"/>
                </a:lnTo>
                <a:lnTo>
                  <a:pt x="8864" y="10668"/>
                </a:lnTo>
                <a:lnTo>
                  <a:pt x="9156" y="10668"/>
                </a:lnTo>
                <a:lnTo>
                  <a:pt x="14859" y="13906"/>
                </a:lnTo>
                <a:lnTo>
                  <a:pt x="17564" y="19646"/>
                </a:lnTo>
                <a:lnTo>
                  <a:pt x="18288" y="28956"/>
                </a:lnTo>
                <a:lnTo>
                  <a:pt x="18288" y="138684"/>
                </a:lnTo>
                <a:lnTo>
                  <a:pt x="15240" y="143256"/>
                </a:lnTo>
                <a:lnTo>
                  <a:pt x="4572" y="144780"/>
                </a:lnTo>
                <a:lnTo>
                  <a:pt x="3048" y="144780"/>
                </a:lnTo>
                <a:lnTo>
                  <a:pt x="0" y="146304"/>
                </a:lnTo>
                <a:lnTo>
                  <a:pt x="0" y="150876"/>
                </a:lnTo>
                <a:lnTo>
                  <a:pt x="73152" y="150876"/>
                </a:lnTo>
                <a:lnTo>
                  <a:pt x="73152" y="146304"/>
                </a:lnTo>
                <a:lnTo>
                  <a:pt x="62331" y="144068"/>
                </a:lnTo>
                <a:lnTo>
                  <a:pt x="56388" y="140970"/>
                </a:lnTo>
                <a:lnTo>
                  <a:pt x="53860" y="135597"/>
                </a:lnTo>
                <a:lnTo>
                  <a:pt x="53340" y="126492"/>
                </a:lnTo>
                <a:lnTo>
                  <a:pt x="53340" y="85280"/>
                </a:lnTo>
                <a:lnTo>
                  <a:pt x="72288" y="85280"/>
                </a:lnTo>
                <a:lnTo>
                  <a:pt x="84963" y="84772"/>
                </a:lnTo>
                <a:lnTo>
                  <a:pt x="93624" y="83426"/>
                </a:lnTo>
                <a:lnTo>
                  <a:pt x="100584" y="80772"/>
                </a:lnTo>
                <a:lnTo>
                  <a:pt x="106743" y="77724"/>
                </a:lnTo>
                <a:lnTo>
                  <a:pt x="112585" y="74853"/>
                </a:lnTo>
                <a:lnTo>
                  <a:pt x="121158" y="66484"/>
                </a:lnTo>
                <a:lnTo>
                  <a:pt x="126301" y="56134"/>
                </a:lnTo>
                <a:lnTo>
                  <a:pt x="128016" y="44196"/>
                </a:lnTo>
                <a:close/>
              </a:path>
              <a:path w="731519" h="195579">
                <a:moveTo>
                  <a:pt x="187452" y="146304"/>
                </a:moveTo>
                <a:lnTo>
                  <a:pt x="179832" y="146304"/>
                </a:lnTo>
                <a:lnTo>
                  <a:pt x="176784" y="141732"/>
                </a:lnTo>
                <a:lnTo>
                  <a:pt x="176784" y="3048"/>
                </a:lnTo>
                <a:lnTo>
                  <a:pt x="134112" y="3048"/>
                </a:lnTo>
                <a:lnTo>
                  <a:pt x="134112" y="9144"/>
                </a:lnTo>
                <a:lnTo>
                  <a:pt x="141732" y="9144"/>
                </a:lnTo>
                <a:lnTo>
                  <a:pt x="146304" y="13716"/>
                </a:lnTo>
                <a:lnTo>
                  <a:pt x="146304" y="140208"/>
                </a:lnTo>
                <a:lnTo>
                  <a:pt x="141732" y="144780"/>
                </a:lnTo>
                <a:lnTo>
                  <a:pt x="134112" y="146304"/>
                </a:lnTo>
                <a:lnTo>
                  <a:pt x="134112" y="150876"/>
                </a:lnTo>
                <a:lnTo>
                  <a:pt x="187452" y="150876"/>
                </a:lnTo>
                <a:lnTo>
                  <a:pt x="187452" y="146304"/>
                </a:lnTo>
                <a:close/>
              </a:path>
              <a:path w="731519" h="195579">
                <a:moveTo>
                  <a:pt x="294119" y="100596"/>
                </a:moveTo>
                <a:lnTo>
                  <a:pt x="290601" y="79641"/>
                </a:lnTo>
                <a:lnTo>
                  <a:pt x="280784" y="63258"/>
                </a:lnTo>
                <a:lnTo>
                  <a:pt x="266903" y="53352"/>
                </a:lnTo>
                <a:lnTo>
                  <a:pt x="265836" y="52590"/>
                </a:lnTo>
                <a:lnTo>
                  <a:pt x="263588" y="52146"/>
                </a:lnTo>
                <a:lnTo>
                  <a:pt x="263588" y="100596"/>
                </a:lnTo>
                <a:lnTo>
                  <a:pt x="263525" y="105168"/>
                </a:lnTo>
                <a:lnTo>
                  <a:pt x="262737" y="124040"/>
                </a:lnTo>
                <a:lnTo>
                  <a:pt x="259829" y="138125"/>
                </a:lnTo>
                <a:lnTo>
                  <a:pt x="254647" y="145618"/>
                </a:lnTo>
                <a:lnTo>
                  <a:pt x="246875" y="147840"/>
                </a:lnTo>
                <a:lnTo>
                  <a:pt x="238048" y="145618"/>
                </a:lnTo>
                <a:lnTo>
                  <a:pt x="238201" y="145618"/>
                </a:lnTo>
                <a:lnTo>
                  <a:pt x="232587" y="138506"/>
                </a:lnTo>
                <a:lnTo>
                  <a:pt x="228587" y="105168"/>
                </a:lnTo>
                <a:lnTo>
                  <a:pt x="228701" y="102120"/>
                </a:lnTo>
                <a:lnTo>
                  <a:pt x="228765" y="100596"/>
                </a:lnTo>
                <a:lnTo>
                  <a:pt x="229527" y="80352"/>
                </a:lnTo>
                <a:lnTo>
                  <a:pt x="232587" y="64401"/>
                </a:lnTo>
                <a:lnTo>
                  <a:pt x="238264" y="55829"/>
                </a:lnTo>
                <a:lnTo>
                  <a:pt x="238404" y="55829"/>
                </a:lnTo>
                <a:lnTo>
                  <a:pt x="246875" y="53352"/>
                </a:lnTo>
                <a:lnTo>
                  <a:pt x="263588" y="100596"/>
                </a:lnTo>
                <a:lnTo>
                  <a:pt x="263588" y="52146"/>
                </a:lnTo>
                <a:lnTo>
                  <a:pt x="212204" y="63258"/>
                </a:lnTo>
                <a:lnTo>
                  <a:pt x="198107" y="100596"/>
                </a:lnTo>
                <a:lnTo>
                  <a:pt x="201663" y="122428"/>
                </a:lnTo>
                <a:lnTo>
                  <a:pt x="211632" y="139268"/>
                </a:lnTo>
                <a:lnTo>
                  <a:pt x="227050" y="150101"/>
                </a:lnTo>
                <a:lnTo>
                  <a:pt x="246875" y="153936"/>
                </a:lnTo>
                <a:lnTo>
                  <a:pt x="265836" y="150101"/>
                </a:lnTo>
                <a:lnTo>
                  <a:pt x="268960" y="147840"/>
                </a:lnTo>
                <a:lnTo>
                  <a:pt x="280784" y="139268"/>
                </a:lnTo>
                <a:lnTo>
                  <a:pt x="290601" y="122428"/>
                </a:lnTo>
                <a:lnTo>
                  <a:pt x="294119" y="100596"/>
                </a:lnTo>
                <a:close/>
              </a:path>
              <a:path w="731519" h="195579">
                <a:moveTo>
                  <a:pt x="370319" y="129552"/>
                </a:moveTo>
                <a:lnTo>
                  <a:pt x="365747" y="128028"/>
                </a:lnTo>
                <a:lnTo>
                  <a:pt x="361175" y="135648"/>
                </a:lnTo>
                <a:lnTo>
                  <a:pt x="356603" y="138696"/>
                </a:lnTo>
                <a:lnTo>
                  <a:pt x="345935" y="138696"/>
                </a:lnTo>
                <a:lnTo>
                  <a:pt x="344411" y="135648"/>
                </a:lnTo>
                <a:lnTo>
                  <a:pt x="344411" y="59448"/>
                </a:lnTo>
                <a:lnTo>
                  <a:pt x="364223" y="59448"/>
                </a:lnTo>
                <a:lnTo>
                  <a:pt x="364223" y="51828"/>
                </a:lnTo>
                <a:lnTo>
                  <a:pt x="344411" y="51828"/>
                </a:lnTo>
                <a:lnTo>
                  <a:pt x="344411" y="13728"/>
                </a:lnTo>
                <a:lnTo>
                  <a:pt x="338315" y="13728"/>
                </a:lnTo>
                <a:lnTo>
                  <a:pt x="328968" y="26797"/>
                </a:lnTo>
                <a:lnTo>
                  <a:pt x="320598" y="37160"/>
                </a:lnTo>
                <a:lnTo>
                  <a:pt x="311962" y="46088"/>
                </a:lnTo>
                <a:lnTo>
                  <a:pt x="301739" y="54876"/>
                </a:lnTo>
                <a:lnTo>
                  <a:pt x="301739" y="59448"/>
                </a:lnTo>
                <a:lnTo>
                  <a:pt x="313931" y="59448"/>
                </a:lnTo>
                <a:lnTo>
                  <a:pt x="313931" y="131076"/>
                </a:lnTo>
                <a:lnTo>
                  <a:pt x="315607" y="141071"/>
                </a:lnTo>
                <a:lnTo>
                  <a:pt x="320408" y="148221"/>
                </a:lnTo>
                <a:lnTo>
                  <a:pt x="328079" y="152501"/>
                </a:lnTo>
                <a:lnTo>
                  <a:pt x="338315" y="153936"/>
                </a:lnTo>
                <a:lnTo>
                  <a:pt x="348462" y="152692"/>
                </a:lnTo>
                <a:lnTo>
                  <a:pt x="356603" y="148602"/>
                </a:lnTo>
                <a:lnTo>
                  <a:pt x="363613" y="141071"/>
                </a:lnTo>
                <a:lnTo>
                  <a:pt x="370319" y="129552"/>
                </a:lnTo>
                <a:close/>
              </a:path>
              <a:path w="731519" h="195579">
                <a:moveTo>
                  <a:pt x="443484" y="129552"/>
                </a:moveTo>
                <a:lnTo>
                  <a:pt x="437388" y="128028"/>
                </a:lnTo>
                <a:lnTo>
                  <a:pt x="432816" y="135648"/>
                </a:lnTo>
                <a:lnTo>
                  <a:pt x="429768" y="138696"/>
                </a:lnTo>
                <a:lnTo>
                  <a:pt x="419100" y="138696"/>
                </a:lnTo>
                <a:lnTo>
                  <a:pt x="417576" y="135648"/>
                </a:lnTo>
                <a:lnTo>
                  <a:pt x="417576" y="59448"/>
                </a:lnTo>
                <a:lnTo>
                  <a:pt x="437388" y="59448"/>
                </a:lnTo>
                <a:lnTo>
                  <a:pt x="437388" y="51828"/>
                </a:lnTo>
                <a:lnTo>
                  <a:pt x="417576" y="51828"/>
                </a:lnTo>
                <a:lnTo>
                  <a:pt x="417576" y="13728"/>
                </a:lnTo>
                <a:lnTo>
                  <a:pt x="411480" y="13728"/>
                </a:lnTo>
                <a:lnTo>
                  <a:pt x="402120" y="26797"/>
                </a:lnTo>
                <a:lnTo>
                  <a:pt x="393763" y="37160"/>
                </a:lnTo>
                <a:lnTo>
                  <a:pt x="385114" y="46088"/>
                </a:lnTo>
                <a:lnTo>
                  <a:pt x="374904" y="54876"/>
                </a:lnTo>
                <a:lnTo>
                  <a:pt x="374904" y="59448"/>
                </a:lnTo>
                <a:lnTo>
                  <a:pt x="387096" y="59448"/>
                </a:lnTo>
                <a:lnTo>
                  <a:pt x="387096" y="131076"/>
                </a:lnTo>
                <a:lnTo>
                  <a:pt x="388759" y="141071"/>
                </a:lnTo>
                <a:lnTo>
                  <a:pt x="393573" y="148221"/>
                </a:lnTo>
                <a:lnTo>
                  <a:pt x="401231" y="152501"/>
                </a:lnTo>
                <a:lnTo>
                  <a:pt x="411480" y="153936"/>
                </a:lnTo>
                <a:lnTo>
                  <a:pt x="420979" y="152692"/>
                </a:lnTo>
                <a:lnTo>
                  <a:pt x="429196" y="148602"/>
                </a:lnTo>
                <a:lnTo>
                  <a:pt x="436549" y="141071"/>
                </a:lnTo>
                <a:lnTo>
                  <a:pt x="443484" y="129552"/>
                </a:lnTo>
                <a:close/>
              </a:path>
              <a:path w="731519" h="195579">
                <a:moveTo>
                  <a:pt x="490728" y="7620"/>
                </a:moveTo>
                <a:lnTo>
                  <a:pt x="483108" y="0"/>
                </a:lnTo>
                <a:lnTo>
                  <a:pt x="464820" y="0"/>
                </a:lnTo>
                <a:lnTo>
                  <a:pt x="457200" y="7620"/>
                </a:lnTo>
                <a:lnTo>
                  <a:pt x="457200" y="25908"/>
                </a:lnTo>
                <a:lnTo>
                  <a:pt x="464820" y="33528"/>
                </a:lnTo>
                <a:lnTo>
                  <a:pt x="483108" y="33528"/>
                </a:lnTo>
                <a:lnTo>
                  <a:pt x="490728" y="25908"/>
                </a:lnTo>
                <a:lnTo>
                  <a:pt x="490728" y="7620"/>
                </a:lnTo>
                <a:close/>
              </a:path>
              <a:path w="731519" h="195579">
                <a:moveTo>
                  <a:pt x="499872" y="146304"/>
                </a:moveTo>
                <a:lnTo>
                  <a:pt x="492252" y="144780"/>
                </a:lnTo>
                <a:lnTo>
                  <a:pt x="489204" y="141732"/>
                </a:lnTo>
                <a:lnTo>
                  <a:pt x="489204" y="50292"/>
                </a:lnTo>
                <a:lnTo>
                  <a:pt x="448056" y="50292"/>
                </a:lnTo>
                <a:lnTo>
                  <a:pt x="448056" y="56388"/>
                </a:lnTo>
                <a:lnTo>
                  <a:pt x="457200" y="57912"/>
                </a:lnTo>
                <a:lnTo>
                  <a:pt x="458724" y="60960"/>
                </a:lnTo>
                <a:lnTo>
                  <a:pt x="458724" y="141732"/>
                </a:lnTo>
                <a:lnTo>
                  <a:pt x="457200" y="143256"/>
                </a:lnTo>
                <a:lnTo>
                  <a:pt x="448056" y="146304"/>
                </a:lnTo>
                <a:lnTo>
                  <a:pt x="448056" y="150876"/>
                </a:lnTo>
                <a:lnTo>
                  <a:pt x="499872" y="150876"/>
                </a:lnTo>
                <a:lnTo>
                  <a:pt x="499872" y="146304"/>
                </a:lnTo>
                <a:close/>
              </a:path>
              <a:path w="731519" h="195579">
                <a:moveTo>
                  <a:pt x="621792" y="146304"/>
                </a:moveTo>
                <a:lnTo>
                  <a:pt x="614172" y="144780"/>
                </a:lnTo>
                <a:lnTo>
                  <a:pt x="611124" y="143256"/>
                </a:lnTo>
                <a:lnTo>
                  <a:pt x="611124" y="79248"/>
                </a:lnTo>
                <a:lnTo>
                  <a:pt x="609168" y="65900"/>
                </a:lnTo>
                <a:lnTo>
                  <a:pt x="603504" y="55816"/>
                </a:lnTo>
                <a:lnTo>
                  <a:pt x="594398" y="49466"/>
                </a:lnTo>
                <a:lnTo>
                  <a:pt x="582168" y="47244"/>
                </a:lnTo>
                <a:lnTo>
                  <a:pt x="573328" y="48412"/>
                </a:lnTo>
                <a:lnTo>
                  <a:pt x="565213" y="52006"/>
                </a:lnTo>
                <a:lnTo>
                  <a:pt x="557949" y="58178"/>
                </a:lnTo>
                <a:lnTo>
                  <a:pt x="551688" y="67056"/>
                </a:lnTo>
                <a:lnTo>
                  <a:pt x="551688" y="50292"/>
                </a:lnTo>
                <a:lnTo>
                  <a:pt x="510540" y="50292"/>
                </a:lnTo>
                <a:lnTo>
                  <a:pt x="510540" y="56388"/>
                </a:lnTo>
                <a:lnTo>
                  <a:pt x="519684" y="57912"/>
                </a:lnTo>
                <a:lnTo>
                  <a:pt x="521208" y="59436"/>
                </a:lnTo>
                <a:lnTo>
                  <a:pt x="521208" y="141732"/>
                </a:lnTo>
                <a:lnTo>
                  <a:pt x="519684" y="143256"/>
                </a:lnTo>
                <a:lnTo>
                  <a:pt x="510540" y="146304"/>
                </a:lnTo>
                <a:lnTo>
                  <a:pt x="510540" y="150876"/>
                </a:lnTo>
                <a:lnTo>
                  <a:pt x="562356" y="150876"/>
                </a:lnTo>
                <a:lnTo>
                  <a:pt x="562356" y="146304"/>
                </a:lnTo>
                <a:lnTo>
                  <a:pt x="554736" y="144780"/>
                </a:lnTo>
                <a:lnTo>
                  <a:pt x="551688" y="141732"/>
                </a:lnTo>
                <a:lnTo>
                  <a:pt x="551688" y="74676"/>
                </a:lnTo>
                <a:lnTo>
                  <a:pt x="560832" y="65532"/>
                </a:lnTo>
                <a:lnTo>
                  <a:pt x="565404" y="62484"/>
                </a:lnTo>
                <a:lnTo>
                  <a:pt x="577596" y="62484"/>
                </a:lnTo>
                <a:lnTo>
                  <a:pt x="580644" y="68580"/>
                </a:lnTo>
                <a:lnTo>
                  <a:pt x="580644" y="141732"/>
                </a:lnTo>
                <a:lnTo>
                  <a:pt x="579120" y="144780"/>
                </a:lnTo>
                <a:lnTo>
                  <a:pt x="571500" y="146304"/>
                </a:lnTo>
                <a:lnTo>
                  <a:pt x="571500" y="150876"/>
                </a:lnTo>
                <a:lnTo>
                  <a:pt x="621792" y="150876"/>
                </a:lnTo>
                <a:lnTo>
                  <a:pt x="621792" y="146304"/>
                </a:lnTo>
                <a:close/>
              </a:path>
              <a:path w="731519" h="195579">
                <a:moveTo>
                  <a:pt x="731507" y="53352"/>
                </a:moveTo>
                <a:lnTo>
                  <a:pt x="704075" y="53352"/>
                </a:lnTo>
                <a:lnTo>
                  <a:pt x="696823" y="50698"/>
                </a:lnTo>
                <a:lnTo>
                  <a:pt x="693318" y="49949"/>
                </a:lnTo>
                <a:lnTo>
                  <a:pt x="693318" y="82308"/>
                </a:lnTo>
                <a:lnTo>
                  <a:pt x="693305" y="85356"/>
                </a:lnTo>
                <a:lnTo>
                  <a:pt x="692556" y="96469"/>
                </a:lnTo>
                <a:lnTo>
                  <a:pt x="689978" y="104978"/>
                </a:lnTo>
                <a:lnTo>
                  <a:pt x="685723" y="109740"/>
                </a:lnTo>
                <a:lnTo>
                  <a:pt x="679691" y="111264"/>
                </a:lnTo>
                <a:lnTo>
                  <a:pt x="672795" y="109740"/>
                </a:lnTo>
                <a:lnTo>
                  <a:pt x="668070" y="104978"/>
                </a:lnTo>
                <a:lnTo>
                  <a:pt x="665340" y="96469"/>
                </a:lnTo>
                <a:lnTo>
                  <a:pt x="664565" y="85356"/>
                </a:lnTo>
                <a:lnTo>
                  <a:pt x="664552" y="82308"/>
                </a:lnTo>
                <a:lnTo>
                  <a:pt x="665340" y="70065"/>
                </a:lnTo>
                <a:lnTo>
                  <a:pt x="693318" y="82308"/>
                </a:lnTo>
                <a:lnTo>
                  <a:pt x="693318" y="49949"/>
                </a:lnTo>
                <a:lnTo>
                  <a:pt x="690549" y="49352"/>
                </a:lnTo>
                <a:lnTo>
                  <a:pt x="683729" y="48780"/>
                </a:lnTo>
                <a:lnTo>
                  <a:pt x="678167" y="48780"/>
                </a:lnTo>
                <a:lnTo>
                  <a:pt x="660336" y="51231"/>
                </a:lnTo>
                <a:lnTo>
                  <a:pt x="646353" y="58115"/>
                </a:lnTo>
                <a:lnTo>
                  <a:pt x="637235" y="68707"/>
                </a:lnTo>
                <a:lnTo>
                  <a:pt x="633971" y="82308"/>
                </a:lnTo>
                <a:lnTo>
                  <a:pt x="633971" y="89928"/>
                </a:lnTo>
                <a:lnTo>
                  <a:pt x="637019" y="97548"/>
                </a:lnTo>
                <a:lnTo>
                  <a:pt x="646163" y="109740"/>
                </a:lnTo>
                <a:lnTo>
                  <a:pt x="650735" y="112788"/>
                </a:lnTo>
                <a:lnTo>
                  <a:pt x="661403" y="117360"/>
                </a:lnTo>
                <a:lnTo>
                  <a:pt x="650290" y="121589"/>
                </a:lnTo>
                <a:lnTo>
                  <a:pt x="642162" y="127266"/>
                </a:lnTo>
                <a:lnTo>
                  <a:pt x="637197" y="134073"/>
                </a:lnTo>
                <a:lnTo>
                  <a:pt x="635495" y="141744"/>
                </a:lnTo>
                <a:lnTo>
                  <a:pt x="635495" y="150888"/>
                </a:lnTo>
                <a:lnTo>
                  <a:pt x="640067" y="153936"/>
                </a:lnTo>
                <a:lnTo>
                  <a:pt x="653783" y="158508"/>
                </a:lnTo>
                <a:lnTo>
                  <a:pt x="644664" y="161124"/>
                </a:lnTo>
                <a:lnTo>
                  <a:pt x="637971" y="164604"/>
                </a:lnTo>
                <a:lnTo>
                  <a:pt x="633895" y="169176"/>
                </a:lnTo>
                <a:lnTo>
                  <a:pt x="632447" y="175272"/>
                </a:lnTo>
                <a:lnTo>
                  <a:pt x="635495" y="184150"/>
                </a:lnTo>
                <a:lnTo>
                  <a:pt x="644258" y="190322"/>
                </a:lnTo>
                <a:lnTo>
                  <a:pt x="658164" y="193916"/>
                </a:lnTo>
                <a:lnTo>
                  <a:pt x="676643" y="195084"/>
                </a:lnTo>
                <a:lnTo>
                  <a:pt x="700646" y="193078"/>
                </a:lnTo>
                <a:lnTo>
                  <a:pt x="712355" y="188988"/>
                </a:lnTo>
                <a:lnTo>
                  <a:pt x="717791" y="187083"/>
                </a:lnTo>
                <a:lnTo>
                  <a:pt x="728078" y="177076"/>
                </a:lnTo>
                <a:lnTo>
                  <a:pt x="731507" y="163080"/>
                </a:lnTo>
                <a:lnTo>
                  <a:pt x="731177" y="161556"/>
                </a:lnTo>
                <a:lnTo>
                  <a:pt x="731088" y="161124"/>
                </a:lnTo>
                <a:lnTo>
                  <a:pt x="729030" y="151714"/>
                </a:lnTo>
                <a:lnTo>
                  <a:pt x="721982" y="143078"/>
                </a:lnTo>
                <a:lnTo>
                  <a:pt x="714743" y="139471"/>
                </a:lnTo>
                <a:lnTo>
                  <a:pt x="714743" y="166128"/>
                </a:lnTo>
                <a:lnTo>
                  <a:pt x="714743" y="173748"/>
                </a:lnTo>
                <a:lnTo>
                  <a:pt x="712508" y="180619"/>
                </a:lnTo>
                <a:lnTo>
                  <a:pt x="705980" y="185369"/>
                </a:lnTo>
                <a:lnTo>
                  <a:pt x="695464" y="188099"/>
                </a:lnTo>
                <a:lnTo>
                  <a:pt x="681215" y="188988"/>
                </a:lnTo>
                <a:lnTo>
                  <a:pt x="668337" y="188099"/>
                </a:lnTo>
                <a:lnTo>
                  <a:pt x="659307" y="185369"/>
                </a:lnTo>
                <a:lnTo>
                  <a:pt x="653999" y="180619"/>
                </a:lnTo>
                <a:lnTo>
                  <a:pt x="652259" y="173748"/>
                </a:lnTo>
                <a:lnTo>
                  <a:pt x="652259" y="169176"/>
                </a:lnTo>
                <a:lnTo>
                  <a:pt x="659879" y="161556"/>
                </a:lnTo>
                <a:lnTo>
                  <a:pt x="708647" y="161556"/>
                </a:lnTo>
                <a:lnTo>
                  <a:pt x="714743" y="166128"/>
                </a:lnTo>
                <a:lnTo>
                  <a:pt x="714743" y="139471"/>
                </a:lnTo>
                <a:lnTo>
                  <a:pt x="710933" y="137566"/>
                </a:lnTo>
                <a:lnTo>
                  <a:pt x="696455" y="135648"/>
                </a:lnTo>
                <a:lnTo>
                  <a:pt x="664451" y="135648"/>
                </a:lnTo>
                <a:lnTo>
                  <a:pt x="659739" y="134073"/>
                </a:lnTo>
                <a:lnTo>
                  <a:pt x="659879" y="134073"/>
                </a:lnTo>
                <a:lnTo>
                  <a:pt x="659879" y="121932"/>
                </a:lnTo>
                <a:lnTo>
                  <a:pt x="665975" y="117360"/>
                </a:lnTo>
                <a:lnTo>
                  <a:pt x="701027" y="117360"/>
                </a:lnTo>
                <a:lnTo>
                  <a:pt x="708647" y="112788"/>
                </a:lnTo>
                <a:lnTo>
                  <a:pt x="710425" y="111264"/>
                </a:lnTo>
                <a:lnTo>
                  <a:pt x="714654" y="107645"/>
                </a:lnTo>
                <a:lnTo>
                  <a:pt x="718934" y="101358"/>
                </a:lnTo>
                <a:lnTo>
                  <a:pt x="721512" y="93929"/>
                </a:lnTo>
                <a:lnTo>
                  <a:pt x="722363" y="85356"/>
                </a:lnTo>
                <a:lnTo>
                  <a:pt x="722363" y="77736"/>
                </a:lnTo>
                <a:lnTo>
                  <a:pt x="719277" y="70065"/>
                </a:lnTo>
                <a:lnTo>
                  <a:pt x="713219" y="64020"/>
                </a:lnTo>
                <a:lnTo>
                  <a:pt x="731507" y="64020"/>
                </a:lnTo>
                <a:lnTo>
                  <a:pt x="731507" y="533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 descr=""/>
          <p:cNvSpPr/>
          <p:nvPr/>
        </p:nvSpPr>
        <p:spPr>
          <a:xfrm>
            <a:off x="1716011" y="4992623"/>
            <a:ext cx="852169" cy="192405"/>
          </a:xfrm>
          <a:custGeom>
            <a:avLst/>
            <a:gdLst/>
            <a:ahLst/>
            <a:cxnLst/>
            <a:rect l="l" t="t" r="r" b="b"/>
            <a:pathLst>
              <a:path w="852169" h="192404">
                <a:moveTo>
                  <a:pt x="131064" y="44196"/>
                </a:moveTo>
                <a:lnTo>
                  <a:pt x="129540" y="1524"/>
                </a:lnTo>
                <a:lnTo>
                  <a:pt x="0" y="1524"/>
                </a:lnTo>
                <a:lnTo>
                  <a:pt x="0" y="44196"/>
                </a:lnTo>
                <a:lnTo>
                  <a:pt x="6096" y="44196"/>
                </a:lnTo>
                <a:lnTo>
                  <a:pt x="9956" y="27533"/>
                </a:lnTo>
                <a:lnTo>
                  <a:pt x="17526" y="16002"/>
                </a:lnTo>
                <a:lnTo>
                  <a:pt x="29679" y="9055"/>
                </a:lnTo>
                <a:lnTo>
                  <a:pt x="47244" y="6096"/>
                </a:lnTo>
                <a:lnTo>
                  <a:pt x="47244" y="123444"/>
                </a:lnTo>
                <a:lnTo>
                  <a:pt x="46482" y="132765"/>
                </a:lnTo>
                <a:lnTo>
                  <a:pt x="43434" y="138493"/>
                </a:lnTo>
                <a:lnTo>
                  <a:pt x="36957" y="141668"/>
                </a:lnTo>
                <a:lnTo>
                  <a:pt x="25908" y="143256"/>
                </a:lnTo>
                <a:lnTo>
                  <a:pt x="25908" y="147828"/>
                </a:lnTo>
                <a:lnTo>
                  <a:pt x="103632" y="147828"/>
                </a:lnTo>
                <a:lnTo>
                  <a:pt x="103632" y="143256"/>
                </a:lnTo>
                <a:lnTo>
                  <a:pt x="91948" y="141668"/>
                </a:lnTo>
                <a:lnTo>
                  <a:pt x="85534" y="138493"/>
                </a:lnTo>
                <a:lnTo>
                  <a:pt x="82854" y="132765"/>
                </a:lnTo>
                <a:lnTo>
                  <a:pt x="82296" y="123444"/>
                </a:lnTo>
                <a:lnTo>
                  <a:pt x="82296" y="6096"/>
                </a:lnTo>
                <a:lnTo>
                  <a:pt x="99898" y="9055"/>
                </a:lnTo>
                <a:lnTo>
                  <a:pt x="112204" y="16002"/>
                </a:lnTo>
                <a:lnTo>
                  <a:pt x="120230" y="27533"/>
                </a:lnTo>
                <a:lnTo>
                  <a:pt x="124968" y="44196"/>
                </a:lnTo>
                <a:lnTo>
                  <a:pt x="131064" y="44196"/>
                </a:lnTo>
                <a:close/>
              </a:path>
              <a:path w="852169" h="192404">
                <a:moveTo>
                  <a:pt x="211836" y="124980"/>
                </a:moveTo>
                <a:lnTo>
                  <a:pt x="205740" y="121932"/>
                </a:lnTo>
                <a:lnTo>
                  <a:pt x="200012" y="128574"/>
                </a:lnTo>
                <a:lnTo>
                  <a:pt x="194119" y="132791"/>
                </a:lnTo>
                <a:lnTo>
                  <a:pt x="187960" y="135001"/>
                </a:lnTo>
                <a:lnTo>
                  <a:pt x="181356" y="135648"/>
                </a:lnTo>
                <a:lnTo>
                  <a:pt x="173736" y="135648"/>
                </a:lnTo>
                <a:lnTo>
                  <a:pt x="155448" y="94500"/>
                </a:lnTo>
                <a:lnTo>
                  <a:pt x="210312" y="94500"/>
                </a:lnTo>
                <a:lnTo>
                  <a:pt x="209359" y="86880"/>
                </a:lnTo>
                <a:lnTo>
                  <a:pt x="193382" y="52158"/>
                </a:lnTo>
                <a:lnTo>
                  <a:pt x="182880" y="47586"/>
                </a:lnTo>
                <a:lnTo>
                  <a:pt x="182880" y="65544"/>
                </a:lnTo>
                <a:lnTo>
                  <a:pt x="182880" y="86880"/>
                </a:lnTo>
                <a:lnTo>
                  <a:pt x="153924" y="86880"/>
                </a:lnTo>
                <a:lnTo>
                  <a:pt x="155448" y="69583"/>
                </a:lnTo>
                <a:lnTo>
                  <a:pt x="158115" y="58305"/>
                </a:lnTo>
                <a:lnTo>
                  <a:pt x="162496" y="52158"/>
                </a:lnTo>
                <a:lnTo>
                  <a:pt x="169164" y="50304"/>
                </a:lnTo>
                <a:lnTo>
                  <a:pt x="175260" y="50304"/>
                </a:lnTo>
                <a:lnTo>
                  <a:pt x="179832" y="54876"/>
                </a:lnTo>
                <a:lnTo>
                  <a:pt x="181356" y="60972"/>
                </a:lnTo>
                <a:lnTo>
                  <a:pt x="182880" y="65544"/>
                </a:lnTo>
                <a:lnTo>
                  <a:pt x="182880" y="47586"/>
                </a:lnTo>
                <a:lnTo>
                  <a:pt x="178003" y="46342"/>
                </a:lnTo>
                <a:lnTo>
                  <a:pt x="169164" y="45732"/>
                </a:lnTo>
                <a:lnTo>
                  <a:pt x="150456" y="49555"/>
                </a:lnTo>
                <a:lnTo>
                  <a:pt x="136017" y="60401"/>
                </a:lnTo>
                <a:lnTo>
                  <a:pt x="126733" y="77228"/>
                </a:lnTo>
                <a:lnTo>
                  <a:pt x="123444" y="99072"/>
                </a:lnTo>
                <a:lnTo>
                  <a:pt x="126733" y="120662"/>
                </a:lnTo>
                <a:lnTo>
                  <a:pt x="136017" y="136982"/>
                </a:lnTo>
                <a:lnTo>
                  <a:pt x="150456" y="147281"/>
                </a:lnTo>
                <a:lnTo>
                  <a:pt x="169164" y="150888"/>
                </a:lnTo>
                <a:lnTo>
                  <a:pt x="180975" y="149618"/>
                </a:lnTo>
                <a:lnTo>
                  <a:pt x="191643" y="145364"/>
                </a:lnTo>
                <a:lnTo>
                  <a:pt x="201739" y="137375"/>
                </a:lnTo>
                <a:lnTo>
                  <a:pt x="203161" y="135648"/>
                </a:lnTo>
                <a:lnTo>
                  <a:pt x="211836" y="124980"/>
                </a:lnTo>
                <a:close/>
              </a:path>
              <a:path w="852169" h="192404">
                <a:moveTo>
                  <a:pt x="394728" y="143256"/>
                </a:moveTo>
                <a:lnTo>
                  <a:pt x="385584" y="141732"/>
                </a:lnTo>
                <a:lnTo>
                  <a:pt x="384060" y="140208"/>
                </a:lnTo>
                <a:lnTo>
                  <a:pt x="384060" y="76200"/>
                </a:lnTo>
                <a:lnTo>
                  <a:pt x="381863" y="62852"/>
                </a:lnTo>
                <a:lnTo>
                  <a:pt x="379768" y="59436"/>
                </a:lnTo>
                <a:lnTo>
                  <a:pt x="375678" y="52768"/>
                </a:lnTo>
                <a:lnTo>
                  <a:pt x="366052" y="46418"/>
                </a:lnTo>
                <a:lnTo>
                  <a:pt x="353580" y="44196"/>
                </a:lnTo>
                <a:lnTo>
                  <a:pt x="345147" y="45364"/>
                </a:lnTo>
                <a:lnTo>
                  <a:pt x="337578" y="48958"/>
                </a:lnTo>
                <a:lnTo>
                  <a:pt x="329996" y="55130"/>
                </a:lnTo>
                <a:lnTo>
                  <a:pt x="321576" y="64008"/>
                </a:lnTo>
                <a:lnTo>
                  <a:pt x="319036" y="59436"/>
                </a:lnTo>
                <a:lnTo>
                  <a:pt x="316636" y="55130"/>
                </a:lnTo>
                <a:lnTo>
                  <a:pt x="310718" y="48958"/>
                </a:lnTo>
                <a:lnTo>
                  <a:pt x="303352" y="45364"/>
                </a:lnTo>
                <a:lnTo>
                  <a:pt x="294144" y="44196"/>
                </a:lnTo>
                <a:lnTo>
                  <a:pt x="284403" y="45364"/>
                </a:lnTo>
                <a:lnTo>
                  <a:pt x="275666" y="48958"/>
                </a:lnTo>
                <a:lnTo>
                  <a:pt x="267779" y="55130"/>
                </a:lnTo>
                <a:lnTo>
                  <a:pt x="260616" y="64008"/>
                </a:lnTo>
                <a:lnTo>
                  <a:pt x="260616" y="47244"/>
                </a:lnTo>
                <a:lnTo>
                  <a:pt x="219468" y="47244"/>
                </a:lnTo>
                <a:lnTo>
                  <a:pt x="219468" y="53340"/>
                </a:lnTo>
                <a:lnTo>
                  <a:pt x="228612" y="54864"/>
                </a:lnTo>
                <a:lnTo>
                  <a:pt x="231660" y="57912"/>
                </a:lnTo>
                <a:lnTo>
                  <a:pt x="231660" y="138684"/>
                </a:lnTo>
                <a:lnTo>
                  <a:pt x="228612" y="141732"/>
                </a:lnTo>
                <a:lnTo>
                  <a:pt x="219468" y="143256"/>
                </a:lnTo>
                <a:lnTo>
                  <a:pt x="219468" y="147828"/>
                </a:lnTo>
                <a:lnTo>
                  <a:pt x="271284" y="147828"/>
                </a:lnTo>
                <a:lnTo>
                  <a:pt x="271284" y="143256"/>
                </a:lnTo>
                <a:lnTo>
                  <a:pt x="263664" y="141732"/>
                </a:lnTo>
                <a:lnTo>
                  <a:pt x="262140" y="138684"/>
                </a:lnTo>
                <a:lnTo>
                  <a:pt x="262140" y="71628"/>
                </a:lnTo>
                <a:lnTo>
                  <a:pt x="265188" y="67056"/>
                </a:lnTo>
                <a:lnTo>
                  <a:pt x="268236" y="65532"/>
                </a:lnTo>
                <a:lnTo>
                  <a:pt x="269760" y="64008"/>
                </a:lnTo>
                <a:lnTo>
                  <a:pt x="272808" y="60960"/>
                </a:lnTo>
                <a:lnTo>
                  <a:pt x="277380" y="59436"/>
                </a:lnTo>
                <a:lnTo>
                  <a:pt x="289572" y="59436"/>
                </a:lnTo>
                <a:lnTo>
                  <a:pt x="292620" y="64008"/>
                </a:lnTo>
                <a:lnTo>
                  <a:pt x="292620" y="138684"/>
                </a:lnTo>
                <a:lnTo>
                  <a:pt x="289572" y="141732"/>
                </a:lnTo>
                <a:lnTo>
                  <a:pt x="281952" y="143256"/>
                </a:lnTo>
                <a:lnTo>
                  <a:pt x="281952" y="147828"/>
                </a:lnTo>
                <a:lnTo>
                  <a:pt x="333768" y="147828"/>
                </a:lnTo>
                <a:lnTo>
                  <a:pt x="333768" y="143256"/>
                </a:lnTo>
                <a:lnTo>
                  <a:pt x="324624" y="141732"/>
                </a:lnTo>
                <a:lnTo>
                  <a:pt x="323100" y="138684"/>
                </a:lnTo>
                <a:lnTo>
                  <a:pt x="323100" y="71628"/>
                </a:lnTo>
                <a:lnTo>
                  <a:pt x="326148" y="67056"/>
                </a:lnTo>
                <a:lnTo>
                  <a:pt x="329196" y="64008"/>
                </a:lnTo>
                <a:lnTo>
                  <a:pt x="333768" y="60960"/>
                </a:lnTo>
                <a:lnTo>
                  <a:pt x="338340" y="59436"/>
                </a:lnTo>
                <a:lnTo>
                  <a:pt x="350532" y="59436"/>
                </a:lnTo>
                <a:lnTo>
                  <a:pt x="353580" y="64008"/>
                </a:lnTo>
                <a:lnTo>
                  <a:pt x="353580" y="140208"/>
                </a:lnTo>
                <a:lnTo>
                  <a:pt x="350532" y="141732"/>
                </a:lnTo>
                <a:lnTo>
                  <a:pt x="342912" y="143256"/>
                </a:lnTo>
                <a:lnTo>
                  <a:pt x="342912" y="147828"/>
                </a:lnTo>
                <a:lnTo>
                  <a:pt x="394728" y="147828"/>
                </a:lnTo>
                <a:lnTo>
                  <a:pt x="394728" y="143256"/>
                </a:lnTo>
                <a:close/>
              </a:path>
              <a:path w="852169" h="192404">
                <a:moveTo>
                  <a:pt x="509028" y="96012"/>
                </a:moveTo>
                <a:lnTo>
                  <a:pt x="506260" y="75298"/>
                </a:lnTo>
                <a:lnTo>
                  <a:pt x="498360" y="59436"/>
                </a:lnTo>
                <a:lnTo>
                  <a:pt x="494601" y="56388"/>
                </a:lnTo>
                <a:lnTo>
                  <a:pt x="485876" y="49301"/>
                </a:lnTo>
                <a:lnTo>
                  <a:pt x="477024" y="47383"/>
                </a:lnTo>
                <a:lnTo>
                  <a:pt x="477024" y="99060"/>
                </a:lnTo>
                <a:lnTo>
                  <a:pt x="475881" y="116827"/>
                </a:lnTo>
                <a:lnTo>
                  <a:pt x="472452" y="129159"/>
                </a:lnTo>
                <a:lnTo>
                  <a:pt x="466737" y="136359"/>
                </a:lnTo>
                <a:lnTo>
                  <a:pt x="458736" y="138684"/>
                </a:lnTo>
                <a:lnTo>
                  <a:pt x="451116" y="138684"/>
                </a:lnTo>
                <a:lnTo>
                  <a:pt x="445020" y="134112"/>
                </a:lnTo>
                <a:lnTo>
                  <a:pt x="441972" y="126492"/>
                </a:lnTo>
                <a:lnTo>
                  <a:pt x="441972" y="71628"/>
                </a:lnTo>
                <a:lnTo>
                  <a:pt x="443496" y="68580"/>
                </a:lnTo>
                <a:lnTo>
                  <a:pt x="446544" y="65532"/>
                </a:lnTo>
                <a:lnTo>
                  <a:pt x="448830" y="62484"/>
                </a:lnTo>
                <a:lnTo>
                  <a:pt x="451116" y="59436"/>
                </a:lnTo>
                <a:lnTo>
                  <a:pt x="455688" y="56388"/>
                </a:lnTo>
                <a:lnTo>
                  <a:pt x="460260" y="56388"/>
                </a:lnTo>
                <a:lnTo>
                  <a:pt x="468020" y="58991"/>
                </a:lnTo>
                <a:lnTo>
                  <a:pt x="473214" y="66865"/>
                </a:lnTo>
                <a:lnTo>
                  <a:pt x="476110" y="80187"/>
                </a:lnTo>
                <a:lnTo>
                  <a:pt x="477024" y="99060"/>
                </a:lnTo>
                <a:lnTo>
                  <a:pt x="477024" y="47383"/>
                </a:lnTo>
                <a:lnTo>
                  <a:pt x="469404" y="45720"/>
                </a:lnTo>
                <a:lnTo>
                  <a:pt x="460184" y="46634"/>
                </a:lnTo>
                <a:lnTo>
                  <a:pt x="452831" y="49530"/>
                </a:lnTo>
                <a:lnTo>
                  <a:pt x="446900" y="54724"/>
                </a:lnTo>
                <a:lnTo>
                  <a:pt x="446798" y="54864"/>
                </a:lnTo>
                <a:lnTo>
                  <a:pt x="441972" y="62484"/>
                </a:lnTo>
                <a:lnTo>
                  <a:pt x="441972" y="47244"/>
                </a:lnTo>
                <a:lnTo>
                  <a:pt x="399300" y="47244"/>
                </a:lnTo>
                <a:lnTo>
                  <a:pt x="399300" y="53340"/>
                </a:lnTo>
                <a:lnTo>
                  <a:pt x="409968" y="54864"/>
                </a:lnTo>
                <a:lnTo>
                  <a:pt x="411492" y="56388"/>
                </a:lnTo>
                <a:lnTo>
                  <a:pt x="411492" y="184404"/>
                </a:lnTo>
                <a:lnTo>
                  <a:pt x="409968" y="185928"/>
                </a:lnTo>
                <a:lnTo>
                  <a:pt x="399300" y="187452"/>
                </a:lnTo>
                <a:lnTo>
                  <a:pt x="399300" y="192024"/>
                </a:lnTo>
                <a:lnTo>
                  <a:pt x="458736" y="192024"/>
                </a:lnTo>
                <a:lnTo>
                  <a:pt x="458736" y="187452"/>
                </a:lnTo>
                <a:lnTo>
                  <a:pt x="446544" y="187452"/>
                </a:lnTo>
                <a:lnTo>
                  <a:pt x="441972" y="182880"/>
                </a:lnTo>
                <a:lnTo>
                  <a:pt x="441972" y="138684"/>
                </a:lnTo>
                <a:lnTo>
                  <a:pt x="449224" y="144449"/>
                </a:lnTo>
                <a:lnTo>
                  <a:pt x="455498" y="148209"/>
                </a:lnTo>
                <a:lnTo>
                  <a:pt x="461467" y="150266"/>
                </a:lnTo>
                <a:lnTo>
                  <a:pt x="467880" y="150876"/>
                </a:lnTo>
                <a:lnTo>
                  <a:pt x="484593" y="146812"/>
                </a:lnTo>
                <a:lnTo>
                  <a:pt x="497598" y="135445"/>
                </a:lnTo>
                <a:lnTo>
                  <a:pt x="506018" y="118097"/>
                </a:lnTo>
                <a:lnTo>
                  <a:pt x="509028" y="96012"/>
                </a:lnTo>
                <a:close/>
              </a:path>
              <a:path w="852169" h="192404">
                <a:moveTo>
                  <a:pt x="573036" y="143256"/>
                </a:moveTo>
                <a:lnTo>
                  <a:pt x="565416" y="143256"/>
                </a:lnTo>
                <a:lnTo>
                  <a:pt x="562368" y="138684"/>
                </a:lnTo>
                <a:lnTo>
                  <a:pt x="562368" y="0"/>
                </a:lnTo>
                <a:lnTo>
                  <a:pt x="521220" y="0"/>
                </a:lnTo>
                <a:lnTo>
                  <a:pt x="521220" y="6096"/>
                </a:lnTo>
                <a:lnTo>
                  <a:pt x="528840" y="6096"/>
                </a:lnTo>
                <a:lnTo>
                  <a:pt x="531888" y="10668"/>
                </a:lnTo>
                <a:lnTo>
                  <a:pt x="531888" y="137160"/>
                </a:lnTo>
                <a:lnTo>
                  <a:pt x="528840" y="141732"/>
                </a:lnTo>
                <a:lnTo>
                  <a:pt x="521220" y="143256"/>
                </a:lnTo>
                <a:lnTo>
                  <a:pt x="521220" y="147828"/>
                </a:lnTo>
                <a:lnTo>
                  <a:pt x="573036" y="147828"/>
                </a:lnTo>
                <a:lnTo>
                  <a:pt x="573036" y="143256"/>
                </a:lnTo>
                <a:close/>
              </a:path>
              <a:path w="852169" h="192404">
                <a:moveTo>
                  <a:pt x="684288" y="138684"/>
                </a:moveTo>
                <a:lnTo>
                  <a:pt x="683260" y="137160"/>
                </a:lnTo>
                <a:lnTo>
                  <a:pt x="681228" y="134112"/>
                </a:lnTo>
                <a:lnTo>
                  <a:pt x="678180" y="137160"/>
                </a:lnTo>
                <a:lnTo>
                  <a:pt x="673608" y="137160"/>
                </a:lnTo>
                <a:lnTo>
                  <a:pt x="672084" y="135636"/>
                </a:lnTo>
                <a:lnTo>
                  <a:pt x="672084" y="94488"/>
                </a:lnTo>
                <a:lnTo>
                  <a:pt x="672084" y="74676"/>
                </a:lnTo>
                <a:lnTo>
                  <a:pt x="669036" y="61798"/>
                </a:lnTo>
                <a:lnTo>
                  <a:pt x="660273" y="52768"/>
                </a:lnTo>
                <a:lnTo>
                  <a:pt x="653796" y="50292"/>
                </a:lnTo>
                <a:lnTo>
                  <a:pt x="646252" y="47421"/>
                </a:lnTo>
                <a:lnTo>
                  <a:pt x="645871" y="47421"/>
                </a:lnTo>
                <a:lnTo>
                  <a:pt x="627888" y="45720"/>
                </a:lnTo>
                <a:lnTo>
                  <a:pt x="611174" y="47421"/>
                </a:lnTo>
                <a:lnTo>
                  <a:pt x="598170" y="52387"/>
                </a:lnTo>
                <a:lnTo>
                  <a:pt x="589749" y="60515"/>
                </a:lnTo>
                <a:lnTo>
                  <a:pt x="586740" y="71628"/>
                </a:lnTo>
                <a:lnTo>
                  <a:pt x="586740" y="82296"/>
                </a:lnTo>
                <a:lnTo>
                  <a:pt x="591312" y="86868"/>
                </a:lnTo>
                <a:lnTo>
                  <a:pt x="609600" y="86868"/>
                </a:lnTo>
                <a:lnTo>
                  <a:pt x="609600" y="62484"/>
                </a:lnTo>
                <a:lnTo>
                  <a:pt x="609600" y="54864"/>
                </a:lnTo>
                <a:lnTo>
                  <a:pt x="615696" y="50292"/>
                </a:lnTo>
                <a:lnTo>
                  <a:pt x="623316" y="50292"/>
                </a:lnTo>
                <a:lnTo>
                  <a:pt x="641604" y="71628"/>
                </a:lnTo>
                <a:lnTo>
                  <a:pt x="641604" y="86868"/>
                </a:lnTo>
                <a:lnTo>
                  <a:pt x="641604" y="94488"/>
                </a:lnTo>
                <a:lnTo>
                  <a:pt x="641604" y="126492"/>
                </a:lnTo>
                <a:lnTo>
                  <a:pt x="635508" y="134112"/>
                </a:lnTo>
                <a:lnTo>
                  <a:pt x="630936" y="135636"/>
                </a:lnTo>
                <a:lnTo>
                  <a:pt x="620268" y="135636"/>
                </a:lnTo>
                <a:lnTo>
                  <a:pt x="615696" y="129540"/>
                </a:lnTo>
                <a:lnTo>
                  <a:pt x="615784" y="121450"/>
                </a:lnTo>
                <a:lnTo>
                  <a:pt x="617397" y="112496"/>
                </a:lnTo>
                <a:lnTo>
                  <a:pt x="622363" y="104775"/>
                </a:lnTo>
                <a:lnTo>
                  <a:pt x="630491" y="98780"/>
                </a:lnTo>
                <a:lnTo>
                  <a:pt x="641604" y="94488"/>
                </a:lnTo>
                <a:lnTo>
                  <a:pt x="641604" y="86868"/>
                </a:lnTo>
                <a:lnTo>
                  <a:pt x="603885" y="100799"/>
                </a:lnTo>
                <a:lnTo>
                  <a:pt x="583692" y="128016"/>
                </a:lnTo>
                <a:lnTo>
                  <a:pt x="585368" y="137375"/>
                </a:lnTo>
                <a:lnTo>
                  <a:pt x="590169" y="144589"/>
                </a:lnTo>
                <a:lnTo>
                  <a:pt x="597839" y="149237"/>
                </a:lnTo>
                <a:lnTo>
                  <a:pt x="608076" y="150876"/>
                </a:lnTo>
                <a:lnTo>
                  <a:pt x="616750" y="149999"/>
                </a:lnTo>
                <a:lnTo>
                  <a:pt x="624840" y="147256"/>
                </a:lnTo>
                <a:lnTo>
                  <a:pt x="632942" y="142519"/>
                </a:lnTo>
                <a:lnTo>
                  <a:pt x="641604" y="135636"/>
                </a:lnTo>
                <a:lnTo>
                  <a:pt x="644652" y="147828"/>
                </a:lnTo>
                <a:lnTo>
                  <a:pt x="649224" y="150876"/>
                </a:lnTo>
                <a:lnTo>
                  <a:pt x="659892" y="150876"/>
                </a:lnTo>
                <a:lnTo>
                  <a:pt x="666280" y="150266"/>
                </a:lnTo>
                <a:lnTo>
                  <a:pt x="672084" y="148209"/>
                </a:lnTo>
                <a:lnTo>
                  <a:pt x="677900" y="144449"/>
                </a:lnTo>
                <a:lnTo>
                  <a:pt x="684288" y="138684"/>
                </a:lnTo>
                <a:close/>
              </a:path>
              <a:path w="852169" h="192404">
                <a:moveTo>
                  <a:pt x="758952" y="126504"/>
                </a:moveTo>
                <a:lnTo>
                  <a:pt x="752856" y="124980"/>
                </a:lnTo>
                <a:lnTo>
                  <a:pt x="748284" y="132600"/>
                </a:lnTo>
                <a:lnTo>
                  <a:pt x="745236" y="135648"/>
                </a:lnTo>
                <a:lnTo>
                  <a:pt x="734568" y="135648"/>
                </a:lnTo>
                <a:lnTo>
                  <a:pt x="731520" y="132600"/>
                </a:lnTo>
                <a:lnTo>
                  <a:pt x="731520" y="56400"/>
                </a:lnTo>
                <a:lnTo>
                  <a:pt x="752856" y="56400"/>
                </a:lnTo>
                <a:lnTo>
                  <a:pt x="752856" y="48780"/>
                </a:lnTo>
                <a:lnTo>
                  <a:pt x="731520" y="48780"/>
                </a:lnTo>
                <a:lnTo>
                  <a:pt x="731520" y="10680"/>
                </a:lnTo>
                <a:lnTo>
                  <a:pt x="726948" y="10680"/>
                </a:lnTo>
                <a:lnTo>
                  <a:pt x="717384" y="23749"/>
                </a:lnTo>
                <a:lnTo>
                  <a:pt x="708660" y="34112"/>
                </a:lnTo>
                <a:lnTo>
                  <a:pt x="699947" y="43040"/>
                </a:lnTo>
                <a:lnTo>
                  <a:pt x="690372" y="51828"/>
                </a:lnTo>
                <a:lnTo>
                  <a:pt x="690372" y="56400"/>
                </a:lnTo>
                <a:lnTo>
                  <a:pt x="702564" y="56400"/>
                </a:lnTo>
                <a:lnTo>
                  <a:pt x="702564" y="128028"/>
                </a:lnTo>
                <a:lnTo>
                  <a:pt x="704240" y="138023"/>
                </a:lnTo>
                <a:lnTo>
                  <a:pt x="709041" y="145173"/>
                </a:lnTo>
                <a:lnTo>
                  <a:pt x="716711" y="149453"/>
                </a:lnTo>
                <a:lnTo>
                  <a:pt x="726948" y="150888"/>
                </a:lnTo>
                <a:lnTo>
                  <a:pt x="736460" y="149644"/>
                </a:lnTo>
                <a:lnTo>
                  <a:pt x="744664" y="145554"/>
                </a:lnTo>
                <a:lnTo>
                  <a:pt x="752030" y="138023"/>
                </a:lnTo>
                <a:lnTo>
                  <a:pt x="758952" y="126504"/>
                </a:lnTo>
                <a:close/>
              </a:path>
              <a:path w="852169" h="192404">
                <a:moveTo>
                  <a:pt x="851928" y="124980"/>
                </a:moveTo>
                <a:lnTo>
                  <a:pt x="847356" y="121932"/>
                </a:lnTo>
                <a:lnTo>
                  <a:pt x="840727" y="128574"/>
                </a:lnTo>
                <a:lnTo>
                  <a:pt x="834402" y="132791"/>
                </a:lnTo>
                <a:lnTo>
                  <a:pt x="828065" y="135001"/>
                </a:lnTo>
                <a:lnTo>
                  <a:pt x="821448" y="135648"/>
                </a:lnTo>
                <a:lnTo>
                  <a:pt x="813828" y="135648"/>
                </a:lnTo>
                <a:lnTo>
                  <a:pt x="806208" y="132600"/>
                </a:lnTo>
                <a:lnTo>
                  <a:pt x="803160" y="124980"/>
                </a:lnTo>
                <a:lnTo>
                  <a:pt x="800252" y="119138"/>
                </a:lnTo>
                <a:lnTo>
                  <a:pt x="798207" y="112598"/>
                </a:lnTo>
                <a:lnTo>
                  <a:pt x="796721" y="104609"/>
                </a:lnTo>
                <a:lnTo>
                  <a:pt x="795540" y="94500"/>
                </a:lnTo>
                <a:lnTo>
                  <a:pt x="850404" y="94500"/>
                </a:lnTo>
                <a:lnTo>
                  <a:pt x="849439" y="86880"/>
                </a:lnTo>
                <a:lnTo>
                  <a:pt x="848944" y="82994"/>
                </a:lnTo>
                <a:lnTo>
                  <a:pt x="846785" y="73355"/>
                </a:lnTo>
                <a:lnTo>
                  <a:pt x="846709" y="73164"/>
                </a:lnTo>
                <a:lnTo>
                  <a:pt x="843749" y="65138"/>
                </a:lnTo>
                <a:lnTo>
                  <a:pt x="839736" y="57924"/>
                </a:lnTo>
                <a:lnTo>
                  <a:pt x="833678" y="52158"/>
                </a:lnTo>
                <a:lnTo>
                  <a:pt x="830275" y="50304"/>
                </a:lnTo>
                <a:lnTo>
                  <a:pt x="826782" y="48399"/>
                </a:lnTo>
                <a:lnTo>
                  <a:pt x="824496" y="47828"/>
                </a:lnTo>
                <a:lnTo>
                  <a:pt x="824496" y="86880"/>
                </a:lnTo>
                <a:lnTo>
                  <a:pt x="794016" y="86880"/>
                </a:lnTo>
                <a:lnTo>
                  <a:pt x="795540" y="69583"/>
                </a:lnTo>
                <a:lnTo>
                  <a:pt x="798207" y="58305"/>
                </a:lnTo>
                <a:lnTo>
                  <a:pt x="802589" y="52158"/>
                </a:lnTo>
                <a:lnTo>
                  <a:pt x="809256" y="50304"/>
                </a:lnTo>
                <a:lnTo>
                  <a:pt x="816876" y="50304"/>
                </a:lnTo>
                <a:lnTo>
                  <a:pt x="819924" y="54876"/>
                </a:lnTo>
                <a:lnTo>
                  <a:pt x="821448" y="60972"/>
                </a:lnTo>
                <a:lnTo>
                  <a:pt x="822972" y="65544"/>
                </a:lnTo>
                <a:lnTo>
                  <a:pt x="822998" y="73355"/>
                </a:lnTo>
                <a:lnTo>
                  <a:pt x="824369" y="82994"/>
                </a:lnTo>
                <a:lnTo>
                  <a:pt x="824496" y="86880"/>
                </a:lnTo>
                <a:lnTo>
                  <a:pt x="824496" y="47828"/>
                </a:lnTo>
                <a:lnTo>
                  <a:pt x="818730" y="46342"/>
                </a:lnTo>
                <a:lnTo>
                  <a:pt x="809256" y="45732"/>
                </a:lnTo>
                <a:lnTo>
                  <a:pt x="791171" y="49555"/>
                </a:lnTo>
                <a:lnTo>
                  <a:pt x="776681" y="60401"/>
                </a:lnTo>
                <a:lnTo>
                  <a:pt x="767029" y="77228"/>
                </a:lnTo>
                <a:lnTo>
                  <a:pt x="763536" y="99072"/>
                </a:lnTo>
                <a:lnTo>
                  <a:pt x="766813" y="120662"/>
                </a:lnTo>
                <a:lnTo>
                  <a:pt x="776109" y="136982"/>
                </a:lnTo>
                <a:lnTo>
                  <a:pt x="790536" y="147281"/>
                </a:lnTo>
                <a:lnTo>
                  <a:pt x="809256" y="150888"/>
                </a:lnTo>
                <a:lnTo>
                  <a:pt x="821702" y="149618"/>
                </a:lnTo>
                <a:lnTo>
                  <a:pt x="832307" y="145364"/>
                </a:lnTo>
                <a:lnTo>
                  <a:pt x="842035" y="137375"/>
                </a:lnTo>
                <a:lnTo>
                  <a:pt x="843419" y="135648"/>
                </a:lnTo>
                <a:lnTo>
                  <a:pt x="851928" y="12498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/>
          <p:nvPr/>
        </p:nvSpPr>
        <p:spPr>
          <a:xfrm>
            <a:off x="1908048" y="7357871"/>
            <a:ext cx="0" cy="55244"/>
          </a:xfrm>
          <a:custGeom>
            <a:avLst/>
            <a:gdLst/>
            <a:ahLst/>
            <a:cxnLst/>
            <a:rect l="l" t="t" r="r" b="b"/>
            <a:pathLst>
              <a:path w="0" h="55245">
                <a:moveTo>
                  <a:pt x="0" y="54863"/>
                </a:moveTo>
                <a:lnTo>
                  <a:pt x="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2356104" y="7357871"/>
            <a:ext cx="0" cy="55244"/>
          </a:xfrm>
          <a:custGeom>
            <a:avLst/>
            <a:gdLst/>
            <a:ahLst/>
            <a:cxnLst/>
            <a:rect l="l" t="t" r="r" b="b"/>
            <a:pathLst>
              <a:path w="0" h="55245">
                <a:moveTo>
                  <a:pt x="0" y="54863"/>
                </a:moveTo>
                <a:lnTo>
                  <a:pt x="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2805683" y="7357871"/>
            <a:ext cx="0" cy="55244"/>
          </a:xfrm>
          <a:custGeom>
            <a:avLst/>
            <a:gdLst/>
            <a:ahLst/>
            <a:cxnLst/>
            <a:rect l="l" t="t" r="r" b="b"/>
            <a:pathLst>
              <a:path w="0" h="55245">
                <a:moveTo>
                  <a:pt x="0" y="54863"/>
                </a:moveTo>
                <a:lnTo>
                  <a:pt x="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/>
          <p:nvPr/>
        </p:nvSpPr>
        <p:spPr>
          <a:xfrm>
            <a:off x="3253740" y="7357871"/>
            <a:ext cx="0" cy="55244"/>
          </a:xfrm>
          <a:custGeom>
            <a:avLst/>
            <a:gdLst/>
            <a:ahLst/>
            <a:cxnLst/>
            <a:rect l="l" t="t" r="r" b="b"/>
            <a:pathLst>
              <a:path w="0" h="55245">
                <a:moveTo>
                  <a:pt x="0" y="54863"/>
                </a:moveTo>
                <a:lnTo>
                  <a:pt x="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 descr=""/>
          <p:cNvSpPr/>
          <p:nvPr/>
        </p:nvSpPr>
        <p:spPr>
          <a:xfrm>
            <a:off x="3701796" y="7357871"/>
            <a:ext cx="0" cy="55244"/>
          </a:xfrm>
          <a:custGeom>
            <a:avLst/>
            <a:gdLst/>
            <a:ahLst/>
            <a:cxnLst/>
            <a:rect l="l" t="t" r="r" b="b"/>
            <a:pathLst>
              <a:path w="0" h="55245">
                <a:moveTo>
                  <a:pt x="0" y="54863"/>
                </a:moveTo>
                <a:lnTo>
                  <a:pt x="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/>
          <p:nvPr/>
        </p:nvSpPr>
        <p:spPr>
          <a:xfrm>
            <a:off x="4149852" y="7357871"/>
            <a:ext cx="0" cy="55244"/>
          </a:xfrm>
          <a:custGeom>
            <a:avLst/>
            <a:gdLst/>
            <a:ahLst/>
            <a:cxnLst/>
            <a:rect l="l" t="t" r="r" b="b"/>
            <a:pathLst>
              <a:path w="0" h="55245">
                <a:moveTo>
                  <a:pt x="0" y="54863"/>
                </a:moveTo>
                <a:lnTo>
                  <a:pt x="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4597908" y="7357871"/>
            <a:ext cx="0" cy="55244"/>
          </a:xfrm>
          <a:custGeom>
            <a:avLst/>
            <a:gdLst/>
            <a:ahLst/>
            <a:cxnLst/>
            <a:rect l="l" t="t" r="r" b="b"/>
            <a:pathLst>
              <a:path w="0" h="55245">
                <a:moveTo>
                  <a:pt x="0" y="54863"/>
                </a:moveTo>
                <a:lnTo>
                  <a:pt x="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5045964" y="7357871"/>
            <a:ext cx="0" cy="55244"/>
          </a:xfrm>
          <a:custGeom>
            <a:avLst/>
            <a:gdLst/>
            <a:ahLst/>
            <a:cxnLst/>
            <a:rect l="l" t="t" r="r" b="b"/>
            <a:pathLst>
              <a:path w="0" h="55245">
                <a:moveTo>
                  <a:pt x="0" y="54863"/>
                </a:moveTo>
                <a:lnTo>
                  <a:pt x="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5494020" y="7357871"/>
            <a:ext cx="0" cy="55244"/>
          </a:xfrm>
          <a:custGeom>
            <a:avLst/>
            <a:gdLst/>
            <a:ahLst/>
            <a:cxnLst/>
            <a:rect l="l" t="t" r="r" b="b"/>
            <a:pathLst>
              <a:path w="0" h="55245">
                <a:moveTo>
                  <a:pt x="0" y="54863"/>
                </a:moveTo>
                <a:lnTo>
                  <a:pt x="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5943600" y="7357871"/>
            <a:ext cx="0" cy="55244"/>
          </a:xfrm>
          <a:custGeom>
            <a:avLst/>
            <a:gdLst/>
            <a:ahLst/>
            <a:cxnLst/>
            <a:rect l="l" t="t" r="r" b="b"/>
            <a:pathLst>
              <a:path w="0" h="55245">
                <a:moveTo>
                  <a:pt x="0" y="54863"/>
                </a:moveTo>
                <a:lnTo>
                  <a:pt x="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6391655" y="7357871"/>
            <a:ext cx="0" cy="55244"/>
          </a:xfrm>
          <a:custGeom>
            <a:avLst/>
            <a:gdLst/>
            <a:ahLst/>
            <a:cxnLst/>
            <a:rect l="l" t="t" r="r" b="b"/>
            <a:pathLst>
              <a:path w="0" h="55245">
                <a:moveTo>
                  <a:pt x="0" y="54863"/>
                </a:moveTo>
                <a:lnTo>
                  <a:pt x="0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1882139" y="7385304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 h="0">
                <a:moveTo>
                  <a:pt x="0" y="0"/>
                </a:moveTo>
                <a:lnTo>
                  <a:pt x="53339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 descr=""/>
          <p:cNvSpPr/>
          <p:nvPr/>
        </p:nvSpPr>
        <p:spPr>
          <a:xfrm>
            <a:off x="1882139" y="6903719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 h="0">
                <a:moveTo>
                  <a:pt x="0" y="0"/>
                </a:moveTo>
                <a:lnTo>
                  <a:pt x="53339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1882139" y="6422135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 h="0">
                <a:moveTo>
                  <a:pt x="0" y="0"/>
                </a:moveTo>
                <a:lnTo>
                  <a:pt x="53339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1882139" y="5940552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 h="0">
                <a:moveTo>
                  <a:pt x="0" y="0"/>
                </a:moveTo>
                <a:lnTo>
                  <a:pt x="53339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1882139" y="5458967"/>
            <a:ext cx="53340" cy="0"/>
          </a:xfrm>
          <a:custGeom>
            <a:avLst/>
            <a:gdLst/>
            <a:ahLst/>
            <a:cxnLst/>
            <a:rect l="l" t="t" r="r" b="b"/>
            <a:pathLst>
              <a:path w="53339" h="0">
                <a:moveTo>
                  <a:pt x="0" y="0"/>
                </a:moveTo>
                <a:lnTo>
                  <a:pt x="53339" y="0"/>
                </a:lnTo>
              </a:path>
            </a:pathLst>
          </a:custGeom>
          <a:ln w="3175">
            <a:solidFill>
              <a:srgbClr val="818181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9" name="object 89" descr=""/>
          <p:cNvGrpSpPr/>
          <p:nvPr/>
        </p:nvGrpSpPr>
        <p:grpSpPr>
          <a:xfrm>
            <a:off x="1908048" y="7365492"/>
            <a:ext cx="4483735" cy="40005"/>
            <a:chOff x="1908048" y="7365492"/>
            <a:chExt cx="4483735" cy="40005"/>
          </a:xfrm>
        </p:grpSpPr>
        <p:sp>
          <p:nvSpPr>
            <p:cNvPr id="90" name="object 90" descr=""/>
            <p:cNvSpPr/>
            <p:nvPr/>
          </p:nvSpPr>
          <p:spPr>
            <a:xfrm>
              <a:off x="1908048" y="7385304"/>
              <a:ext cx="4457700" cy="0"/>
            </a:xfrm>
            <a:custGeom>
              <a:avLst/>
              <a:gdLst/>
              <a:ahLst/>
              <a:cxnLst/>
              <a:rect l="l" t="t" r="r" b="b"/>
              <a:pathLst>
                <a:path w="4457700" h="0">
                  <a:moveTo>
                    <a:pt x="0" y="0"/>
                  </a:moveTo>
                  <a:lnTo>
                    <a:pt x="4457700" y="0"/>
                  </a:lnTo>
                </a:path>
              </a:pathLst>
            </a:custGeom>
            <a:ln w="609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6350507" y="7365492"/>
              <a:ext cx="41275" cy="40005"/>
            </a:xfrm>
            <a:custGeom>
              <a:avLst/>
              <a:gdLst/>
              <a:ahLst/>
              <a:cxnLst/>
              <a:rect l="l" t="t" r="r" b="b"/>
              <a:pathLst>
                <a:path w="41275" h="40004">
                  <a:moveTo>
                    <a:pt x="0" y="39623"/>
                  </a:moveTo>
                  <a:lnTo>
                    <a:pt x="15240" y="19811"/>
                  </a:lnTo>
                  <a:lnTo>
                    <a:pt x="0" y="0"/>
                  </a:lnTo>
                  <a:lnTo>
                    <a:pt x="41148" y="19811"/>
                  </a:lnTo>
                  <a:lnTo>
                    <a:pt x="0" y="3962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/>
          <p:nvPr/>
        </p:nvSpPr>
        <p:spPr>
          <a:xfrm>
            <a:off x="2263140" y="7466076"/>
            <a:ext cx="175260" cy="104139"/>
          </a:xfrm>
          <a:custGeom>
            <a:avLst/>
            <a:gdLst/>
            <a:ahLst/>
            <a:cxnLst/>
            <a:rect l="l" t="t" r="r" b="b"/>
            <a:pathLst>
              <a:path w="175260" h="104140">
                <a:moveTo>
                  <a:pt x="68580" y="51828"/>
                </a:moveTo>
                <a:lnTo>
                  <a:pt x="66116" y="30873"/>
                </a:lnTo>
                <a:lnTo>
                  <a:pt x="59245" y="14490"/>
                </a:lnTo>
                <a:lnTo>
                  <a:pt x="54864" y="10083"/>
                </a:lnTo>
                <a:lnTo>
                  <a:pt x="54864" y="51828"/>
                </a:lnTo>
                <a:lnTo>
                  <a:pt x="53454" y="72707"/>
                </a:lnTo>
                <a:lnTo>
                  <a:pt x="49339" y="87452"/>
                </a:lnTo>
                <a:lnTo>
                  <a:pt x="42646" y="96189"/>
                </a:lnTo>
                <a:lnTo>
                  <a:pt x="33528" y="99072"/>
                </a:lnTo>
                <a:lnTo>
                  <a:pt x="25285" y="96189"/>
                </a:lnTo>
                <a:lnTo>
                  <a:pt x="25158" y="96024"/>
                </a:lnTo>
                <a:lnTo>
                  <a:pt x="19050" y="87452"/>
                </a:lnTo>
                <a:lnTo>
                  <a:pt x="15087" y="72707"/>
                </a:lnTo>
                <a:lnTo>
                  <a:pt x="13716" y="51828"/>
                </a:lnTo>
                <a:lnTo>
                  <a:pt x="13817" y="50304"/>
                </a:lnTo>
                <a:lnTo>
                  <a:pt x="26060" y="7632"/>
                </a:lnTo>
                <a:lnTo>
                  <a:pt x="35052" y="4584"/>
                </a:lnTo>
                <a:lnTo>
                  <a:pt x="43154" y="7632"/>
                </a:lnTo>
                <a:lnTo>
                  <a:pt x="47955" y="14490"/>
                </a:lnTo>
                <a:lnTo>
                  <a:pt x="49530" y="16776"/>
                </a:lnTo>
                <a:lnTo>
                  <a:pt x="53479" y="31584"/>
                </a:lnTo>
                <a:lnTo>
                  <a:pt x="54864" y="51828"/>
                </a:lnTo>
                <a:lnTo>
                  <a:pt x="54864" y="10083"/>
                </a:lnTo>
                <a:lnTo>
                  <a:pt x="49403" y="4584"/>
                </a:lnTo>
                <a:lnTo>
                  <a:pt x="48641" y="3822"/>
                </a:lnTo>
                <a:lnTo>
                  <a:pt x="35052" y="12"/>
                </a:lnTo>
                <a:lnTo>
                  <a:pt x="25908" y="12"/>
                </a:lnTo>
                <a:lnTo>
                  <a:pt x="850" y="37846"/>
                </a:lnTo>
                <a:lnTo>
                  <a:pt x="0" y="50304"/>
                </a:lnTo>
                <a:lnTo>
                  <a:pt x="88" y="51828"/>
                </a:lnTo>
                <a:lnTo>
                  <a:pt x="12192" y="92976"/>
                </a:lnTo>
                <a:lnTo>
                  <a:pt x="25908" y="103644"/>
                </a:lnTo>
                <a:lnTo>
                  <a:pt x="42672" y="103644"/>
                </a:lnTo>
                <a:lnTo>
                  <a:pt x="48768" y="100596"/>
                </a:lnTo>
                <a:lnTo>
                  <a:pt x="50800" y="99072"/>
                </a:lnTo>
                <a:lnTo>
                  <a:pt x="54864" y="96024"/>
                </a:lnTo>
                <a:lnTo>
                  <a:pt x="60210" y="87833"/>
                </a:lnTo>
                <a:lnTo>
                  <a:pt x="64579" y="77355"/>
                </a:lnTo>
                <a:lnTo>
                  <a:pt x="67500" y="65163"/>
                </a:lnTo>
                <a:lnTo>
                  <a:pt x="68580" y="51828"/>
                </a:lnTo>
                <a:close/>
              </a:path>
              <a:path w="175260" h="104140">
                <a:moveTo>
                  <a:pt x="102108" y="89916"/>
                </a:moveTo>
                <a:lnTo>
                  <a:pt x="97536" y="86868"/>
                </a:lnTo>
                <a:lnTo>
                  <a:pt x="88392" y="86868"/>
                </a:lnTo>
                <a:lnTo>
                  <a:pt x="85344" y="89916"/>
                </a:lnTo>
                <a:lnTo>
                  <a:pt x="85344" y="100584"/>
                </a:lnTo>
                <a:lnTo>
                  <a:pt x="89916" y="103632"/>
                </a:lnTo>
                <a:lnTo>
                  <a:pt x="96012" y="103632"/>
                </a:lnTo>
                <a:lnTo>
                  <a:pt x="102108" y="100584"/>
                </a:lnTo>
                <a:lnTo>
                  <a:pt x="102108" y="96012"/>
                </a:lnTo>
                <a:lnTo>
                  <a:pt x="102108" y="89916"/>
                </a:lnTo>
                <a:close/>
              </a:path>
              <a:path w="175260" h="104140">
                <a:moveTo>
                  <a:pt x="175260" y="100584"/>
                </a:moveTo>
                <a:lnTo>
                  <a:pt x="163055" y="100584"/>
                </a:lnTo>
                <a:lnTo>
                  <a:pt x="160007" y="99060"/>
                </a:lnTo>
                <a:lnTo>
                  <a:pt x="160007" y="12192"/>
                </a:lnTo>
                <a:lnTo>
                  <a:pt x="160007" y="0"/>
                </a:lnTo>
                <a:lnTo>
                  <a:pt x="131051" y="13716"/>
                </a:lnTo>
                <a:lnTo>
                  <a:pt x="131051" y="15240"/>
                </a:lnTo>
                <a:lnTo>
                  <a:pt x="135623" y="15240"/>
                </a:lnTo>
                <a:lnTo>
                  <a:pt x="135623" y="13716"/>
                </a:lnTo>
                <a:lnTo>
                  <a:pt x="138671" y="13716"/>
                </a:lnTo>
                <a:lnTo>
                  <a:pt x="141719" y="12192"/>
                </a:lnTo>
                <a:lnTo>
                  <a:pt x="146291" y="12192"/>
                </a:lnTo>
                <a:lnTo>
                  <a:pt x="147815" y="15240"/>
                </a:lnTo>
                <a:lnTo>
                  <a:pt x="147815" y="92964"/>
                </a:lnTo>
                <a:lnTo>
                  <a:pt x="146291" y="97536"/>
                </a:lnTo>
                <a:lnTo>
                  <a:pt x="143243" y="97536"/>
                </a:lnTo>
                <a:lnTo>
                  <a:pt x="141719" y="99060"/>
                </a:lnTo>
                <a:lnTo>
                  <a:pt x="138671" y="100584"/>
                </a:lnTo>
                <a:lnTo>
                  <a:pt x="132575" y="100584"/>
                </a:lnTo>
                <a:lnTo>
                  <a:pt x="132575" y="102108"/>
                </a:lnTo>
                <a:lnTo>
                  <a:pt x="175260" y="102108"/>
                </a:lnTo>
                <a:lnTo>
                  <a:pt x="175260" y="1005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3" name="object 93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711195" y="7466076"/>
            <a:ext cx="187452" cy="103632"/>
          </a:xfrm>
          <a:prstGeom prst="rect">
            <a:avLst/>
          </a:prstGeom>
        </p:spPr>
      </p:pic>
      <p:sp>
        <p:nvSpPr>
          <p:cNvPr id="94" name="object 94" descr=""/>
          <p:cNvSpPr/>
          <p:nvPr/>
        </p:nvSpPr>
        <p:spPr>
          <a:xfrm>
            <a:off x="3159252" y="7466076"/>
            <a:ext cx="181610" cy="104139"/>
          </a:xfrm>
          <a:custGeom>
            <a:avLst/>
            <a:gdLst/>
            <a:ahLst/>
            <a:cxnLst/>
            <a:rect l="l" t="t" r="r" b="b"/>
            <a:pathLst>
              <a:path w="181610" h="104140">
                <a:moveTo>
                  <a:pt x="70104" y="51828"/>
                </a:moveTo>
                <a:lnTo>
                  <a:pt x="67411" y="30873"/>
                </a:lnTo>
                <a:lnTo>
                  <a:pt x="60007" y="14490"/>
                </a:lnTo>
                <a:lnTo>
                  <a:pt x="54864" y="9563"/>
                </a:lnTo>
                <a:lnTo>
                  <a:pt x="54864" y="51828"/>
                </a:lnTo>
                <a:lnTo>
                  <a:pt x="53479" y="72707"/>
                </a:lnTo>
                <a:lnTo>
                  <a:pt x="49530" y="87452"/>
                </a:lnTo>
                <a:lnTo>
                  <a:pt x="43281" y="96189"/>
                </a:lnTo>
                <a:lnTo>
                  <a:pt x="35052" y="99072"/>
                </a:lnTo>
                <a:lnTo>
                  <a:pt x="26162" y="96189"/>
                </a:lnTo>
                <a:lnTo>
                  <a:pt x="26047" y="96024"/>
                </a:lnTo>
                <a:lnTo>
                  <a:pt x="20002" y="87452"/>
                </a:lnTo>
                <a:lnTo>
                  <a:pt x="16395" y="72707"/>
                </a:lnTo>
                <a:lnTo>
                  <a:pt x="15240" y="51828"/>
                </a:lnTo>
                <a:lnTo>
                  <a:pt x="15316" y="50304"/>
                </a:lnTo>
                <a:lnTo>
                  <a:pt x="26301" y="7632"/>
                </a:lnTo>
                <a:lnTo>
                  <a:pt x="35052" y="4584"/>
                </a:lnTo>
                <a:lnTo>
                  <a:pt x="43154" y="7632"/>
                </a:lnTo>
                <a:lnTo>
                  <a:pt x="47955" y="14490"/>
                </a:lnTo>
                <a:lnTo>
                  <a:pt x="49530" y="16776"/>
                </a:lnTo>
                <a:lnTo>
                  <a:pt x="53479" y="31584"/>
                </a:lnTo>
                <a:lnTo>
                  <a:pt x="54864" y="51828"/>
                </a:lnTo>
                <a:lnTo>
                  <a:pt x="54864" y="9563"/>
                </a:lnTo>
                <a:lnTo>
                  <a:pt x="49669" y="4584"/>
                </a:lnTo>
                <a:lnTo>
                  <a:pt x="48882" y="3822"/>
                </a:lnTo>
                <a:lnTo>
                  <a:pt x="35052" y="12"/>
                </a:lnTo>
                <a:lnTo>
                  <a:pt x="27432" y="12"/>
                </a:lnTo>
                <a:lnTo>
                  <a:pt x="19812" y="3060"/>
                </a:lnTo>
                <a:lnTo>
                  <a:pt x="1092" y="37846"/>
                </a:lnTo>
                <a:lnTo>
                  <a:pt x="0" y="50304"/>
                </a:lnTo>
                <a:lnTo>
                  <a:pt x="88" y="51828"/>
                </a:lnTo>
                <a:lnTo>
                  <a:pt x="12192" y="92976"/>
                </a:lnTo>
                <a:lnTo>
                  <a:pt x="25908" y="103644"/>
                </a:lnTo>
                <a:lnTo>
                  <a:pt x="42672" y="103644"/>
                </a:lnTo>
                <a:lnTo>
                  <a:pt x="48768" y="100596"/>
                </a:lnTo>
                <a:lnTo>
                  <a:pt x="50800" y="99072"/>
                </a:lnTo>
                <a:lnTo>
                  <a:pt x="54864" y="96024"/>
                </a:lnTo>
                <a:lnTo>
                  <a:pt x="61099" y="87833"/>
                </a:lnTo>
                <a:lnTo>
                  <a:pt x="65913" y="77355"/>
                </a:lnTo>
                <a:lnTo>
                  <a:pt x="68999" y="65163"/>
                </a:lnTo>
                <a:lnTo>
                  <a:pt x="70104" y="51828"/>
                </a:lnTo>
                <a:close/>
              </a:path>
              <a:path w="181610" h="104140">
                <a:moveTo>
                  <a:pt x="102095" y="89916"/>
                </a:moveTo>
                <a:lnTo>
                  <a:pt x="99047" y="86868"/>
                </a:lnTo>
                <a:lnTo>
                  <a:pt x="89903" y="86868"/>
                </a:lnTo>
                <a:lnTo>
                  <a:pt x="85331" y="89916"/>
                </a:lnTo>
                <a:lnTo>
                  <a:pt x="85331" y="100584"/>
                </a:lnTo>
                <a:lnTo>
                  <a:pt x="91427" y="103632"/>
                </a:lnTo>
                <a:lnTo>
                  <a:pt x="97523" y="103632"/>
                </a:lnTo>
                <a:lnTo>
                  <a:pt x="102095" y="100584"/>
                </a:lnTo>
                <a:lnTo>
                  <a:pt x="102095" y="96012"/>
                </a:lnTo>
                <a:lnTo>
                  <a:pt x="102095" y="89916"/>
                </a:lnTo>
                <a:close/>
              </a:path>
              <a:path w="181610" h="104140">
                <a:moveTo>
                  <a:pt x="181356" y="60960"/>
                </a:moveTo>
                <a:lnTo>
                  <a:pt x="178308" y="53340"/>
                </a:lnTo>
                <a:lnTo>
                  <a:pt x="173736" y="48768"/>
                </a:lnTo>
                <a:lnTo>
                  <a:pt x="172212" y="45720"/>
                </a:lnTo>
                <a:lnTo>
                  <a:pt x="169164" y="44196"/>
                </a:lnTo>
                <a:lnTo>
                  <a:pt x="161544" y="41148"/>
                </a:lnTo>
                <a:lnTo>
                  <a:pt x="168414" y="35674"/>
                </a:lnTo>
                <a:lnTo>
                  <a:pt x="173164" y="30480"/>
                </a:lnTo>
                <a:lnTo>
                  <a:pt x="175895" y="25298"/>
                </a:lnTo>
                <a:lnTo>
                  <a:pt x="176784" y="19812"/>
                </a:lnTo>
                <a:lnTo>
                  <a:pt x="174891" y="11582"/>
                </a:lnTo>
                <a:lnTo>
                  <a:pt x="169735" y="5334"/>
                </a:lnTo>
                <a:lnTo>
                  <a:pt x="161988" y="1384"/>
                </a:lnTo>
                <a:lnTo>
                  <a:pt x="152400" y="0"/>
                </a:lnTo>
                <a:lnTo>
                  <a:pt x="144780" y="0"/>
                </a:lnTo>
                <a:lnTo>
                  <a:pt x="132588" y="6096"/>
                </a:lnTo>
                <a:lnTo>
                  <a:pt x="128016" y="10668"/>
                </a:lnTo>
                <a:lnTo>
                  <a:pt x="126492" y="13716"/>
                </a:lnTo>
                <a:lnTo>
                  <a:pt x="123444" y="24384"/>
                </a:lnTo>
                <a:lnTo>
                  <a:pt x="124968" y="24384"/>
                </a:lnTo>
                <a:lnTo>
                  <a:pt x="129819" y="16624"/>
                </a:lnTo>
                <a:lnTo>
                  <a:pt x="135255" y="11430"/>
                </a:lnTo>
                <a:lnTo>
                  <a:pt x="141249" y="8534"/>
                </a:lnTo>
                <a:lnTo>
                  <a:pt x="147828" y="7620"/>
                </a:lnTo>
                <a:lnTo>
                  <a:pt x="156972" y="7620"/>
                </a:lnTo>
                <a:lnTo>
                  <a:pt x="164592" y="15240"/>
                </a:lnTo>
                <a:lnTo>
                  <a:pt x="164592" y="30480"/>
                </a:lnTo>
                <a:lnTo>
                  <a:pt x="158496" y="39624"/>
                </a:lnTo>
                <a:lnTo>
                  <a:pt x="153924" y="44196"/>
                </a:lnTo>
                <a:lnTo>
                  <a:pt x="149352" y="47244"/>
                </a:lnTo>
                <a:lnTo>
                  <a:pt x="138684" y="50292"/>
                </a:lnTo>
                <a:lnTo>
                  <a:pt x="138684" y="51816"/>
                </a:lnTo>
                <a:lnTo>
                  <a:pt x="150876" y="51816"/>
                </a:lnTo>
                <a:lnTo>
                  <a:pt x="155448" y="53340"/>
                </a:lnTo>
                <a:lnTo>
                  <a:pt x="161683" y="56705"/>
                </a:lnTo>
                <a:lnTo>
                  <a:pt x="166497" y="61912"/>
                </a:lnTo>
                <a:lnTo>
                  <a:pt x="169583" y="68567"/>
                </a:lnTo>
                <a:lnTo>
                  <a:pt x="170688" y="76200"/>
                </a:lnTo>
                <a:lnTo>
                  <a:pt x="169087" y="84683"/>
                </a:lnTo>
                <a:lnTo>
                  <a:pt x="164782" y="91440"/>
                </a:lnTo>
                <a:lnTo>
                  <a:pt x="158470" y="95923"/>
                </a:lnTo>
                <a:lnTo>
                  <a:pt x="150876" y="97536"/>
                </a:lnTo>
                <a:lnTo>
                  <a:pt x="143256" y="97536"/>
                </a:lnTo>
                <a:lnTo>
                  <a:pt x="137160" y="92964"/>
                </a:lnTo>
                <a:lnTo>
                  <a:pt x="132588" y="89916"/>
                </a:lnTo>
                <a:lnTo>
                  <a:pt x="124968" y="89916"/>
                </a:lnTo>
                <a:lnTo>
                  <a:pt x="121920" y="91440"/>
                </a:lnTo>
                <a:lnTo>
                  <a:pt x="121920" y="100584"/>
                </a:lnTo>
                <a:lnTo>
                  <a:pt x="129540" y="103632"/>
                </a:lnTo>
                <a:lnTo>
                  <a:pt x="140208" y="103632"/>
                </a:lnTo>
                <a:lnTo>
                  <a:pt x="174917" y="87871"/>
                </a:lnTo>
                <a:lnTo>
                  <a:pt x="181356" y="68580"/>
                </a:lnTo>
                <a:lnTo>
                  <a:pt x="181356" y="609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5" name="object 95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607307" y="7466076"/>
            <a:ext cx="187452" cy="103632"/>
          </a:xfrm>
          <a:prstGeom prst="rect">
            <a:avLst/>
          </a:prstGeom>
        </p:spPr>
      </p:pic>
      <p:sp>
        <p:nvSpPr>
          <p:cNvPr id="96" name="object 96" descr=""/>
          <p:cNvSpPr/>
          <p:nvPr/>
        </p:nvSpPr>
        <p:spPr>
          <a:xfrm>
            <a:off x="4055351" y="7466088"/>
            <a:ext cx="182880" cy="105410"/>
          </a:xfrm>
          <a:custGeom>
            <a:avLst/>
            <a:gdLst/>
            <a:ahLst/>
            <a:cxnLst/>
            <a:rect l="l" t="t" r="r" b="b"/>
            <a:pathLst>
              <a:path w="182879" h="105409">
                <a:moveTo>
                  <a:pt x="70104" y="53340"/>
                </a:moveTo>
                <a:lnTo>
                  <a:pt x="67627" y="32385"/>
                </a:lnTo>
                <a:lnTo>
                  <a:pt x="60579" y="16002"/>
                </a:lnTo>
                <a:lnTo>
                  <a:pt x="54864" y="10490"/>
                </a:lnTo>
                <a:lnTo>
                  <a:pt x="54864" y="54864"/>
                </a:lnTo>
                <a:lnTo>
                  <a:pt x="53708" y="74866"/>
                </a:lnTo>
                <a:lnTo>
                  <a:pt x="50101" y="89154"/>
                </a:lnTo>
                <a:lnTo>
                  <a:pt x="43942" y="97726"/>
                </a:lnTo>
                <a:lnTo>
                  <a:pt x="35052" y="100584"/>
                </a:lnTo>
                <a:lnTo>
                  <a:pt x="26174" y="97726"/>
                </a:lnTo>
                <a:lnTo>
                  <a:pt x="20002" y="89154"/>
                </a:lnTo>
                <a:lnTo>
                  <a:pt x="16408" y="74866"/>
                </a:lnTo>
                <a:lnTo>
                  <a:pt x="15240" y="54864"/>
                </a:lnTo>
                <a:lnTo>
                  <a:pt x="15328" y="53340"/>
                </a:lnTo>
                <a:lnTo>
                  <a:pt x="16408" y="33731"/>
                </a:lnTo>
                <a:lnTo>
                  <a:pt x="20002" y="18478"/>
                </a:lnTo>
                <a:lnTo>
                  <a:pt x="26174" y="9207"/>
                </a:lnTo>
                <a:lnTo>
                  <a:pt x="35052" y="6096"/>
                </a:lnTo>
                <a:lnTo>
                  <a:pt x="43942" y="9207"/>
                </a:lnTo>
                <a:lnTo>
                  <a:pt x="50101" y="18478"/>
                </a:lnTo>
                <a:lnTo>
                  <a:pt x="53708" y="33731"/>
                </a:lnTo>
                <a:lnTo>
                  <a:pt x="54864" y="54864"/>
                </a:lnTo>
                <a:lnTo>
                  <a:pt x="54864" y="10490"/>
                </a:lnTo>
                <a:lnTo>
                  <a:pt x="50330" y="6096"/>
                </a:lnTo>
                <a:lnTo>
                  <a:pt x="49530" y="5334"/>
                </a:lnTo>
                <a:lnTo>
                  <a:pt x="35052" y="1524"/>
                </a:lnTo>
                <a:lnTo>
                  <a:pt x="27432" y="1524"/>
                </a:lnTo>
                <a:lnTo>
                  <a:pt x="1104" y="40017"/>
                </a:lnTo>
                <a:lnTo>
                  <a:pt x="0" y="53340"/>
                </a:lnTo>
                <a:lnTo>
                  <a:pt x="1054" y="65125"/>
                </a:lnTo>
                <a:lnTo>
                  <a:pt x="18288" y="102108"/>
                </a:lnTo>
                <a:lnTo>
                  <a:pt x="25908" y="105156"/>
                </a:lnTo>
                <a:lnTo>
                  <a:pt x="42672" y="105156"/>
                </a:lnTo>
                <a:lnTo>
                  <a:pt x="50292" y="102108"/>
                </a:lnTo>
                <a:lnTo>
                  <a:pt x="51816" y="100584"/>
                </a:lnTo>
                <a:lnTo>
                  <a:pt x="54864" y="97536"/>
                </a:lnTo>
                <a:lnTo>
                  <a:pt x="61112" y="89979"/>
                </a:lnTo>
                <a:lnTo>
                  <a:pt x="65913" y="79438"/>
                </a:lnTo>
                <a:lnTo>
                  <a:pt x="69011" y="66878"/>
                </a:lnTo>
                <a:lnTo>
                  <a:pt x="70104" y="53340"/>
                </a:lnTo>
                <a:close/>
              </a:path>
              <a:path w="182879" h="105409">
                <a:moveTo>
                  <a:pt x="102120" y="92964"/>
                </a:moveTo>
                <a:lnTo>
                  <a:pt x="99072" y="88392"/>
                </a:lnTo>
                <a:lnTo>
                  <a:pt x="89928" y="88392"/>
                </a:lnTo>
                <a:lnTo>
                  <a:pt x="86880" y="92964"/>
                </a:lnTo>
                <a:lnTo>
                  <a:pt x="86880" y="103632"/>
                </a:lnTo>
                <a:lnTo>
                  <a:pt x="91452" y="105156"/>
                </a:lnTo>
                <a:lnTo>
                  <a:pt x="97548" y="105156"/>
                </a:lnTo>
                <a:lnTo>
                  <a:pt x="102120" y="103632"/>
                </a:lnTo>
                <a:lnTo>
                  <a:pt x="102120" y="97536"/>
                </a:lnTo>
                <a:lnTo>
                  <a:pt x="102120" y="92964"/>
                </a:lnTo>
                <a:close/>
              </a:path>
              <a:path w="182879" h="105409">
                <a:moveTo>
                  <a:pt x="182880" y="0"/>
                </a:moveTo>
                <a:lnTo>
                  <a:pt x="181356" y="0"/>
                </a:lnTo>
                <a:lnTo>
                  <a:pt x="179832" y="3048"/>
                </a:lnTo>
                <a:lnTo>
                  <a:pt x="143256" y="3048"/>
                </a:lnTo>
                <a:lnTo>
                  <a:pt x="126492" y="39624"/>
                </a:lnTo>
                <a:lnTo>
                  <a:pt x="126492" y="41148"/>
                </a:lnTo>
                <a:lnTo>
                  <a:pt x="132588" y="41148"/>
                </a:lnTo>
                <a:lnTo>
                  <a:pt x="144780" y="44196"/>
                </a:lnTo>
                <a:lnTo>
                  <a:pt x="156552" y="49377"/>
                </a:lnTo>
                <a:lnTo>
                  <a:pt x="164592" y="56007"/>
                </a:lnTo>
                <a:lnTo>
                  <a:pt x="169214" y="64338"/>
                </a:lnTo>
                <a:lnTo>
                  <a:pt x="170688" y="74676"/>
                </a:lnTo>
                <a:lnTo>
                  <a:pt x="169075" y="84505"/>
                </a:lnTo>
                <a:lnTo>
                  <a:pt x="164592" y="92773"/>
                </a:lnTo>
                <a:lnTo>
                  <a:pt x="157835" y="98463"/>
                </a:lnTo>
                <a:lnTo>
                  <a:pt x="149352" y="100584"/>
                </a:lnTo>
                <a:lnTo>
                  <a:pt x="146304" y="100584"/>
                </a:lnTo>
                <a:lnTo>
                  <a:pt x="144780" y="99060"/>
                </a:lnTo>
                <a:lnTo>
                  <a:pt x="140208" y="96012"/>
                </a:lnTo>
                <a:lnTo>
                  <a:pt x="121920" y="102108"/>
                </a:lnTo>
                <a:lnTo>
                  <a:pt x="128016" y="105156"/>
                </a:lnTo>
                <a:lnTo>
                  <a:pt x="140208" y="105156"/>
                </a:lnTo>
                <a:lnTo>
                  <a:pt x="149047" y="104559"/>
                </a:lnTo>
                <a:lnTo>
                  <a:pt x="180771" y="74676"/>
                </a:lnTo>
                <a:lnTo>
                  <a:pt x="181356" y="67056"/>
                </a:lnTo>
                <a:lnTo>
                  <a:pt x="180771" y="59575"/>
                </a:lnTo>
                <a:lnTo>
                  <a:pt x="149263" y="31280"/>
                </a:lnTo>
                <a:lnTo>
                  <a:pt x="137160" y="28956"/>
                </a:lnTo>
                <a:lnTo>
                  <a:pt x="144780" y="15240"/>
                </a:lnTo>
                <a:lnTo>
                  <a:pt x="176784" y="15240"/>
                </a:lnTo>
                <a:lnTo>
                  <a:pt x="176784" y="13716"/>
                </a:lnTo>
                <a:lnTo>
                  <a:pt x="1828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7" name="object 97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503420" y="7466076"/>
            <a:ext cx="187452" cy="105156"/>
          </a:xfrm>
          <a:prstGeom prst="rect">
            <a:avLst/>
          </a:prstGeom>
        </p:spPr>
      </p:pic>
      <p:pic>
        <p:nvPicPr>
          <p:cNvPr id="98" name="object 98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951476" y="7466076"/>
            <a:ext cx="182879" cy="103632"/>
          </a:xfrm>
          <a:prstGeom prst="rect">
            <a:avLst/>
          </a:prstGeom>
        </p:spPr>
      </p:pic>
      <p:sp>
        <p:nvSpPr>
          <p:cNvPr id="99" name="object 99" descr=""/>
          <p:cNvSpPr/>
          <p:nvPr/>
        </p:nvSpPr>
        <p:spPr>
          <a:xfrm>
            <a:off x="5401043" y="7466076"/>
            <a:ext cx="182880" cy="104139"/>
          </a:xfrm>
          <a:custGeom>
            <a:avLst/>
            <a:gdLst/>
            <a:ahLst/>
            <a:cxnLst/>
            <a:rect l="l" t="t" r="r" b="b"/>
            <a:pathLst>
              <a:path w="182879" h="104140">
                <a:moveTo>
                  <a:pt x="68580" y="51828"/>
                </a:moveTo>
                <a:lnTo>
                  <a:pt x="66128" y="30873"/>
                </a:lnTo>
                <a:lnTo>
                  <a:pt x="59245" y="14490"/>
                </a:lnTo>
                <a:lnTo>
                  <a:pt x="54864" y="10083"/>
                </a:lnTo>
                <a:lnTo>
                  <a:pt x="54864" y="51828"/>
                </a:lnTo>
                <a:lnTo>
                  <a:pt x="53467" y="72707"/>
                </a:lnTo>
                <a:lnTo>
                  <a:pt x="49339" y="87452"/>
                </a:lnTo>
                <a:lnTo>
                  <a:pt x="42659" y="96189"/>
                </a:lnTo>
                <a:lnTo>
                  <a:pt x="33528" y="99072"/>
                </a:lnTo>
                <a:lnTo>
                  <a:pt x="25298" y="96189"/>
                </a:lnTo>
                <a:lnTo>
                  <a:pt x="25171" y="96024"/>
                </a:lnTo>
                <a:lnTo>
                  <a:pt x="19050" y="87452"/>
                </a:lnTo>
                <a:lnTo>
                  <a:pt x="15100" y="72707"/>
                </a:lnTo>
                <a:lnTo>
                  <a:pt x="13716" y="51828"/>
                </a:lnTo>
                <a:lnTo>
                  <a:pt x="13830" y="50304"/>
                </a:lnTo>
                <a:lnTo>
                  <a:pt x="15125" y="31584"/>
                </a:lnTo>
                <a:lnTo>
                  <a:pt x="19240" y="16776"/>
                </a:lnTo>
                <a:lnTo>
                  <a:pt x="20929" y="14490"/>
                </a:lnTo>
                <a:lnTo>
                  <a:pt x="26073" y="7632"/>
                </a:lnTo>
                <a:lnTo>
                  <a:pt x="35052" y="4584"/>
                </a:lnTo>
                <a:lnTo>
                  <a:pt x="43167" y="7632"/>
                </a:lnTo>
                <a:lnTo>
                  <a:pt x="47967" y="14490"/>
                </a:lnTo>
                <a:lnTo>
                  <a:pt x="49530" y="16776"/>
                </a:lnTo>
                <a:lnTo>
                  <a:pt x="53492" y="31584"/>
                </a:lnTo>
                <a:lnTo>
                  <a:pt x="54864" y="51828"/>
                </a:lnTo>
                <a:lnTo>
                  <a:pt x="54864" y="10083"/>
                </a:lnTo>
                <a:lnTo>
                  <a:pt x="49415" y="4584"/>
                </a:lnTo>
                <a:lnTo>
                  <a:pt x="48653" y="3822"/>
                </a:lnTo>
                <a:lnTo>
                  <a:pt x="35052" y="12"/>
                </a:lnTo>
                <a:lnTo>
                  <a:pt x="25908" y="12"/>
                </a:lnTo>
                <a:lnTo>
                  <a:pt x="863" y="37846"/>
                </a:lnTo>
                <a:lnTo>
                  <a:pt x="0" y="50304"/>
                </a:lnTo>
                <a:lnTo>
                  <a:pt x="101" y="51828"/>
                </a:lnTo>
                <a:lnTo>
                  <a:pt x="838" y="62966"/>
                </a:lnTo>
                <a:lnTo>
                  <a:pt x="16764" y="99072"/>
                </a:lnTo>
                <a:lnTo>
                  <a:pt x="25908" y="103644"/>
                </a:lnTo>
                <a:lnTo>
                  <a:pt x="42672" y="103644"/>
                </a:lnTo>
                <a:lnTo>
                  <a:pt x="48768" y="100596"/>
                </a:lnTo>
                <a:lnTo>
                  <a:pt x="50800" y="99072"/>
                </a:lnTo>
                <a:lnTo>
                  <a:pt x="54864" y="96024"/>
                </a:lnTo>
                <a:lnTo>
                  <a:pt x="60223" y="87833"/>
                </a:lnTo>
                <a:lnTo>
                  <a:pt x="64579" y="77355"/>
                </a:lnTo>
                <a:lnTo>
                  <a:pt x="67513" y="65163"/>
                </a:lnTo>
                <a:lnTo>
                  <a:pt x="68580" y="51828"/>
                </a:lnTo>
                <a:close/>
              </a:path>
              <a:path w="182879" h="104140">
                <a:moveTo>
                  <a:pt x="102120" y="89916"/>
                </a:moveTo>
                <a:lnTo>
                  <a:pt x="97548" y="86868"/>
                </a:lnTo>
                <a:lnTo>
                  <a:pt x="88404" y="86868"/>
                </a:lnTo>
                <a:lnTo>
                  <a:pt x="85356" y="89916"/>
                </a:lnTo>
                <a:lnTo>
                  <a:pt x="85356" y="100584"/>
                </a:lnTo>
                <a:lnTo>
                  <a:pt x="89928" y="103632"/>
                </a:lnTo>
                <a:lnTo>
                  <a:pt x="96024" y="103632"/>
                </a:lnTo>
                <a:lnTo>
                  <a:pt x="102120" y="100584"/>
                </a:lnTo>
                <a:lnTo>
                  <a:pt x="102120" y="96012"/>
                </a:lnTo>
                <a:lnTo>
                  <a:pt x="102120" y="89916"/>
                </a:lnTo>
                <a:close/>
              </a:path>
              <a:path w="182879" h="104140">
                <a:moveTo>
                  <a:pt x="182880" y="77724"/>
                </a:moveTo>
                <a:lnTo>
                  <a:pt x="182765" y="76822"/>
                </a:lnTo>
                <a:lnTo>
                  <a:pt x="181889" y="70154"/>
                </a:lnTo>
                <a:lnTo>
                  <a:pt x="178308" y="62865"/>
                </a:lnTo>
                <a:lnTo>
                  <a:pt x="172212" y="56032"/>
                </a:lnTo>
                <a:lnTo>
                  <a:pt x="172212" y="82308"/>
                </a:lnTo>
                <a:lnTo>
                  <a:pt x="172212" y="92976"/>
                </a:lnTo>
                <a:lnTo>
                  <a:pt x="164592" y="99072"/>
                </a:lnTo>
                <a:lnTo>
                  <a:pt x="153924" y="99072"/>
                </a:lnTo>
                <a:lnTo>
                  <a:pt x="146329" y="97447"/>
                </a:lnTo>
                <a:lnTo>
                  <a:pt x="140017" y="92976"/>
                </a:lnTo>
                <a:lnTo>
                  <a:pt x="135712" y="86207"/>
                </a:lnTo>
                <a:lnTo>
                  <a:pt x="134112" y="77724"/>
                </a:lnTo>
                <a:lnTo>
                  <a:pt x="134239" y="76822"/>
                </a:lnTo>
                <a:lnTo>
                  <a:pt x="134975" y="71158"/>
                </a:lnTo>
                <a:lnTo>
                  <a:pt x="137541" y="65151"/>
                </a:lnTo>
                <a:lnTo>
                  <a:pt x="141833" y="59728"/>
                </a:lnTo>
                <a:lnTo>
                  <a:pt x="147828" y="54864"/>
                </a:lnTo>
                <a:lnTo>
                  <a:pt x="156972" y="60960"/>
                </a:lnTo>
                <a:lnTo>
                  <a:pt x="163855" y="66446"/>
                </a:lnTo>
                <a:lnTo>
                  <a:pt x="168592" y="71628"/>
                </a:lnTo>
                <a:lnTo>
                  <a:pt x="171335" y="76822"/>
                </a:lnTo>
                <a:lnTo>
                  <a:pt x="172212" y="82308"/>
                </a:lnTo>
                <a:lnTo>
                  <a:pt x="172212" y="56032"/>
                </a:lnTo>
                <a:lnTo>
                  <a:pt x="171310" y="55016"/>
                </a:lnTo>
                <a:lnTo>
                  <a:pt x="171145" y="54864"/>
                </a:lnTo>
                <a:lnTo>
                  <a:pt x="160020" y="45720"/>
                </a:lnTo>
                <a:lnTo>
                  <a:pt x="164795" y="42672"/>
                </a:lnTo>
                <a:lnTo>
                  <a:pt x="168668" y="40195"/>
                </a:lnTo>
                <a:lnTo>
                  <a:pt x="174307" y="34671"/>
                </a:lnTo>
                <a:lnTo>
                  <a:pt x="177380" y="28575"/>
                </a:lnTo>
                <a:lnTo>
                  <a:pt x="178308" y="21336"/>
                </a:lnTo>
                <a:lnTo>
                  <a:pt x="176403" y="12865"/>
                </a:lnTo>
                <a:lnTo>
                  <a:pt x="171069" y="6096"/>
                </a:lnTo>
                <a:lnTo>
                  <a:pt x="169164" y="5054"/>
                </a:lnTo>
                <a:lnTo>
                  <a:pt x="169164" y="10668"/>
                </a:lnTo>
                <a:lnTo>
                  <a:pt x="169164" y="28956"/>
                </a:lnTo>
                <a:lnTo>
                  <a:pt x="164592" y="36576"/>
                </a:lnTo>
                <a:lnTo>
                  <a:pt x="155448" y="42672"/>
                </a:lnTo>
                <a:lnTo>
                  <a:pt x="153924" y="42672"/>
                </a:lnTo>
                <a:lnTo>
                  <a:pt x="135636" y="18288"/>
                </a:lnTo>
                <a:lnTo>
                  <a:pt x="135636" y="10668"/>
                </a:lnTo>
                <a:lnTo>
                  <a:pt x="141732" y="4572"/>
                </a:lnTo>
                <a:lnTo>
                  <a:pt x="161544" y="4572"/>
                </a:lnTo>
                <a:lnTo>
                  <a:pt x="169164" y="10668"/>
                </a:lnTo>
                <a:lnTo>
                  <a:pt x="169164" y="5054"/>
                </a:lnTo>
                <a:lnTo>
                  <a:pt x="168287" y="4572"/>
                </a:lnTo>
                <a:lnTo>
                  <a:pt x="162877" y="1625"/>
                </a:lnTo>
                <a:lnTo>
                  <a:pt x="152400" y="0"/>
                </a:lnTo>
                <a:lnTo>
                  <a:pt x="140804" y="1892"/>
                </a:lnTo>
                <a:lnTo>
                  <a:pt x="131635" y="7048"/>
                </a:lnTo>
                <a:lnTo>
                  <a:pt x="125615" y="14795"/>
                </a:lnTo>
                <a:lnTo>
                  <a:pt x="123444" y="24384"/>
                </a:lnTo>
                <a:lnTo>
                  <a:pt x="123482" y="24676"/>
                </a:lnTo>
                <a:lnTo>
                  <a:pt x="124180" y="30480"/>
                </a:lnTo>
                <a:lnTo>
                  <a:pt x="127025" y="36296"/>
                </a:lnTo>
                <a:lnTo>
                  <a:pt x="127241" y="36576"/>
                </a:lnTo>
                <a:lnTo>
                  <a:pt x="133096" y="43040"/>
                </a:lnTo>
                <a:lnTo>
                  <a:pt x="143256" y="51816"/>
                </a:lnTo>
                <a:lnTo>
                  <a:pt x="133121" y="59728"/>
                </a:lnTo>
                <a:lnTo>
                  <a:pt x="127063" y="66103"/>
                </a:lnTo>
                <a:lnTo>
                  <a:pt x="124193" y="72186"/>
                </a:lnTo>
                <a:lnTo>
                  <a:pt x="123444" y="79260"/>
                </a:lnTo>
                <a:lnTo>
                  <a:pt x="125615" y="88849"/>
                </a:lnTo>
                <a:lnTo>
                  <a:pt x="131635" y="96596"/>
                </a:lnTo>
                <a:lnTo>
                  <a:pt x="140766" y="101739"/>
                </a:lnTo>
                <a:lnTo>
                  <a:pt x="152400" y="103644"/>
                </a:lnTo>
                <a:lnTo>
                  <a:pt x="164884" y="101739"/>
                </a:lnTo>
                <a:lnTo>
                  <a:pt x="169697" y="99072"/>
                </a:lnTo>
                <a:lnTo>
                  <a:pt x="174498" y="96405"/>
                </a:lnTo>
                <a:lnTo>
                  <a:pt x="180695" y="88214"/>
                </a:lnTo>
                <a:lnTo>
                  <a:pt x="182880" y="77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0" name="object 100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849112" y="7466076"/>
            <a:ext cx="184403" cy="105156"/>
          </a:xfrm>
          <a:prstGeom prst="rect">
            <a:avLst/>
          </a:prstGeom>
        </p:spPr>
      </p:pic>
      <p:sp>
        <p:nvSpPr>
          <p:cNvPr id="101" name="object 101" descr=""/>
          <p:cNvSpPr/>
          <p:nvPr/>
        </p:nvSpPr>
        <p:spPr>
          <a:xfrm>
            <a:off x="6370320" y="7466076"/>
            <a:ext cx="43180" cy="102235"/>
          </a:xfrm>
          <a:custGeom>
            <a:avLst/>
            <a:gdLst/>
            <a:ahLst/>
            <a:cxnLst/>
            <a:rect l="l" t="t" r="r" b="b"/>
            <a:pathLst>
              <a:path w="43179" h="102234">
                <a:moveTo>
                  <a:pt x="42672" y="102107"/>
                </a:moveTo>
                <a:lnTo>
                  <a:pt x="0" y="102107"/>
                </a:lnTo>
                <a:lnTo>
                  <a:pt x="0" y="100583"/>
                </a:lnTo>
                <a:lnTo>
                  <a:pt x="7620" y="100583"/>
                </a:lnTo>
                <a:lnTo>
                  <a:pt x="9144" y="99059"/>
                </a:lnTo>
                <a:lnTo>
                  <a:pt x="12192" y="97535"/>
                </a:lnTo>
                <a:lnTo>
                  <a:pt x="13716" y="97535"/>
                </a:lnTo>
                <a:lnTo>
                  <a:pt x="15240" y="92963"/>
                </a:lnTo>
                <a:lnTo>
                  <a:pt x="15240" y="15239"/>
                </a:lnTo>
                <a:lnTo>
                  <a:pt x="13716" y="12191"/>
                </a:lnTo>
                <a:lnTo>
                  <a:pt x="9144" y="12191"/>
                </a:lnTo>
                <a:lnTo>
                  <a:pt x="6096" y="13715"/>
                </a:lnTo>
                <a:lnTo>
                  <a:pt x="3048" y="13715"/>
                </a:lnTo>
                <a:lnTo>
                  <a:pt x="3048" y="15239"/>
                </a:lnTo>
                <a:lnTo>
                  <a:pt x="0" y="15239"/>
                </a:lnTo>
                <a:lnTo>
                  <a:pt x="0" y="13715"/>
                </a:lnTo>
                <a:lnTo>
                  <a:pt x="27432" y="0"/>
                </a:lnTo>
                <a:lnTo>
                  <a:pt x="28956" y="0"/>
                </a:lnTo>
                <a:lnTo>
                  <a:pt x="28956" y="99059"/>
                </a:lnTo>
                <a:lnTo>
                  <a:pt x="30480" y="100583"/>
                </a:lnTo>
                <a:lnTo>
                  <a:pt x="42672" y="100583"/>
                </a:lnTo>
                <a:lnTo>
                  <a:pt x="42672" y="1021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2" name="object 102" descr=""/>
          <p:cNvGrpSpPr/>
          <p:nvPr/>
        </p:nvGrpSpPr>
        <p:grpSpPr>
          <a:xfrm>
            <a:off x="1601724" y="5407152"/>
            <a:ext cx="4822190" cy="2162810"/>
            <a:chOff x="1601724" y="5407152"/>
            <a:chExt cx="4822190" cy="2162810"/>
          </a:xfrm>
        </p:grpSpPr>
        <p:pic>
          <p:nvPicPr>
            <p:cNvPr id="103" name="object 103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601724" y="5407152"/>
              <a:ext cx="341375" cy="2162556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1908048" y="5457443"/>
              <a:ext cx="4485640" cy="1931035"/>
            </a:xfrm>
            <a:custGeom>
              <a:avLst/>
              <a:gdLst/>
              <a:ahLst/>
              <a:cxnLst/>
              <a:rect l="l" t="t" r="r" b="b"/>
              <a:pathLst>
                <a:path w="4485640" h="1931034">
                  <a:moveTo>
                    <a:pt x="13691" y="1930908"/>
                  </a:moveTo>
                  <a:lnTo>
                    <a:pt x="1016" y="1930908"/>
                  </a:lnTo>
                  <a:lnTo>
                    <a:pt x="0" y="1928622"/>
                  </a:lnTo>
                  <a:lnTo>
                    <a:pt x="0" y="1920454"/>
                  </a:lnTo>
                  <a:lnTo>
                    <a:pt x="4466368" y="0"/>
                  </a:lnTo>
                  <a:lnTo>
                    <a:pt x="4483269" y="0"/>
                  </a:lnTo>
                  <a:lnTo>
                    <a:pt x="4485132" y="4191"/>
                  </a:lnTo>
                  <a:lnTo>
                    <a:pt x="4485132" y="8274"/>
                  </a:lnTo>
                  <a:lnTo>
                    <a:pt x="13691" y="1930908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876043" y="7351776"/>
              <a:ext cx="65532" cy="67056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772155" y="6967728"/>
              <a:ext cx="65532" cy="65532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668268" y="6582156"/>
              <a:ext cx="65532" cy="65532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565903" y="6196584"/>
              <a:ext cx="65532" cy="65532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462016" y="5811011"/>
              <a:ext cx="65532" cy="65532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358127" y="5425440"/>
              <a:ext cx="65532" cy="65532"/>
            </a:xfrm>
            <a:prstGeom prst="rect">
              <a:avLst/>
            </a:prstGeom>
          </p:spPr>
        </p:pic>
      </p:grpSp>
      <p:pic>
        <p:nvPicPr>
          <p:cNvPr id="111" name="object 111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108703" y="7674864"/>
            <a:ext cx="71628" cy="68580"/>
          </a:xfrm>
          <a:prstGeom prst="rect">
            <a:avLst/>
          </a:prstGeom>
        </p:spPr>
      </p:pic>
      <p:grpSp>
        <p:nvGrpSpPr>
          <p:cNvPr id="112" name="object 112" descr=""/>
          <p:cNvGrpSpPr/>
          <p:nvPr/>
        </p:nvGrpSpPr>
        <p:grpSpPr>
          <a:xfrm>
            <a:off x="1341119" y="6256020"/>
            <a:ext cx="155575" cy="342900"/>
            <a:chOff x="1341119" y="6256020"/>
            <a:chExt cx="155575" cy="342900"/>
          </a:xfrm>
        </p:grpSpPr>
        <p:pic>
          <p:nvPicPr>
            <p:cNvPr id="113" name="object 113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351788" y="6451092"/>
              <a:ext cx="144779" cy="147827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341119" y="6256020"/>
              <a:ext cx="140208" cy="166116"/>
            </a:xfrm>
            <a:prstGeom prst="rect">
              <a:avLst/>
            </a:prstGeom>
          </p:spPr>
        </p:pic>
      </p:grpSp>
      <p:pic>
        <p:nvPicPr>
          <p:cNvPr id="115" name="object 115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917447" y="8298180"/>
            <a:ext cx="1984248" cy="155448"/>
          </a:xfrm>
          <a:prstGeom prst="rect">
            <a:avLst/>
          </a:prstGeom>
        </p:spPr>
      </p:pic>
      <p:grpSp>
        <p:nvGrpSpPr>
          <p:cNvPr id="116" name="object 116" descr=""/>
          <p:cNvGrpSpPr/>
          <p:nvPr/>
        </p:nvGrpSpPr>
        <p:grpSpPr>
          <a:xfrm>
            <a:off x="1938527" y="8775192"/>
            <a:ext cx="131445" cy="137160"/>
            <a:chOff x="1938527" y="8775192"/>
            <a:chExt cx="131445" cy="137160"/>
          </a:xfrm>
        </p:grpSpPr>
        <p:sp>
          <p:nvSpPr>
            <p:cNvPr id="117" name="object 117" descr=""/>
            <p:cNvSpPr/>
            <p:nvPr/>
          </p:nvSpPr>
          <p:spPr>
            <a:xfrm>
              <a:off x="1938528" y="8775192"/>
              <a:ext cx="38100" cy="137160"/>
            </a:xfrm>
            <a:custGeom>
              <a:avLst/>
              <a:gdLst/>
              <a:ahLst/>
              <a:cxnLst/>
              <a:rect l="l" t="t" r="r" b="b"/>
              <a:pathLst>
                <a:path w="38100" h="137159">
                  <a:moveTo>
                    <a:pt x="762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620" y="137160"/>
                  </a:lnTo>
                  <a:lnTo>
                    <a:pt x="7620" y="0"/>
                  </a:lnTo>
                  <a:close/>
                </a:path>
                <a:path w="38100" h="137159">
                  <a:moveTo>
                    <a:pt x="38100" y="0"/>
                  </a:moveTo>
                  <a:lnTo>
                    <a:pt x="30480" y="0"/>
                  </a:lnTo>
                  <a:lnTo>
                    <a:pt x="30480" y="137160"/>
                  </a:lnTo>
                  <a:lnTo>
                    <a:pt x="38100" y="13716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999487" y="8813292"/>
              <a:ext cx="70104" cy="71628"/>
            </a:xfrm>
            <a:prstGeom prst="rect">
              <a:avLst/>
            </a:prstGeom>
          </p:spPr>
        </p:pic>
      </p:grpSp>
      <p:sp>
        <p:nvSpPr>
          <p:cNvPr id="119" name="object 119" descr=""/>
          <p:cNvSpPr/>
          <p:nvPr/>
        </p:nvSpPr>
        <p:spPr>
          <a:xfrm>
            <a:off x="2090928" y="8775192"/>
            <a:ext cx="109855" cy="152400"/>
          </a:xfrm>
          <a:custGeom>
            <a:avLst/>
            <a:gdLst/>
            <a:ahLst/>
            <a:cxnLst/>
            <a:rect l="l" t="t" r="r" b="b"/>
            <a:pathLst>
              <a:path w="109855" h="152400">
                <a:moveTo>
                  <a:pt x="7620" y="0"/>
                </a:moveTo>
                <a:lnTo>
                  <a:pt x="0" y="0"/>
                </a:lnTo>
                <a:lnTo>
                  <a:pt x="0" y="137160"/>
                </a:lnTo>
                <a:lnTo>
                  <a:pt x="7620" y="137160"/>
                </a:lnTo>
                <a:lnTo>
                  <a:pt x="7620" y="0"/>
                </a:lnTo>
                <a:close/>
              </a:path>
              <a:path w="109855" h="152400">
                <a:moveTo>
                  <a:pt x="38100" y="0"/>
                </a:moveTo>
                <a:lnTo>
                  <a:pt x="30480" y="0"/>
                </a:lnTo>
                <a:lnTo>
                  <a:pt x="30480" y="137160"/>
                </a:lnTo>
                <a:lnTo>
                  <a:pt x="38100" y="137160"/>
                </a:lnTo>
                <a:lnTo>
                  <a:pt x="38100" y="0"/>
                </a:lnTo>
                <a:close/>
              </a:path>
              <a:path w="109855" h="152400">
                <a:moveTo>
                  <a:pt x="109728" y="85344"/>
                </a:moveTo>
                <a:lnTo>
                  <a:pt x="100584" y="85344"/>
                </a:lnTo>
                <a:lnTo>
                  <a:pt x="97536" y="83820"/>
                </a:lnTo>
                <a:lnTo>
                  <a:pt x="96012" y="83058"/>
                </a:lnTo>
                <a:lnTo>
                  <a:pt x="96012" y="85344"/>
                </a:lnTo>
                <a:lnTo>
                  <a:pt x="96012" y="94488"/>
                </a:lnTo>
                <a:lnTo>
                  <a:pt x="94488" y="100584"/>
                </a:lnTo>
                <a:lnTo>
                  <a:pt x="92964" y="103632"/>
                </a:lnTo>
                <a:lnTo>
                  <a:pt x="91440" y="108204"/>
                </a:lnTo>
                <a:lnTo>
                  <a:pt x="86893" y="111239"/>
                </a:lnTo>
                <a:lnTo>
                  <a:pt x="79222" y="111239"/>
                </a:lnTo>
                <a:lnTo>
                  <a:pt x="76200" y="108204"/>
                </a:lnTo>
                <a:lnTo>
                  <a:pt x="76200" y="91440"/>
                </a:lnTo>
                <a:lnTo>
                  <a:pt x="82296" y="83820"/>
                </a:lnTo>
                <a:lnTo>
                  <a:pt x="94488" y="83820"/>
                </a:lnTo>
                <a:lnTo>
                  <a:pt x="96012" y="85344"/>
                </a:lnTo>
                <a:lnTo>
                  <a:pt x="96012" y="83058"/>
                </a:lnTo>
                <a:lnTo>
                  <a:pt x="94488" y="82296"/>
                </a:lnTo>
                <a:lnTo>
                  <a:pt x="89916" y="82296"/>
                </a:lnTo>
                <a:lnTo>
                  <a:pt x="81432" y="83654"/>
                </a:lnTo>
                <a:lnTo>
                  <a:pt x="74676" y="87439"/>
                </a:lnTo>
                <a:lnTo>
                  <a:pt x="70192" y="93230"/>
                </a:lnTo>
                <a:lnTo>
                  <a:pt x="68580" y="100584"/>
                </a:lnTo>
                <a:lnTo>
                  <a:pt x="68580" y="105156"/>
                </a:lnTo>
                <a:lnTo>
                  <a:pt x="70104" y="109728"/>
                </a:lnTo>
                <a:lnTo>
                  <a:pt x="76200" y="112776"/>
                </a:lnTo>
                <a:lnTo>
                  <a:pt x="70104" y="117348"/>
                </a:lnTo>
                <a:lnTo>
                  <a:pt x="68580" y="118872"/>
                </a:lnTo>
                <a:lnTo>
                  <a:pt x="68580" y="123444"/>
                </a:lnTo>
                <a:lnTo>
                  <a:pt x="71628" y="126492"/>
                </a:lnTo>
                <a:lnTo>
                  <a:pt x="60960" y="132588"/>
                </a:lnTo>
                <a:lnTo>
                  <a:pt x="59436" y="135636"/>
                </a:lnTo>
                <a:lnTo>
                  <a:pt x="59436" y="147828"/>
                </a:lnTo>
                <a:lnTo>
                  <a:pt x="65532" y="152400"/>
                </a:lnTo>
                <a:lnTo>
                  <a:pt x="76200" y="152400"/>
                </a:lnTo>
                <a:lnTo>
                  <a:pt x="86436" y="151307"/>
                </a:lnTo>
                <a:lnTo>
                  <a:pt x="87490" y="150876"/>
                </a:lnTo>
                <a:lnTo>
                  <a:pt x="94107" y="148209"/>
                </a:lnTo>
                <a:lnTo>
                  <a:pt x="98907" y="143408"/>
                </a:lnTo>
                <a:lnTo>
                  <a:pt x="100584" y="137160"/>
                </a:lnTo>
                <a:lnTo>
                  <a:pt x="100584" y="129540"/>
                </a:lnTo>
                <a:lnTo>
                  <a:pt x="97536" y="126492"/>
                </a:lnTo>
                <a:lnTo>
                  <a:pt x="96012" y="124968"/>
                </a:lnTo>
                <a:lnTo>
                  <a:pt x="94488" y="124587"/>
                </a:lnTo>
                <a:lnTo>
                  <a:pt x="94488" y="135636"/>
                </a:lnTo>
                <a:lnTo>
                  <a:pt x="94488" y="146304"/>
                </a:lnTo>
                <a:lnTo>
                  <a:pt x="86868" y="150876"/>
                </a:lnTo>
                <a:lnTo>
                  <a:pt x="70104" y="150876"/>
                </a:lnTo>
                <a:lnTo>
                  <a:pt x="65532" y="146304"/>
                </a:lnTo>
                <a:lnTo>
                  <a:pt x="65532" y="134112"/>
                </a:lnTo>
                <a:lnTo>
                  <a:pt x="73152" y="126492"/>
                </a:lnTo>
                <a:lnTo>
                  <a:pt x="74676" y="126492"/>
                </a:lnTo>
                <a:lnTo>
                  <a:pt x="77724" y="128016"/>
                </a:lnTo>
                <a:lnTo>
                  <a:pt x="89916" y="132588"/>
                </a:lnTo>
                <a:lnTo>
                  <a:pt x="94488" y="135636"/>
                </a:lnTo>
                <a:lnTo>
                  <a:pt x="94488" y="124587"/>
                </a:lnTo>
                <a:lnTo>
                  <a:pt x="83820" y="121920"/>
                </a:lnTo>
                <a:lnTo>
                  <a:pt x="79248" y="120396"/>
                </a:lnTo>
                <a:lnTo>
                  <a:pt x="76200" y="118872"/>
                </a:lnTo>
                <a:lnTo>
                  <a:pt x="76200" y="115824"/>
                </a:lnTo>
                <a:lnTo>
                  <a:pt x="79248" y="112776"/>
                </a:lnTo>
                <a:lnTo>
                  <a:pt x="85344" y="112776"/>
                </a:lnTo>
                <a:lnTo>
                  <a:pt x="92290" y="111239"/>
                </a:lnTo>
                <a:lnTo>
                  <a:pt x="98679" y="107251"/>
                </a:lnTo>
                <a:lnTo>
                  <a:pt x="103339" y="101854"/>
                </a:lnTo>
                <a:lnTo>
                  <a:pt x="105156" y="96012"/>
                </a:lnTo>
                <a:lnTo>
                  <a:pt x="105156" y="91440"/>
                </a:lnTo>
                <a:lnTo>
                  <a:pt x="103632" y="89916"/>
                </a:lnTo>
                <a:lnTo>
                  <a:pt x="109728" y="89916"/>
                </a:lnTo>
                <a:lnTo>
                  <a:pt x="109728" y="853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 descr=""/>
          <p:cNvSpPr/>
          <p:nvPr/>
        </p:nvSpPr>
        <p:spPr>
          <a:xfrm>
            <a:off x="2266188" y="8823959"/>
            <a:ext cx="78105" cy="40005"/>
          </a:xfrm>
          <a:custGeom>
            <a:avLst/>
            <a:gdLst/>
            <a:ahLst/>
            <a:cxnLst/>
            <a:rect l="l" t="t" r="r" b="b"/>
            <a:pathLst>
              <a:path w="78105" h="40004">
                <a:moveTo>
                  <a:pt x="77724" y="7620"/>
                </a:moveTo>
                <a:lnTo>
                  <a:pt x="0" y="7620"/>
                </a:lnTo>
                <a:lnTo>
                  <a:pt x="0" y="0"/>
                </a:lnTo>
                <a:lnTo>
                  <a:pt x="77724" y="0"/>
                </a:lnTo>
                <a:lnTo>
                  <a:pt x="77724" y="7620"/>
                </a:lnTo>
                <a:close/>
              </a:path>
              <a:path w="78105" h="40004">
                <a:moveTo>
                  <a:pt x="77724" y="39624"/>
                </a:moveTo>
                <a:lnTo>
                  <a:pt x="0" y="39624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39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1" name="object 121" descr=""/>
          <p:cNvGrpSpPr/>
          <p:nvPr/>
        </p:nvGrpSpPr>
        <p:grpSpPr>
          <a:xfrm>
            <a:off x="2403348" y="8779764"/>
            <a:ext cx="601980" cy="152400"/>
            <a:chOff x="2403348" y="8779764"/>
            <a:chExt cx="601980" cy="152400"/>
          </a:xfrm>
        </p:grpSpPr>
        <p:pic>
          <p:nvPicPr>
            <p:cNvPr id="122" name="object 122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2403348" y="8779764"/>
              <a:ext cx="103631" cy="152400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2500883" y="8779764"/>
              <a:ext cx="475615" cy="9525"/>
            </a:xfrm>
            <a:custGeom>
              <a:avLst/>
              <a:gdLst/>
              <a:ahLst/>
              <a:cxnLst/>
              <a:rect l="l" t="t" r="r" b="b"/>
              <a:pathLst>
                <a:path w="475614" h="9525">
                  <a:moveTo>
                    <a:pt x="475488" y="9144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475488" y="0"/>
                  </a:lnTo>
                  <a:lnTo>
                    <a:pt x="475488" y="91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2505455" y="8816340"/>
              <a:ext cx="100583" cy="91439"/>
            </a:xfrm>
            <a:prstGeom prst="rect">
              <a:avLst/>
            </a:prstGeom>
          </p:spPr>
        </p:pic>
        <p:pic>
          <p:nvPicPr>
            <p:cNvPr id="125" name="object 125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2644139" y="8816340"/>
              <a:ext cx="155448" cy="111251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842259" y="8816340"/>
              <a:ext cx="120396" cy="111252"/>
            </a:xfrm>
            <a:prstGeom prst="rect">
              <a:avLst/>
            </a:prstGeom>
          </p:spPr>
        </p:pic>
        <p:sp>
          <p:nvSpPr>
            <p:cNvPr id="127" name="object 127" descr=""/>
            <p:cNvSpPr/>
            <p:nvPr/>
          </p:nvSpPr>
          <p:spPr>
            <a:xfrm>
              <a:off x="2983991" y="8868155"/>
              <a:ext cx="21590" cy="36830"/>
            </a:xfrm>
            <a:custGeom>
              <a:avLst/>
              <a:gdLst/>
              <a:ahLst/>
              <a:cxnLst/>
              <a:rect l="l" t="t" r="r" b="b"/>
              <a:pathLst>
                <a:path w="21589" h="36829">
                  <a:moveTo>
                    <a:pt x="10668" y="16764"/>
                  </a:moveTo>
                  <a:lnTo>
                    <a:pt x="6096" y="16764"/>
                  </a:lnTo>
                  <a:lnTo>
                    <a:pt x="0" y="15240"/>
                  </a:lnTo>
                  <a:lnTo>
                    <a:pt x="0" y="1524"/>
                  </a:lnTo>
                  <a:lnTo>
                    <a:pt x="4572" y="0"/>
                  </a:lnTo>
                  <a:lnTo>
                    <a:pt x="12192" y="0"/>
                  </a:lnTo>
                  <a:lnTo>
                    <a:pt x="21336" y="1524"/>
                  </a:lnTo>
                  <a:lnTo>
                    <a:pt x="21336" y="13716"/>
                  </a:lnTo>
                  <a:lnTo>
                    <a:pt x="20981" y="15240"/>
                  </a:lnTo>
                  <a:lnTo>
                    <a:pt x="12192" y="15240"/>
                  </a:lnTo>
                  <a:lnTo>
                    <a:pt x="10668" y="16764"/>
                  </a:lnTo>
                  <a:close/>
                </a:path>
                <a:path w="21589" h="36829">
                  <a:moveTo>
                    <a:pt x="4572" y="36576"/>
                  </a:moveTo>
                  <a:lnTo>
                    <a:pt x="3048" y="33528"/>
                  </a:lnTo>
                  <a:lnTo>
                    <a:pt x="12192" y="27432"/>
                  </a:lnTo>
                  <a:lnTo>
                    <a:pt x="15240" y="21336"/>
                  </a:lnTo>
                  <a:lnTo>
                    <a:pt x="15240" y="16764"/>
                  </a:lnTo>
                  <a:lnTo>
                    <a:pt x="13716" y="15240"/>
                  </a:lnTo>
                  <a:lnTo>
                    <a:pt x="20981" y="15240"/>
                  </a:lnTo>
                  <a:lnTo>
                    <a:pt x="19359" y="22217"/>
                  </a:lnTo>
                  <a:lnTo>
                    <a:pt x="14668" y="29146"/>
                  </a:lnTo>
                  <a:lnTo>
                    <a:pt x="9120" y="34075"/>
                  </a:lnTo>
                  <a:lnTo>
                    <a:pt x="4572" y="365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8" name="object 128" descr=""/>
          <p:cNvGrpSpPr/>
          <p:nvPr/>
        </p:nvGrpSpPr>
        <p:grpSpPr>
          <a:xfrm>
            <a:off x="3348227" y="8779764"/>
            <a:ext cx="230504" cy="216535"/>
            <a:chOff x="3348227" y="8779764"/>
            <a:chExt cx="230504" cy="216535"/>
          </a:xfrm>
        </p:grpSpPr>
        <p:pic>
          <p:nvPicPr>
            <p:cNvPr id="129" name="object 129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3348227" y="8779764"/>
              <a:ext cx="230124" cy="102108"/>
            </a:xfrm>
            <a:prstGeom prst="rect">
              <a:avLst/>
            </a:prstGeom>
          </p:spPr>
        </p:pic>
        <p:sp>
          <p:nvSpPr>
            <p:cNvPr id="130" name="object 130" descr=""/>
            <p:cNvSpPr/>
            <p:nvPr/>
          </p:nvSpPr>
          <p:spPr>
            <a:xfrm>
              <a:off x="3436619" y="8919972"/>
              <a:ext cx="55244" cy="76200"/>
            </a:xfrm>
            <a:custGeom>
              <a:avLst/>
              <a:gdLst/>
              <a:ahLst/>
              <a:cxnLst/>
              <a:rect l="l" t="t" r="r" b="b"/>
              <a:pathLst>
                <a:path w="55245" h="76200">
                  <a:moveTo>
                    <a:pt x="24384" y="54864"/>
                  </a:moveTo>
                  <a:lnTo>
                    <a:pt x="19812" y="54864"/>
                  </a:lnTo>
                  <a:lnTo>
                    <a:pt x="11572" y="52959"/>
                  </a:lnTo>
                  <a:lnTo>
                    <a:pt x="5334" y="47625"/>
                  </a:lnTo>
                  <a:lnTo>
                    <a:pt x="1381" y="39433"/>
                  </a:lnTo>
                  <a:lnTo>
                    <a:pt x="0" y="28956"/>
                  </a:lnTo>
                  <a:lnTo>
                    <a:pt x="1666" y="17359"/>
                  </a:lnTo>
                  <a:lnTo>
                    <a:pt x="6477" y="8191"/>
                  </a:lnTo>
                  <a:lnTo>
                    <a:pt x="14144" y="2166"/>
                  </a:lnTo>
                  <a:lnTo>
                    <a:pt x="24384" y="0"/>
                  </a:lnTo>
                  <a:lnTo>
                    <a:pt x="28956" y="0"/>
                  </a:lnTo>
                  <a:lnTo>
                    <a:pt x="33528" y="1524"/>
                  </a:lnTo>
                  <a:lnTo>
                    <a:pt x="35052" y="3048"/>
                  </a:lnTo>
                  <a:lnTo>
                    <a:pt x="25908" y="3048"/>
                  </a:lnTo>
                  <a:lnTo>
                    <a:pt x="21026" y="4714"/>
                  </a:lnTo>
                  <a:lnTo>
                    <a:pt x="17716" y="9525"/>
                  </a:lnTo>
                  <a:lnTo>
                    <a:pt x="15835" y="17192"/>
                  </a:lnTo>
                  <a:lnTo>
                    <a:pt x="15240" y="27432"/>
                  </a:lnTo>
                  <a:lnTo>
                    <a:pt x="15240" y="42672"/>
                  </a:lnTo>
                  <a:lnTo>
                    <a:pt x="18288" y="48768"/>
                  </a:lnTo>
                  <a:lnTo>
                    <a:pt x="33528" y="48768"/>
                  </a:lnTo>
                  <a:lnTo>
                    <a:pt x="28956" y="53340"/>
                  </a:lnTo>
                  <a:lnTo>
                    <a:pt x="24384" y="54864"/>
                  </a:lnTo>
                  <a:close/>
                </a:path>
                <a:path w="55245" h="76200">
                  <a:moveTo>
                    <a:pt x="48768" y="6096"/>
                  </a:moveTo>
                  <a:lnTo>
                    <a:pt x="38100" y="6096"/>
                  </a:lnTo>
                  <a:lnTo>
                    <a:pt x="47244" y="0"/>
                  </a:lnTo>
                  <a:lnTo>
                    <a:pt x="48768" y="0"/>
                  </a:lnTo>
                  <a:lnTo>
                    <a:pt x="48768" y="6096"/>
                  </a:lnTo>
                  <a:close/>
                </a:path>
                <a:path w="55245" h="76200">
                  <a:moveTo>
                    <a:pt x="54864" y="76200"/>
                  </a:moveTo>
                  <a:lnTo>
                    <a:pt x="25908" y="76200"/>
                  </a:lnTo>
                  <a:lnTo>
                    <a:pt x="25908" y="73152"/>
                  </a:lnTo>
                  <a:lnTo>
                    <a:pt x="32004" y="73152"/>
                  </a:lnTo>
                  <a:lnTo>
                    <a:pt x="33528" y="71628"/>
                  </a:lnTo>
                  <a:lnTo>
                    <a:pt x="33528" y="48768"/>
                  </a:lnTo>
                  <a:lnTo>
                    <a:pt x="28956" y="48768"/>
                  </a:lnTo>
                  <a:lnTo>
                    <a:pt x="32004" y="47244"/>
                  </a:lnTo>
                  <a:lnTo>
                    <a:pt x="33528" y="42672"/>
                  </a:lnTo>
                  <a:lnTo>
                    <a:pt x="33528" y="7620"/>
                  </a:lnTo>
                  <a:lnTo>
                    <a:pt x="30480" y="3048"/>
                  </a:lnTo>
                  <a:lnTo>
                    <a:pt x="35052" y="3048"/>
                  </a:lnTo>
                  <a:lnTo>
                    <a:pt x="38100" y="6096"/>
                  </a:lnTo>
                  <a:lnTo>
                    <a:pt x="48768" y="6096"/>
                  </a:lnTo>
                  <a:lnTo>
                    <a:pt x="48768" y="71628"/>
                  </a:lnTo>
                  <a:lnTo>
                    <a:pt x="50292" y="73152"/>
                  </a:lnTo>
                  <a:lnTo>
                    <a:pt x="54864" y="74676"/>
                  </a:lnTo>
                  <a:lnTo>
                    <a:pt x="54864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1" name="object 131" descr=""/>
          <p:cNvGrpSpPr/>
          <p:nvPr/>
        </p:nvGrpSpPr>
        <p:grpSpPr>
          <a:xfrm>
            <a:off x="3666744" y="8773667"/>
            <a:ext cx="358140" cy="140335"/>
            <a:chOff x="3666744" y="8773667"/>
            <a:chExt cx="358140" cy="140335"/>
          </a:xfrm>
        </p:grpSpPr>
        <p:sp>
          <p:nvSpPr>
            <p:cNvPr id="132" name="object 132" descr=""/>
            <p:cNvSpPr/>
            <p:nvPr/>
          </p:nvSpPr>
          <p:spPr>
            <a:xfrm>
              <a:off x="3666731" y="8775191"/>
              <a:ext cx="38100" cy="137160"/>
            </a:xfrm>
            <a:custGeom>
              <a:avLst/>
              <a:gdLst/>
              <a:ahLst/>
              <a:cxnLst/>
              <a:rect l="l" t="t" r="r" b="b"/>
              <a:pathLst>
                <a:path w="38100" h="137159">
                  <a:moveTo>
                    <a:pt x="762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620" y="137160"/>
                  </a:lnTo>
                  <a:lnTo>
                    <a:pt x="7620" y="0"/>
                  </a:lnTo>
                  <a:close/>
                </a:path>
                <a:path w="38100" h="137159">
                  <a:moveTo>
                    <a:pt x="38100" y="0"/>
                  </a:moveTo>
                  <a:lnTo>
                    <a:pt x="30480" y="0"/>
                  </a:lnTo>
                  <a:lnTo>
                    <a:pt x="30480" y="137160"/>
                  </a:lnTo>
                  <a:lnTo>
                    <a:pt x="38100" y="13716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3727704" y="8773667"/>
              <a:ext cx="297180" cy="140208"/>
            </a:xfrm>
            <a:prstGeom prst="rect">
              <a:avLst/>
            </a:prstGeom>
          </p:spPr>
        </p:pic>
      </p:grpSp>
      <p:sp>
        <p:nvSpPr>
          <p:cNvPr id="134" name="object 134" descr=""/>
          <p:cNvSpPr/>
          <p:nvPr/>
        </p:nvSpPr>
        <p:spPr>
          <a:xfrm>
            <a:off x="4059923" y="8746248"/>
            <a:ext cx="109855" cy="196850"/>
          </a:xfrm>
          <a:custGeom>
            <a:avLst/>
            <a:gdLst/>
            <a:ahLst/>
            <a:cxnLst/>
            <a:rect l="l" t="t" r="r" b="b"/>
            <a:pathLst>
              <a:path w="109854" h="196850">
                <a:moveTo>
                  <a:pt x="6096" y="28943"/>
                </a:moveTo>
                <a:lnTo>
                  <a:pt x="0" y="28943"/>
                </a:lnTo>
                <a:lnTo>
                  <a:pt x="0" y="166103"/>
                </a:lnTo>
                <a:lnTo>
                  <a:pt x="6096" y="166103"/>
                </a:lnTo>
                <a:lnTo>
                  <a:pt x="6096" y="28943"/>
                </a:lnTo>
                <a:close/>
              </a:path>
              <a:path w="109854" h="196850">
                <a:moveTo>
                  <a:pt x="36576" y="28943"/>
                </a:moveTo>
                <a:lnTo>
                  <a:pt x="30480" y="28943"/>
                </a:lnTo>
                <a:lnTo>
                  <a:pt x="30480" y="166103"/>
                </a:lnTo>
                <a:lnTo>
                  <a:pt x="36576" y="166103"/>
                </a:lnTo>
                <a:lnTo>
                  <a:pt x="36576" y="28943"/>
                </a:lnTo>
                <a:close/>
              </a:path>
              <a:path w="109854" h="196850">
                <a:moveTo>
                  <a:pt x="109728" y="128003"/>
                </a:moveTo>
                <a:lnTo>
                  <a:pt x="100584" y="128003"/>
                </a:lnTo>
                <a:lnTo>
                  <a:pt x="96012" y="125717"/>
                </a:lnTo>
                <a:lnTo>
                  <a:pt x="96012" y="129527"/>
                </a:lnTo>
                <a:lnTo>
                  <a:pt x="96012" y="138671"/>
                </a:lnTo>
                <a:lnTo>
                  <a:pt x="91440" y="152387"/>
                </a:lnTo>
                <a:lnTo>
                  <a:pt x="86868" y="153911"/>
                </a:lnTo>
                <a:lnTo>
                  <a:pt x="77724" y="153911"/>
                </a:lnTo>
                <a:lnTo>
                  <a:pt x="76200" y="150863"/>
                </a:lnTo>
                <a:lnTo>
                  <a:pt x="76200" y="135623"/>
                </a:lnTo>
                <a:lnTo>
                  <a:pt x="82296" y="128003"/>
                </a:lnTo>
                <a:lnTo>
                  <a:pt x="92964" y="128003"/>
                </a:lnTo>
                <a:lnTo>
                  <a:pt x="96012" y="129527"/>
                </a:lnTo>
                <a:lnTo>
                  <a:pt x="96012" y="125717"/>
                </a:lnTo>
                <a:lnTo>
                  <a:pt x="94488" y="124955"/>
                </a:lnTo>
                <a:lnTo>
                  <a:pt x="89916" y="124955"/>
                </a:lnTo>
                <a:lnTo>
                  <a:pt x="81445" y="126314"/>
                </a:lnTo>
                <a:lnTo>
                  <a:pt x="74676" y="130098"/>
                </a:lnTo>
                <a:lnTo>
                  <a:pt x="70205" y="135890"/>
                </a:lnTo>
                <a:lnTo>
                  <a:pt x="68580" y="143243"/>
                </a:lnTo>
                <a:lnTo>
                  <a:pt x="68580" y="149339"/>
                </a:lnTo>
                <a:lnTo>
                  <a:pt x="70104" y="152387"/>
                </a:lnTo>
                <a:lnTo>
                  <a:pt x="76111" y="155397"/>
                </a:lnTo>
                <a:lnTo>
                  <a:pt x="76263" y="155397"/>
                </a:lnTo>
                <a:lnTo>
                  <a:pt x="70104" y="160007"/>
                </a:lnTo>
                <a:lnTo>
                  <a:pt x="68580" y="163055"/>
                </a:lnTo>
                <a:lnTo>
                  <a:pt x="68580" y="167627"/>
                </a:lnTo>
                <a:lnTo>
                  <a:pt x="71628" y="169151"/>
                </a:lnTo>
                <a:lnTo>
                  <a:pt x="60960" y="176771"/>
                </a:lnTo>
                <a:lnTo>
                  <a:pt x="59436" y="178295"/>
                </a:lnTo>
                <a:lnTo>
                  <a:pt x="59436" y="192011"/>
                </a:lnTo>
                <a:lnTo>
                  <a:pt x="65532" y="196583"/>
                </a:lnTo>
                <a:lnTo>
                  <a:pt x="76200" y="196583"/>
                </a:lnTo>
                <a:lnTo>
                  <a:pt x="100584" y="179819"/>
                </a:lnTo>
                <a:lnTo>
                  <a:pt x="100584" y="173723"/>
                </a:lnTo>
                <a:lnTo>
                  <a:pt x="97536" y="170675"/>
                </a:lnTo>
                <a:lnTo>
                  <a:pt x="96012" y="169151"/>
                </a:lnTo>
                <a:lnTo>
                  <a:pt x="94488" y="168770"/>
                </a:lnTo>
                <a:lnTo>
                  <a:pt x="94488" y="178295"/>
                </a:lnTo>
                <a:lnTo>
                  <a:pt x="94488" y="188963"/>
                </a:lnTo>
                <a:lnTo>
                  <a:pt x="86868" y="193535"/>
                </a:lnTo>
                <a:lnTo>
                  <a:pt x="70104" y="193535"/>
                </a:lnTo>
                <a:lnTo>
                  <a:pt x="65532" y="190487"/>
                </a:lnTo>
                <a:lnTo>
                  <a:pt x="65532" y="178295"/>
                </a:lnTo>
                <a:lnTo>
                  <a:pt x="67056" y="176771"/>
                </a:lnTo>
                <a:lnTo>
                  <a:pt x="68580" y="173723"/>
                </a:lnTo>
                <a:lnTo>
                  <a:pt x="73152" y="170675"/>
                </a:lnTo>
                <a:lnTo>
                  <a:pt x="74676" y="170675"/>
                </a:lnTo>
                <a:lnTo>
                  <a:pt x="77724" y="172199"/>
                </a:lnTo>
                <a:lnTo>
                  <a:pt x="89916" y="175247"/>
                </a:lnTo>
                <a:lnTo>
                  <a:pt x="94488" y="178295"/>
                </a:lnTo>
                <a:lnTo>
                  <a:pt x="94488" y="168770"/>
                </a:lnTo>
                <a:lnTo>
                  <a:pt x="83820" y="166103"/>
                </a:lnTo>
                <a:lnTo>
                  <a:pt x="79248" y="164579"/>
                </a:lnTo>
                <a:lnTo>
                  <a:pt x="76200" y="163055"/>
                </a:lnTo>
                <a:lnTo>
                  <a:pt x="76200" y="160007"/>
                </a:lnTo>
                <a:lnTo>
                  <a:pt x="79248" y="156959"/>
                </a:lnTo>
                <a:lnTo>
                  <a:pt x="85344" y="156959"/>
                </a:lnTo>
                <a:lnTo>
                  <a:pt x="92303" y="155397"/>
                </a:lnTo>
                <a:lnTo>
                  <a:pt x="94576" y="153911"/>
                </a:lnTo>
                <a:lnTo>
                  <a:pt x="98679" y="151244"/>
                </a:lnTo>
                <a:lnTo>
                  <a:pt x="103352" y="145389"/>
                </a:lnTo>
                <a:lnTo>
                  <a:pt x="105156" y="138671"/>
                </a:lnTo>
                <a:lnTo>
                  <a:pt x="105156" y="137147"/>
                </a:lnTo>
                <a:lnTo>
                  <a:pt x="103632" y="135623"/>
                </a:lnTo>
                <a:lnTo>
                  <a:pt x="103632" y="132575"/>
                </a:lnTo>
                <a:lnTo>
                  <a:pt x="109728" y="132575"/>
                </a:lnTo>
                <a:lnTo>
                  <a:pt x="109728" y="128003"/>
                </a:lnTo>
                <a:close/>
              </a:path>
              <a:path w="109854" h="196850">
                <a:moveTo>
                  <a:pt x="109740" y="57912"/>
                </a:moveTo>
                <a:lnTo>
                  <a:pt x="108216" y="57912"/>
                </a:lnTo>
                <a:lnTo>
                  <a:pt x="103644" y="64008"/>
                </a:lnTo>
                <a:lnTo>
                  <a:pt x="102120" y="65532"/>
                </a:lnTo>
                <a:lnTo>
                  <a:pt x="71640" y="65532"/>
                </a:lnTo>
                <a:lnTo>
                  <a:pt x="89928" y="45720"/>
                </a:lnTo>
                <a:lnTo>
                  <a:pt x="96570" y="38214"/>
                </a:lnTo>
                <a:lnTo>
                  <a:pt x="100787" y="31432"/>
                </a:lnTo>
                <a:lnTo>
                  <a:pt x="102997" y="24930"/>
                </a:lnTo>
                <a:lnTo>
                  <a:pt x="103644" y="18288"/>
                </a:lnTo>
                <a:lnTo>
                  <a:pt x="102260" y="10922"/>
                </a:lnTo>
                <a:lnTo>
                  <a:pt x="98310" y="5143"/>
                </a:lnTo>
                <a:lnTo>
                  <a:pt x="92062" y="1346"/>
                </a:lnTo>
                <a:lnTo>
                  <a:pt x="83832" y="0"/>
                </a:lnTo>
                <a:lnTo>
                  <a:pt x="77736" y="0"/>
                </a:lnTo>
                <a:lnTo>
                  <a:pt x="71640" y="1524"/>
                </a:lnTo>
                <a:lnTo>
                  <a:pt x="68592" y="6096"/>
                </a:lnTo>
                <a:lnTo>
                  <a:pt x="64020" y="9144"/>
                </a:lnTo>
                <a:lnTo>
                  <a:pt x="62496" y="13716"/>
                </a:lnTo>
                <a:lnTo>
                  <a:pt x="60972" y="21336"/>
                </a:lnTo>
                <a:lnTo>
                  <a:pt x="62496" y="21336"/>
                </a:lnTo>
                <a:lnTo>
                  <a:pt x="67068" y="10668"/>
                </a:lnTo>
                <a:lnTo>
                  <a:pt x="71640" y="7620"/>
                </a:lnTo>
                <a:lnTo>
                  <a:pt x="88404" y="7620"/>
                </a:lnTo>
                <a:lnTo>
                  <a:pt x="94500" y="13716"/>
                </a:lnTo>
                <a:lnTo>
                  <a:pt x="94500" y="22860"/>
                </a:lnTo>
                <a:lnTo>
                  <a:pt x="93637" y="29730"/>
                </a:lnTo>
                <a:lnTo>
                  <a:pt x="91071" y="36766"/>
                </a:lnTo>
                <a:lnTo>
                  <a:pt x="86779" y="44069"/>
                </a:lnTo>
                <a:lnTo>
                  <a:pt x="80784" y="51816"/>
                </a:lnTo>
                <a:lnTo>
                  <a:pt x="60972" y="73152"/>
                </a:lnTo>
                <a:lnTo>
                  <a:pt x="60972" y="74676"/>
                </a:lnTo>
                <a:lnTo>
                  <a:pt x="103644" y="74676"/>
                </a:lnTo>
                <a:lnTo>
                  <a:pt x="109740" y="579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5" name="object 135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4226052" y="8804147"/>
            <a:ext cx="77724" cy="79248"/>
          </a:xfrm>
          <a:prstGeom prst="rect">
            <a:avLst/>
          </a:prstGeom>
        </p:spPr>
      </p:pic>
      <p:grpSp>
        <p:nvGrpSpPr>
          <p:cNvPr id="136" name="object 136" descr=""/>
          <p:cNvGrpSpPr/>
          <p:nvPr/>
        </p:nvGrpSpPr>
        <p:grpSpPr>
          <a:xfrm>
            <a:off x="4364735" y="8773667"/>
            <a:ext cx="485140" cy="140335"/>
            <a:chOff x="4364735" y="8773667"/>
            <a:chExt cx="485140" cy="140335"/>
          </a:xfrm>
        </p:grpSpPr>
        <p:sp>
          <p:nvSpPr>
            <p:cNvPr id="137" name="object 137" descr=""/>
            <p:cNvSpPr/>
            <p:nvPr/>
          </p:nvSpPr>
          <p:spPr>
            <a:xfrm>
              <a:off x="4364723" y="8775191"/>
              <a:ext cx="38100" cy="137160"/>
            </a:xfrm>
            <a:custGeom>
              <a:avLst/>
              <a:gdLst/>
              <a:ahLst/>
              <a:cxnLst/>
              <a:rect l="l" t="t" r="r" b="b"/>
              <a:pathLst>
                <a:path w="38100" h="137159">
                  <a:moveTo>
                    <a:pt x="762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7620" y="137160"/>
                  </a:lnTo>
                  <a:lnTo>
                    <a:pt x="7620" y="0"/>
                  </a:lnTo>
                  <a:close/>
                </a:path>
                <a:path w="38100" h="137159">
                  <a:moveTo>
                    <a:pt x="38100" y="0"/>
                  </a:moveTo>
                  <a:lnTo>
                    <a:pt x="30480" y="0"/>
                  </a:lnTo>
                  <a:lnTo>
                    <a:pt x="30480" y="137160"/>
                  </a:lnTo>
                  <a:lnTo>
                    <a:pt x="38100" y="13716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4425696" y="8781287"/>
              <a:ext cx="216407" cy="124968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4672583" y="8773667"/>
              <a:ext cx="176784" cy="140208"/>
            </a:xfrm>
            <a:prstGeom prst="rect">
              <a:avLst/>
            </a:prstGeom>
          </p:spPr>
        </p:pic>
      </p:grpSp>
      <p:sp>
        <p:nvSpPr>
          <p:cNvPr id="140" name="object 140" descr=""/>
          <p:cNvSpPr/>
          <p:nvPr/>
        </p:nvSpPr>
        <p:spPr>
          <a:xfrm>
            <a:off x="4882896" y="8746248"/>
            <a:ext cx="152400" cy="196850"/>
          </a:xfrm>
          <a:custGeom>
            <a:avLst/>
            <a:gdLst/>
            <a:ahLst/>
            <a:cxnLst/>
            <a:rect l="l" t="t" r="r" b="b"/>
            <a:pathLst>
              <a:path w="152400" h="196850">
                <a:moveTo>
                  <a:pt x="7620" y="28943"/>
                </a:moveTo>
                <a:lnTo>
                  <a:pt x="0" y="28943"/>
                </a:lnTo>
                <a:lnTo>
                  <a:pt x="0" y="166103"/>
                </a:lnTo>
                <a:lnTo>
                  <a:pt x="7620" y="166103"/>
                </a:lnTo>
                <a:lnTo>
                  <a:pt x="7620" y="28943"/>
                </a:lnTo>
                <a:close/>
              </a:path>
              <a:path w="152400" h="196850">
                <a:moveTo>
                  <a:pt x="38100" y="28943"/>
                </a:moveTo>
                <a:lnTo>
                  <a:pt x="30480" y="28943"/>
                </a:lnTo>
                <a:lnTo>
                  <a:pt x="30480" y="166103"/>
                </a:lnTo>
                <a:lnTo>
                  <a:pt x="38100" y="166103"/>
                </a:lnTo>
                <a:lnTo>
                  <a:pt x="38100" y="28943"/>
                </a:lnTo>
                <a:close/>
              </a:path>
              <a:path w="152400" h="196850">
                <a:moveTo>
                  <a:pt x="109715" y="57912"/>
                </a:moveTo>
                <a:lnTo>
                  <a:pt x="105143" y="64008"/>
                </a:lnTo>
                <a:lnTo>
                  <a:pt x="103619" y="65532"/>
                </a:lnTo>
                <a:lnTo>
                  <a:pt x="73139" y="65532"/>
                </a:lnTo>
                <a:lnTo>
                  <a:pt x="91427" y="45720"/>
                </a:lnTo>
                <a:lnTo>
                  <a:pt x="97434" y="38214"/>
                </a:lnTo>
                <a:lnTo>
                  <a:pt x="101714" y="31432"/>
                </a:lnTo>
                <a:lnTo>
                  <a:pt x="104292" y="24930"/>
                </a:lnTo>
                <a:lnTo>
                  <a:pt x="105143" y="18288"/>
                </a:lnTo>
                <a:lnTo>
                  <a:pt x="103555" y="10922"/>
                </a:lnTo>
                <a:lnTo>
                  <a:pt x="99237" y="5143"/>
                </a:lnTo>
                <a:lnTo>
                  <a:pt x="92938" y="1346"/>
                </a:lnTo>
                <a:lnTo>
                  <a:pt x="85331" y="0"/>
                </a:lnTo>
                <a:lnTo>
                  <a:pt x="79235" y="0"/>
                </a:lnTo>
                <a:lnTo>
                  <a:pt x="73139" y="1524"/>
                </a:lnTo>
                <a:lnTo>
                  <a:pt x="65519" y="9144"/>
                </a:lnTo>
                <a:lnTo>
                  <a:pt x="63995" y="13716"/>
                </a:lnTo>
                <a:lnTo>
                  <a:pt x="60947" y="21336"/>
                </a:lnTo>
                <a:lnTo>
                  <a:pt x="63995" y="21336"/>
                </a:lnTo>
                <a:lnTo>
                  <a:pt x="68567" y="10668"/>
                </a:lnTo>
                <a:lnTo>
                  <a:pt x="73139" y="7620"/>
                </a:lnTo>
                <a:lnTo>
                  <a:pt x="89903" y="7620"/>
                </a:lnTo>
                <a:lnTo>
                  <a:pt x="95999" y="13716"/>
                </a:lnTo>
                <a:lnTo>
                  <a:pt x="95999" y="22860"/>
                </a:lnTo>
                <a:lnTo>
                  <a:pt x="95123" y="29730"/>
                </a:lnTo>
                <a:lnTo>
                  <a:pt x="92379" y="36766"/>
                </a:lnTo>
                <a:lnTo>
                  <a:pt x="87642" y="44069"/>
                </a:lnTo>
                <a:lnTo>
                  <a:pt x="80759" y="51816"/>
                </a:lnTo>
                <a:lnTo>
                  <a:pt x="60947" y="73152"/>
                </a:lnTo>
                <a:lnTo>
                  <a:pt x="60947" y="74676"/>
                </a:lnTo>
                <a:lnTo>
                  <a:pt x="103619" y="74676"/>
                </a:lnTo>
                <a:lnTo>
                  <a:pt x="109715" y="57912"/>
                </a:lnTo>
                <a:close/>
              </a:path>
              <a:path w="152400" h="196850">
                <a:moveTo>
                  <a:pt x="109728" y="128003"/>
                </a:moveTo>
                <a:lnTo>
                  <a:pt x="100584" y="128003"/>
                </a:lnTo>
                <a:lnTo>
                  <a:pt x="96012" y="125717"/>
                </a:lnTo>
                <a:lnTo>
                  <a:pt x="96012" y="129527"/>
                </a:lnTo>
                <a:lnTo>
                  <a:pt x="96012" y="138671"/>
                </a:lnTo>
                <a:lnTo>
                  <a:pt x="92964" y="147815"/>
                </a:lnTo>
                <a:lnTo>
                  <a:pt x="94488" y="147815"/>
                </a:lnTo>
                <a:lnTo>
                  <a:pt x="91440" y="152387"/>
                </a:lnTo>
                <a:lnTo>
                  <a:pt x="88392" y="153911"/>
                </a:lnTo>
                <a:lnTo>
                  <a:pt x="79248" y="153911"/>
                </a:lnTo>
                <a:lnTo>
                  <a:pt x="76200" y="150863"/>
                </a:lnTo>
                <a:lnTo>
                  <a:pt x="76200" y="135623"/>
                </a:lnTo>
                <a:lnTo>
                  <a:pt x="83820" y="128003"/>
                </a:lnTo>
                <a:lnTo>
                  <a:pt x="94488" y="128003"/>
                </a:lnTo>
                <a:lnTo>
                  <a:pt x="96012" y="129527"/>
                </a:lnTo>
                <a:lnTo>
                  <a:pt x="96012" y="125717"/>
                </a:lnTo>
                <a:lnTo>
                  <a:pt x="94488" y="124955"/>
                </a:lnTo>
                <a:lnTo>
                  <a:pt x="89916" y="124955"/>
                </a:lnTo>
                <a:lnTo>
                  <a:pt x="81432" y="126314"/>
                </a:lnTo>
                <a:lnTo>
                  <a:pt x="74676" y="130098"/>
                </a:lnTo>
                <a:lnTo>
                  <a:pt x="70192" y="135890"/>
                </a:lnTo>
                <a:lnTo>
                  <a:pt x="68580" y="143243"/>
                </a:lnTo>
                <a:lnTo>
                  <a:pt x="68580" y="149339"/>
                </a:lnTo>
                <a:lnTo>
                  <a:pt x="71628" y="152387"/>
                </a:lnTo>
                <a:lnTo>
                  <a:pt x="76123" y="155397"/>
                </a:lnTo>
                <a:lnTo>
                  <a:pt x="76263" y="155397"/>
                </a:lnTo>
                <a:lnTo>
                  <a:pt x="70104" y="160007"/>
                </a:lnTo>
                <a:lnTo>
                  <a:pt x="68580" y="163055"/>
                </a:lnTo>
                <a:lnTo>
                  <a:pt x="68580" y="166103"/>
                </a:lnTo>
                <a:lnTo>
                  <a:pt x="71628" y="169151"/>
                </a:lnTo>
                <a:lnTo>
                  <a:pt x="62484" y="176771"/>
                </a:lnTo>
                <a:lnTo>
                  <a:pt x="59436" y="178295"/>
                </a:lnTo>
                <a:lnTo>
                  <a:pt x="59436" y="192011"/>
                </a:lnTo>
                <a:lnTo>
                  <a:pt x="67056" y="196583"/>
                </a:lnTo>
                <a:lnTo>
                  <a:pt x="77724" y="196583"/>
                </a:lnTo>
                <a:lnTo>
                  <a:pt x="100584" y="179819"/>
                </a:lnTo>
                <a:lnTo>
                  <a:pt x="100584" y="173723"/>
                </a:lnTo>
                <a:lnTo>
                  <a:pt x="97536" y="170675"/>
                </a:lnTo>
                <a:lnTo>
                  <a:pt x="96012" y="169151"/>
                </a:lnTo>
                <a:lnTo>
                  <a:pt x="94488" y="168719"/>
                </a:lnTo>
                <a:lnTo>
                  <a:pt x="94488" y="178295"/>
                </a:lnTo>
                <a:lnTo>
                  <a:pt x="94488" y="188963"/>
                </a:lnTo>
                <a:lnTo>
                  <a:pt x="88392" y="193535"/>
                </a:lnTo>
                <a:lnTo>
                  <a:pt x="70104" y="193535"/>
                </a:lnTo>
                <a:lnTo>
                  <a:pt x="65532" y="190487"/>
                </a:lnTo>
                <a:lnTo>
                  <a:pt x="65532" y="179819"/>
                </a:lnTo>
                <a:lnTo>
                  <a:pt x="68580" y="176771"/>
                </a:lnTo>
                <a:lnTo>
                  <a:pt x="68580" y="173723"/>
                </a:lnTo>
                <a:lnTo>
                  <a:pt x="73152" y="170675"/>
                </a:lnTo>
                <a:lnTo>
                  <a:pt x="74676" y="170675"/>
                </a:lnTo>
                <a:lnTo>
                  <a:pt x="77724" y="172199"/>
                </a:lnTo>
                <a:lnTo>
                  <a:pt x="89916" y="175247"/>
                </a:lnTo>
                <a:lnTo>
                  <a:pt x="94488" y="178295"/>
                </a:lnTo>
                <a:lnTo>
                  <a:pt x="94488" y="168719"/>
                </a:lnTo>
                <a:lnTo>
                  <a:pt x="85344" y="166103"/>
                </a:lnTo>
                <a:lnTo>
                  <a:pt x="79248" y="164579"/>
                </a:lnTo>
                <a:lnTo>
                  <a:pt x="76200" y="163055"/>
                </a:lnTo>
                <a:lnTo>
                  <a:pt x="76200" y="160007"/>
                </a:lnTo>
                <a:lnTo>
                  <a:pt x="79248" y="156959"/>
                </a:lnTo>
                <a:lnTo>
                  <a:pt x="85344" y="156959"/>
                </a:lnTo>
                <a:lnTo>
                  <a:pt x="92290" y="155397"/>
                </a:lnTo>
                <a:lnTo>
                  <a:pt x="94564" y="153911"/>
                </a:lnTo>
                <a:lnTo>
                  <a:pt x="98679" y="151244"/>
                </a:lnTo>
                <a:lnTo>
                  <a:pt x="103339" y="145389"/>
                </a:lnTo>
                <a:lnTo>
                  <a:pt x="105156" y="138671"/>
                </a:lnTo>
                <a:lnTo>
                  <a:pt x="105156" y="135623"/>
                </a:lnTo>
                <a:lnTo>
                  <a:pt x="103632" y="132575"/>
                </a:lnTo>
                <a:lnTo>
                  <a:pt x="109728" y="132575"/>
                </a:lnTo>
                <a:lnTo>
                  <a:pt x="109728" y="128003"/>
                </a:lnTo>
                <a:close/>
              </a:path>
              <a:path w="152400" h="196850">
                <a:moveTo>
                  <a:pt x="152400" y="123431"/>
                </a:moveTo>
                <a:lnTo>
                  <a:pt x="143256" y="121907"/>
                </a:lnTo>
                <a:lnTo>
                  <a:pt x="137160" y="121907"/>
                </a:lnTo>
                <a:lnTo>
                  <a:pt x="131064" y="123431"/>
                </a:lnTo>
                <a:lnTo>
                  <a:pt x="131064" y="137147"/>
                </a:lnTo>
                <a:lnTo>
                  <a:pt x="137160" y="138671"/>
                </a:lnTo>
                <a:lnTo>
                  <a:pt x="143256" y="138671"/>
                </a:lnTo>
                <a:lnTo>
                  <a:pt x="143256" y="137147"/>
                </a:lnTo>
                <a:lnTo>
                  <a:pt x="146304" y="137147"/>
                </a:lnTo>
                <a:lnTo>
                  <a:pt x="146304" y="143243"/>
                </a:lnTo>
                <a:lnTo>
                  <a:pt x="144780" y="149339"/>
                </a:lnTo>
                <a:lnTo>
                  <a:pt x="134112" y="155435"/>
                </a:lnTo>
                <a:lnTo>
                  <a:pt x="135636" y="158483"/>
                </a:lnTo>
                <a:lnTo>
                  <a:pt x="140182" y="155994"/>
                </a:lnTo>
                <a:lnTo>
                  <a:pt x="145732" y="151053"/>
                </a:lnTo>
                <a:lnTo>
                  <a:pt x="150418" y="144132"/>
                </a:lnTo>
                <a:lnTo>
                  <a:pt x="152044" y="137147"/>
                </a:lnTo>
                <a:lnTo>
                  <a:pt x="152400" y="135623"/>
                </a:lnTo>
                <a:lnTo>
                  <a:pt x="152400" y="123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1" name="object 141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5225796" y="8782811"/>
            <a:ext cx="326135" cy="100584"/>
          </a:xfrm>
          <a:prstGeom prst="rect">
            <a:avLst/>
          </a:prstGeom>
        </p:spPr>
      </p:pic>
      <p:sp>
        <p:nvSpPr>
          <p:cNvPr id="142" name="object 142" descr=""/>
          <p:cNvSpPr/>
          <p:nvPr/>
        </p:nvSpPr>
        <p:spPr>
          <a:xfrm>
            <a:off x="5603747" y="8823959"/>
            <a:ext cx="78105" cy="40005"/>
          </a:xfrm>
          <a:custGeom>
            <a:avLst/>
            <a:gdLst/>
            <a:ahLst/>
            <a:cxnLst/>
            <a:rect l="l" t="t" r="r" b="b"/>
            <a:pathLst>
              <a:path w="78104" h="40004">
                <a:moveTo>
                  <a:pt x="77724" y="7620"/>
                </a:moveTo>
                <a:lnTo>
                  <a:pt x="0" y="7620"/>
                </a:lnTo>
                <a:lnTo>
                  <a:pt x="0" y="0"/>
                </a:lnTo>
                <a:lnTo>
                  <a:pt x="77724" y="0"/>
                </a:lnTo>
                <a:lnTo>
                  <a:pt x="77724" y="7620"/>
                </a:lnTo>
                <a:close/>
              </a:path>
              <a:path w="78104" h="40004">
                <a:moveTo>
                  <a:pt x="77724" y="39624"/>
                </a:moveTo>
                <a:lnTo>
                  <a:pt x="0" y="39624"/>
                </a:lnTo>
                <a:lnTo>
                  <a:pt x="0" y="32004"/>
                </a:lnTo>
                <a:lnTo>
                  <a:pt x="77724" y="32004"/>
                </a:lnTo>
                <a:lnTo>
                  <a:pt x="77724" y="396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 descr=""/>
          <p:cNvSpPr/>
          <p:nvPr/>
        </p:nvSpPr>
        <p:spPr>
          <a:xfrm>
            <a:off x="5750039" y="8781288"/>
            <a:ext cx="88900" cy="104139"/>
          </a:xfrm>
          <a:custGeom>
            <a:avLst/>
            <a:gdLst/>
            <a:ahLst/>
            <a:cxnLst/>
            <a:rect l="l" t="t" r="r" b="b"/>
            <a:pathLst>
              <a:path w="88900" h="104140">
                <a:moveTo>
                  <a:pt x="42672" y="99060"/>
                </a:moveTo>
                <a:lnTo>
                  <a:pt x="30480" y="99060"/>
                </a:lnTo>
                <a:lnTo>
                  <a:pt x="28956" y="97536"/>
                </a:lnTo>
                <a:lnTo>
                  <a:pt x="28956" y="0"/>
                </a:lnTo>
                <a:lnTo>
                  <a:pt x="27432" y="0"/>
                </a:lnTo>
                <a:lnTo>
                  <a:pt x="0" y="13716"/>
                </a:lnTo>
                <a:lnTo>
                  <a:pt x="0" y="15240"/>
                </a:lnTo>
                <a:lnTo>
                  <a:pt x="1524" y="15240"/>
                </a:lnTo>
                <a:lnTo>
                  <a:pt x="3048" y="13716"/>
                </a:lnTo>
                <a:lnTo>
                  <a:pt x="4572" y="13716"/>
                </a:lnTo>
                <a:lnTo>
                  <a:pt x="6096" y="12192"/>
                </a:lnTo>
                <a:lnTo>
                  <a:pt x="13716" y="12192"/>
                </a:lnTo>
                <a:lnTo>
                  <a:pt x="15240" y="13716"/>
                </a:lnTo>
                <a:lnTo>
                  <a:pt x="15240" y="92964"/>
                </a:lnTo>
                <a:lnTo>
                  <a:pt x="13716" y="96012"/>
                </a:lnTo>
                <a:lnTo>
                  <a:pt x="12192" y="97536"/>
                </a:lnTo>
                <a:lnTo>
                  <a:pt x="9144" y="99060"/>
                </a:lnTo>
                <a:lnTo>
                  <a:pt x="1524" y="99060"/>
                </a:lnTo>
                <a:lnTo>
                  <a:pt x="1524" y="100584"/>
                </a:lnTo>
                <a:lnTo>
                  <a:pt x="42672" y="100584"/>
                </a:lnTo>
                <a:lnTo>
                  <a:pt x="42672" y="99060"/>
                </a:lnTo>
                <a:close/>
              </a:path>
              <a:path w="88900" h="104140">
                <a:moveTo>
                  <a:pt x="88404" y="89928"/>
                </a:moveTo>
                <a:lnTo>
                  <a:pt x="85356" y="86880"/>
                </a:lnTo>
                <a:lnTo>
                  <a:pt x="76212" y="86880"/>
                </a:lnTo>
                <a:lnTo>
                  <a:pt x="71640" y="89928"/>
                </a:lnTo>
                <a:lnTo>
                  <a:pt x="71640" y="100596"/>
                </a:lnTo>
                <a:lnTo>
                  <a:pt x="77736" y="103644"/>
                </a:lnTo>
                <a:lnTo>
                  <a:pt x="83832" y="103644"/>
                </a:lnTo>
                <a:lnTo>
                  <a:pt x="88404" y="100596"/>
                </a:lnTo>
                <a:lnTo>
                  <a:pt x="88404" y="94500"/>
                </a:lnTo>
                <a:lnTo>
                  <a:pt x="88404" y="8992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 descr=""/>
          <p:cNvSpPr/>
          <p:nvPr/>
        </p:nvSpPr>
        <p:spPr>
          <a:xfrm>
            <a:off x="3855720" y="9421368"/>
            <a:ext cx="58419" cy="104139"/>
          </a:xfrm>
          <a:custGeom>
            <a:avLst/>
            <a:gdLst/>
            <a:ahLst/>
            <a:cxnLst/>
            <a:rect l="l" t="t" r="r" b="b"/>
            <a:pathLst>
              <a:path w="58420" h="104140">
                <a:moveTo>
                  <a:pt x="16764" y="103632"/>
                </a:moveTo>
                <a:lnTo>
                  <a:pt x="6096" y="103632"/>
                </a:lnTo>
                <a:lnTo>
                  <a:pt x="0" y="100584"/>
                </a:lnTo>
                <a:lnTo>
                  <a:pt x="0" y="91440"/>
                </a:lnTo>
                <a:lnTo>
                  <a:pt x="1524" y="89916"/>
                </a:lnTo>
                <a:lnTo>
                  <a:pt x="7620" y="89916"/>
                </a:lnTo>
                <a:lnTo>
                  <a:pt x="10668" y="91440"/>
                </a:lnTo>
                <a:lnTo>
                  <a:pt x="15240" y="92964"/>
                </a:lnTo>
                <a:lnTo>
                  <a:pt x="19812" y="97536"/>
                </a:lnTo>
                <a:lnTo>
                  <a:pt x="27432" y="97536"/>
                </a:lnTo>
                <a:lnTo>
                  <a:pt x="35028" y="95916"/>
                </a:lnTo>
                <a:lnTo>
                  <a:pt x="41338" y="91440"/>
                </a:lnTo>
                <a:lnTo>
                  <a:pt x="45648" y="84677"/>
                </a:lnTo>
                <a:lnTo>
                  <a:pt x="47244" y="76200"/>
                </a:lnTo>
                <a:lnTo>
                  <a:pt x="46148" y="68556"/>
                </a:lnTo>
                <a:lnTo>
                  <a:pt x="43053" y="61912"/>
                </a:lnTo>
                <a:lnTo>
                  <a:pt x="38242" y="56697"/>
                </a:lnTo>
                <a:lnTo>
                  <a:pt x="28956" y="51816"/>
                </a:lnTo>
                <a:lnTo>
                  <a:pt x="16764" y="51816"/>
                </a:lnTo>
                <a:lnTo>
                  <a:pt x="16764" y="50292"/>
                </a:lnTo>
                <a:lnTo>
                  <a:pt x="25908" y="47244"/>
                </a:lnTo>
                <a:lnTo>
                  <a:pt x="30480" y="44196"/>
                </a:lnTo>
                <a:lnTo>
                  <a:pt x="35052" y="39624"/>
                </a:lnTo>
                <a:lnTo>
                  <a:pt x="39624" y="36576"/>
                </a:lnTo>
                <a:lnTo>
                  <a:pt x="41148" y="30480"/>
                </a:lnTo>
                <a:lnTo>
                  <a:pt x="41148" y="15240"/>
                </a:lnTo>
                <a:lnTo>
                  <a:pt x="35052" y="7620"/>
                </a:lnTo>
                <a:lnTo>
                  <a:pt x="24384" y="7620"/>
                </a:lnTo>
                <a:lnTo>
                  <a:pt x="17811" y="8739"/>
                </a:lnTo>
                <a:lnTo>
                  <a:pt x="11811" y="12001"/>
                </a:lnTo>
                <a:lnTo>
                  <a:pt x="6381" y="17264"/>
                </a:lnTo>
                <a:lnTo>
                  <a:pt x="1524" y="24384"/>
                </a:lnTo>
                <a:lnTo>
                  <a:pt x="0" y="24384"/>
                </a:lnTo>
                <a:lnTo>
                  <a:pt x="22860" y="0"/>
                </a:lnTo>
                <a:lnTo>
                  <a:pt x="28956" y="0"/>
                </a:lnTo>
                <a:lnTo>
                  <a:pt x="39195" y="1381"/>
                </a:lnTo>
                <a:lnTo>
                  <a:pt x="46863" y="5334"/>
                </a:lnTo>
                <a:lnTo>
                  <a:pt x="51673" y="11572"/>
                </a:lnTo>
                <a:lnTo>
                  <a:pt x="53340" y="19812"/>
                </a:lnTo>
                <a:lnTo>
                  <a:pt x="53340" y="28956"/>
                </a:lnTo>
                <a:lnTo>
                  <a:pt x="50292" y="33528"/>
                </a:lnTo>
                <a:lnTo>
                  <a:pt x="39624" y="41148"/>
                </a:lnTo>
                <a:lnTo>
                  <a:pt x="48768" y="45720"/>
                </a:lnTo>
                <a:lnTo>
                  <a:pt x="51816" y="50292"/>
                </a:lnTo>
                <a:lnTo>
                  <a:pt x="56388" y="53340"/>
                </a:lnTo>
                <a:lnTo>
                  <a:pt x="57912" y="60960"/>
                </a:lnTo>
                <a:lnTo>
                  <a:pt x="57912" y="68580"/>
                </a:lnTo>
                <a:lnTo>
                  <a:pt x="57316" y="76033"/>
                </a:lnTo>
                <a:lnTo>
                  <a:pt x="25598" y="102822"/>
                </a:lnTo>
                <a:lnTo>
                  <a:pt x="16764" y="1036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5" name="object 145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4189605" y="9122920"/>
            <a:ext cx="554180" cy="579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stalin garcia</dc:creator>
  <dc:title>6cf1ee27-6116-427a-9721-484ff7e7d547</dc:title>
  <dcterms:created xsi:type="dcterms:W3CDTF">2025-10-27T19:22:10Z</dcterms:created>
  <dcterms:modified xsi:type="dcterms:W3CDTF">2025-10-27T19:22:10Z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2025-10-27T00:00:00Z</vt:filetime>
  </property>
  <property fmtid="{D5CDD505-2E9C-101B-9397-08002B2CF9AE}" pid="3" name="Creator">
    <vt:lpwstr>Adobe Acrobat (64-bit) 25.1.20756</vt:lpwstr>
  </property>
  <property fmtid="{D5CDD505-2E9C-101B-9397-08002B2CF9AE}" pid="4" name="LastSaved">
    <vt:filetime>2025-10-27T00:00:00Z</vt:filetime>
  </property>
  <property fmtid="{D5CDD505-2E9C-101B-9397-08002B2CF9AE}" pid="5" name="Producer">
    <vt:lpwstr>Microsoft: Print To PDF</vt:lpwstr>
  </property>
</Properties>
</file>